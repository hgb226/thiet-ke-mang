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7"/>
  </p:notesMasterIdLst>
  <p:sldIdLst>
    <p:sldId id="256" r:id="rId2"/>
    <p:sldId id="258" r:id="rId3"/>
    <p:sldId id="307" r:id="rId4"/>
    <p:sldId id="260" r:id="rId5"/>
    <p:sldId id="261" r:id="rId6"/>
    <p:sldId id="316" r:id="rId7"/>
    <p:sldId id="309" r:id="rId8"/>
    <p:sldId id="263" r:id="rId9"/>
    <p:sldId id="310" r:id="rId10"/>
    <p:sldId id="317" r:id="rId11"/>
    <p:sldId id="318" r:id="rId12"/>
    <p:sldId id="319" r:id="rId13"/>
    <p:sldId id="311" r:id="rId14"/>
    <p:sldId id="320" r:id="rId15"/>
    <p:sldId id="270" r:id="rId16"/>
  </p:sldIdLst>
  <p:sldSz cx="9144000" cy="5143500" type="screen16x9"/>
  <p:notesSz cx="6858000" cy="9144000"/>
  <p:embeddedFontLst>
    <p:embeddedFont>
      <p:font typeface="Bebas Neue" panose="020B0606020202050201" pitchFamily="34" charset="0"/>
      <p:regular r:id="rId18"/>
    </p:embeddedFont>
    <p:embeddedFont>
      <p:font typeface="DM Sans" pitchFamily="2" charset="0"/>
      <p:regular r:id="rId19"/>
      <p:bold r:id="rId20"/>
      <p:italic r:id="rId21"/>
      <p:boldItalic r:id="rId22"/>
    </p:embeddedFont>
    <p:embeddedFont>
      <p:font typeface="Inter" panose="020B0604020202020204" charset="0"/>
      <p:regular r:id="rId23"/>
      <p:bold r:id="rId24"/>
    </p:embeddedFont>
    <p:embeddedFont>
      <p:font typeface="Montserrat" panose="00000500000000000000" pitchFamily="2"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81C981-42E0-4383-A2D7-424463ED7744}">
  <a:tblStyle styleId="{AD81C981-42E0-4383-A2D7-424463ED77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6192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2fc2de9d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12fc2de9d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3812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2005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gd1bf8d60a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4" name="Google Shape;1424;gd1bf8d60a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9742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9159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g20f41e19245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5" name="Google Shape;2065;g20f41e19245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81250" y="281700"/>
            <a:ext cx="8581500" cy="4580100"/>
            <a:chOff x="281250" y="281700"/>
            <a:chExt cx="8581500" cy="4580100"/>
          </a:xfrm>
        </p:grpSpPr>
        <p:sp>
          <p:nvSpPr>
            <p:cNvPr id="10" name="Google Shape;10;p2"/>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517475" y="382105"/>
              <a:ext cx="400500" cy="95700"/>
              <a:chOff x="517475" y="395577"/>
              <a:chExt cx="400500" cy="95700"/>
            </a:xfrm>
          </p:grpSpPr>
          <p:sp>
            <p:nvSpPr>
              <p:cNvPr id="12" name="Google Shape;12;p2"/>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16;p2"/>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17" name="Google Shape;17;p2"/>
          <p:cNvSpPr txBox="1">
            <a:spLocks noGrp="1"/>
          </p:cNvSpPr>
          <p:nvPr>
            <p:ph type="ctrTitle"/>
          </p:nvPr>
        </p:nvSpPr>
        <p:spPr>
          <a:xfrm>
            <a:off x="3900175" y="1213000"/>
            <a:ext cx="4530600" cy="2224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8" name="Google Shape;18;p2"/>
          <p:cNvSpPr txBox="1">
            <a:spLocks noGrp="1"/>
          </p:cNvSpPr>
          <p:nvPr>
            <p:ph type="subTitle" idx="1"/>
          </p:nvPr>
        </p:nvSpPr>
        <p:spPr>
          <a:xfrm>
            <a:off x="3900175" y="3524550"/>
            <a:ext cx="45306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281250" y="281700"/>
            <a:ext cx="8581500" cy="4580100"/>
            <a:chOff x="281250" y="281700"/>
            <a:chExt cx="8581500" cy="4580100"/>
          </a:xfrm>
        </p:grpSpPr>
        <p:sp>
          <p:nvSpPr>
            <p:cNvPr id="21" name="Google Shape;21;p3"/>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3"/>
            <p:cNvGrpSpPr/>
            <p:nvPr/>
          </p:nvGrpSpPr>
          <p:grpSpPr>
            <a:xfrm>
              <a:off x="517475" y="382105"/>
              <a:ext cx="400500" cy="95700"/>
              <a:chOff x="517475" y="395577"/>
              <a:chExt cx="400500" cy="95700"/>
            </a:xfrm>
          </p:grpSpPr>
          <p:sp>
            <p:nvSpPr>
              <p:cNvPr id="23" name="Google Shape;23;p3"/>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 name="Google Shape;27;p3"/>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28" name="Google Shape;28;p3"/>
          <p:cNvSpPr txBox="1">
            <a:spLocks noGrp="1"/>
          </p:cNvSpPr>
          <p:nvPr>
            <p:ph type="title"/>
          </p:nvPr>
        </p:nvSpPr>
        <p:spPr>
          <a:xfrm>
            <a:off x="720000" y="2150850"/>
            <a:ext cx="47409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720000" y="1249000"/>
            <a:ext cx="17025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0" name="Google Shape;30;p3"/>
          <p:cNvSpPr txBox="1">
            <a:spLocks noGrp="1"/>
          </p:cNvSpPr>
          <p:nvPr>
            <p:ph type="subTitle" idx="1"/>
          </p:nvPr>
        </p:nvSpPr>
        <p:spPr>
          <a:xfrm>
            <a:off x="720000" y="3024005"/>
            <a:ext cx="47409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
        <p:cNvGrpSpPr/>
        <p:nvPr/>
      </p:nvGrpSpPr>
      <p:grpSpPr>
        <a:xfrm>
          <a:off x="0" y="0"/>
          <a:ext cx="0" cy="0"/>
          <a:chOff x="0" y="0"/>
          <a:chExt cx="0" cy="0"/>
        </a:xfrm>
      </p:grpSpPr>
      <p:grpSp>
        <p:nvGrpSpPr>
          <p:cNvPr id="67" name="Google Shape;67;p7"/>
          <p:cNvGrpSpPr/>
          <p:nvPr/>
        </p:nvGrpSpPr>
        <p:grpSpPr>
          <a:xfrm>
            <a:off x="281250" y="281700"/>
            <a:ext cx="8581500" cy="4580100"/>
            <a:chOff x="281250" y="281700"/>
            <a:chExt cx="8581500" cy="4580100"/>
          </a:xfrm>
        </p:grpSpPr>
        <p:sp>
          <p:nvSpPr>
            <p:cNvPr id="68" name="Google Shape;68;p7"/>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7"/>
            <p:cNvGrpSpPr/>
            <p:nvPr/>
          </p:nvGrpSpPr>
          <p:grpSpPr>
            <a:xfrm>
              <a:off x="517475" y="382105"/>
              <a:ext cx="400500" cy="95700"/>
              <a:chOff x="517475" y="395577"/>
              <a:chExt cx="400500" cy="95700"/>
            </a:xfrm>
          </p:grpSpPr>
          <p:sp>
            <p:nvSpPr>
              <p:cNvPr id="70" name="Google Shape;70;p7"/>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7"/>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7"/>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75" name="Google Shape;75;p7"/>
          <p:cNvSpPr txBox="1">
            <a:spLocks noGrp="1"/>
          </p:cNvSpPr>
          <p:nvPr>
            <p:ph type="subTitle" idx="1"/>
          </p:nvPr>
        </p:nvSpPr>
        <p:spPr>
          <a:xfrm>
            <a:off x="719975" y="1263375"/>
            <a:ext cx="7704000" cy="40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999999"/>
              </a:buClr>
              <a:buSzPts val="800"/>
              <a:buFont typeface="Open Sans"/>
              <a:buChar char="●"/>
              <a:defRPr sz="14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76" name="Google Shape;76;p7"/>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grpSp>
        <p:nvGrpSpPr>
          <p:cNvPr id="78" name="Google Shape;78;p8"/>
          <p:cNvGrpSpPr/>
          <p:nvPr/>
        </p:nvGrpSpPr>
        <p:grpSpPr>
          <a:xfrm>
            <a:off x="281250" y="281700"/>
            <a:ext cx="8581500" cy="4580100"/>
            <a:chOff x="281250" y="281700"/>
            <a:chExt cx="8581500" cy="4580100"/>
          </a:xfrm>
        </p:grpSpPr>
        <p:sp>
          <p:nvSpPr>
            <p:cNvPr id="79" name="Google Shape;79;p8"/>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517475" y="382105"/>
              <a:ext cx="400500" cy="95700"/>
              <a:chOff x="517475" y="395577"/>
              <a:chExt cx="400500" cy="95700"/>
            </a:xfrm>
          </p:grpSpPr>
          <p:sp>
            <p:nvSpPr>
              <p:cNvPr id="81" name="Google Shape;81;p8"/>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85;p8"/>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86" name="Google Shape;86;p8"/>
          <p:cNvSpPr txBox="1">
            <a:spLocks noGrp="1"/>
          </p:cNvSpPr>
          <p:nvPr>
            <p:ph type="title"/>
          </p:nvPr>
        </p:nvSpPr>
        <p:spPr>
          <a:xfrm>
            <a:off x="713225" y="1825650"/>
            <a:ext cx="4286700" cy="14922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4"/>
        <p:cNvGrpSpPr/>
        <p:nvPr/>
      </p:nvGrpSpPr>
      <p:grpSpPr>
        <a:xfrm>
          <a:off x="0" y="0"/>
          <a:ext cx="0" cy="0"/>
          <a:chOff x="0" y="0"/>
          <a:chExt cx="0" cy="0"/>
        </a:xfrm>
      </p:grpSpPr>
      <p:grpSp>
        <p:nvGrpSpPr>
          <p:cNvPr id="115" name="Google Shape;115;p13"/>
          <p:cNvGrpSpPr/>
          <p:nvPr/>
        </p:nvGrpSpPr>
        <p:grpSpPr>
          <a:xfrm>
            <a:off x="281250" y="281700"/>
            <a:ext cx="8581500" cy="4580100"/>
            <a:chOff x="281250" y="281700"/>
            <a:chExt cx="8581500" cy="4580100"/>
          </a:xfrm>
        </p:grpSpPr>
        <p:sp>
          <p:nvSpPr>
            <p:cNvPr id="116" name="Google Shape;116;p13"/>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 name="Google Shape;117;p13"/>
            <p:cNvGrpSpPr/>
            <p:nvPr/>
          </p:nvGrpSpPr>
          <p:grpSpPr>
            <a:xfrm>
              <a:off x="517475" y="382105"/>
              <a:ext cx="400500" cy="95700"/>
              <a:chOff x="517475" y="395577"/>
              <a:chExt cx="400500" cy="95700"/>
            </a:xfrm>
          </p:grpSpPr>
          <p:sp>
            <p:nvSpPr>
              <p:cNvPr id="118" name="Google Shape;118;p13"/>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13"/>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2" name="Google Shape;122;p13"/>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123" name="Google Shape;123;p13"/>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24" name="Google Shape;124;p13"/>
          <p:cNvSpPr txBox="1">
            <a:spLocks noGrp="1"/>
          </p:cNvSpPr>
          <p:nvPr>
            <p:ph type="subTitle" idx="1"/>
          </p:nvPr>
        </p:nvSpPr>
        <p:spPr>
          <a:xfrm>
            <a:off x="1276777" y="2273420"/>
            <a:ext cx="3144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5" name="Google Shape;125;p13"/>
          <p:cNvSpPr txBox="1">
            <a:spLocks noGrp="1"/>
          </p:cNvSpPr>
          <p:nvPr>
            <p:ph type="subTitle" idx="2"/>
          </p:nvPr>
        </p:nvSpPr>
        <p:spPr>
          <a:xfrm>
            <a:off x="4947925" y="2273420"/>
            <a:ext cx="3144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6" name="Google Shape;126;p13"/>
          <p:cNvSpPr txBox="1">
            <a:spLocks noGrp="1"/>
          </p:cNvSpPr>
          <p:nvPr>
            <p:ph type="subTitle" idx="3"/>
          </p:nvPr>
        </p:nvSpPr>
        <p:spPr>
          <a:xfrm>
            <a:off x="1276777" y="3969595"/>
            <a:ext cx="3144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7" name="Google Shape;127;p13"/>
          <p:cNvSpPr txBox="1">
            <a:spLocks noGrp="1"/>
          </p:cNvSpPr>
          <p:nvPr>
            <p:ph type="subTitle" idx="4"/>
          </p:nvPr>
        </p:nvSpPr>
        <p:spPr>
          <a:xfrm>
            <a:off x="4947925" y="3969595"/>
            <a:ext cx="3144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 name="Google Shape;128;p13"/>
          <p:cNvSpPr txBox="1">
            <a:spLocks noGrp="1"/>
          </p:cNvSpPr>
          <p:nvPr>
            <p:ph type="title" idx="5" hasCustomPrompt="1"/>
          </p:nvPr>
        </p:nvSpPr>
        <p:spPr>
          <a:xfrm>
            <a:off x="1276775" y="1429475"/>
            <a:ext cx="954600" cy="4707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title" idx="6" hasCustomPrompt="1"/>
          </p:nvPr>
        </p:nvSpPr>
        <p:spPr>
          <a:xfrm>
            <a:off x="1276775" y="3125724"/>
            <a:ext cx="954600" cy="4707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3"/>
          <p:cNvSpPr txBox="1">
            <a:spLocks noGrp="1"/>
          </p:cNvSpPr>
          <p:nvPr>
            <p:ph type="title" idx="7" hasCustomPrompt="1"/>
          </p:nvPr>
        </p:nvSpPr>
        <p:spPr>
          <a:xfrm>
            <a:off x="4947925" y="1429475"/>
            <a:ext cx="954600" cy="4707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a:spLocks noGrp="1"/>
          </p:cNvSpPr>
          <p:nvPr>
            <p:ph type="title" idx="8" hasCustomPrompt="1"/>
          </p:nvPr>
        </p:nvSpPr>
        <p:spPr>
          <a:xfrm>
            <a:off x="4947925" y="3125724"/>
            <a:ext cx="954600" cy="4707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subTitle" idx="9"/>
          </p:nvPr>
        </p:nvSpPr>
        <p:spPr>
          <a:xfrm>
            <a:off x="1276775" y="1900175"/>
            <a:ext cx="3144000" cy="448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3" name="Google Shape;133;p13"/>
          <p:cNvSpPr txBox="1">
            <a:spLocks noGrp="1"/>
          </p:cNvSpPr>
          <p:nvPr>
            <p:ph type="subTitle" idx="13"/>
          </p:nvPr>
        </p:nvSpPr>
        <p:spPr>
          <a:xfrm>
            <a:off x="4947926" y="1900175"/>
            <a:ext cx="3144000" cy="448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4" name="Google Shape;134;p13"/>
          <p:cNvSpPr txBox="1">
            <a:spLocks noGrp="1"/>
          </p:cNvSpPr>
          <p:nvPr>
            <p:ph type="subTitle" idx="14"/>
          </p:nvPr>
        </p:nvSpPr>
        <p:spPr>
          <a:xfrm>
            <a:off x="1276775" y="3596200"/>
            <a:ext cx="3144000" cy="448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5" name="Google Shape;135;p13"/>
          <p:cNvSpPr txBox="1">
            <a:spLocks noGrp="1"/>
          </p:cNvSpPr>
          <p:nvPr>
            <p:ph type="subTitle" idx="15"/>
          </p:nvPr>
        </p:nvSpPr>
        <p:spPr>
          <a:xfrm>
            <a:off x="4947926" y="3596200"/>
            <a:ext cx="3144000" cy="448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36"/>
        <p:cNvGrpSpPr/>
        <p:nvPr/>
      </p:nvGrpSpPr>
      <p:grpSpPr>
        <a:xfrm>
          <a:off x="0" y="0"/>
          <a:ext cx="0" cy="0"/>
          <a:chOff x="0" y="0"/>
          <a:chExt cx="0" cy="0"/>
        </a:xfrm>
      </p:grpSpPr>
      <p:grpSp>
        <p:nvGrpSpPr>
          <p:cNvPr id="137" name="Google Shape;137;p14"/>
          <p:cNvGrpSpPr/>
          <p:nvPr/>
        </p:nvGrpSpPr>
        <p:grpSpPr>
          <a:xfrm>
            <a:off x="281250" y="281700"/>
            <a:ext cx="8581500" cy="4580100"/>
            <a:chOff x="281250" y="281700"/>
            <a:chExt cx="8581500" cy="4580100"/>
          </a:xfrm>
        </p:grpSpPr>
        <p:sp>
          <p:nvSpPr>
            <p:cNvPr id="138" name="Google Shape;138;p14"/>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 name="Google Shape;139;p14"/>
            <p:cNvGrpSpPr/>
            <p:nvPr/>
          </p:nvGrpSpPr>
          <p:grpSpPr>
            <a:xfrm>
              <a:off x="517475" y="382105"/>
              <a:ext cx="400500" cy="95700"/>
              <a:chOff x="517475" y="395577"/>
              <a:chExt cx="400500" cy="95700"/>
            </a:xfrm>
          </p:grpSpPr>
          <p:sp>
            <p:nvSpPr>
              <p:cNvPr id="140" name="Google Shape;140;p14"/>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4"/>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4"/>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14"/>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 name="Google Shape;144;p14"/>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145" name="Google Shape;145;p14"/>
          <p:cNvSpPr txBox="1">
            <a:spLocks noGrp="1"/>
          </p:cNvSpPr>
          <p:nvPr>
            <p:ph type="title"/>
          </p:nvPr>
        </p:nvSpPr>
        <p:spPr>
          <a:xfrm>
            <a:off x="3845122" y="3619117"/>
            <a:ext cx="45858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6" name="Google Shape;146;p14"/>
          <p:cNvSpPr txBox="1">
            <a:spLocks noGrp="1"/>
          </p:cNvSpPr>
          <p:nvPr>
            <p:ph type="subTitle" idx="1"/>
          </p:nvPr>
        </p:nvSpPr>
        <p:spPr>
          <a:xfrm>
            <a:off x="3845075" y="916288"/>
            <a:ext cx="4585800" cy="276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2">
  <p:cSld name="ONE_COLUMN_TEXT_1_1">
    <p:spTree>
      <p:nvGrpSpPr>
        <p:cNvPr id="1" name="Shape 203"/>
        <p:cNvGrpSpPr/>
        <p:nvPr/>
      </p:nvGrpSpPr>
      <p:grpSpPr>
        <a:xfrm>
          <a:off x="0" y="0"/>
          <a:ext cx="0" cy="0"/>
          <a:chOff x="0" y="0"/>
          <a:chExt cx="0" cy="0"/>
        </a:xfrm>
      </p:grpSpPr>
      <p:grpSp>
        <p:nvGrpSpPr>
          <p:cNvPr id="204" name="Google Shape;204;p20"/>
          <p:cNvGrpSpPr/>
          <p:nvPr/>
        </p:nvGrpSpPr>
        <p:grpSpPr>
          <a:xfrm>
            <a:off x="281250" y="281700"/>
            <a:ext cx="8581500" cy="4580100"/>
            <a:chOff x="281250" y="281700"/>
            <a:chExt cx="8581500" cy="4580100"/>
          </a:xfrm>
        </p:grpSpPr>
        <p:sp>
          <p:nvSpPr>
            <p:cNvPr id="205" name="Google Shape;205;p20"/>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20"/>
            <p:cNvGrpSpPr/>
            <p:nvPr/>
          </p:nvGrpSpPr>
          <p:grpSpPr>
            <a:xfrm>
              <a:off x="517475" y="382105"/>
              <a:ext cx="400500" cy="95700"/>
              <a:chOff x="517475" y="395577"/>
              <a:chExt cx="400500" cy="95700"/>
            </a:xfrm>
          </p:grpSpPr>
          <p:sp>
            <p:nvSpPr>
              <p:cNvPr id="207" name="Google Shape;207;p20"/>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0"/>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20"/>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1" name="Google Shape;211;p20"/>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212" name="Google Shape;212;p20"/>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13" name="Google Shape;213;p20"/>
          <p:cNvSpPr txBox="1">
            <a:spLocks noGrp="1"/>
          </p:cNvSpPr>
          <p:nvPr>
            <p:ph type="subTitle" idx="1"/>
          </p:nvPr>
        </p:nvSpPr>
        <p:spPr>
          <a:xfrm>
            <a:off x="4572037" y="1472900"/>
            <a:ext cx="3428400" cy="190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4" name="Google Shape;214;p20"/>
          <p:cNvSpPr txBox="1">
            <a:spLocks noGrp="1"/>
          </p:cNvSpPr>
          <p:nvPr>
            <p:ph type="subTitle" idx="2"/>
          </p:nvPr>
        </p:nvSpPr>
        <p:spPr>
          <a:xfrm>
            <a:off x="1143563" y="1472900"/>
            <a:ext cx="3428400" cy="190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4"/>
        <p:cNvGrpSpPr/>
        <p:nvPr/>
      </p:nvGrpSpPr>
      <p:grpSpPr>
        <a:xfrm>
          <a:off x="0" y="0"/>
          <a:ext cx="0" cy="0"/>
          <a:chOff x="0" y="0"/>
          <a:chExt cx="0" cy="0"/>
        </a:xfrm>
      </p:grpSpPr>
      <p:grpSp>
        <p:nvGrpSpPr>
          <p:cNvPr id="265" name="Google Shape;265;p24"/>
          <p:cNvGrpSpPr/>
          <p:nvPr/>
        </p:nvGrpSpPr>
        <p:grpSpPr>
          <a:xfrm>
            <a:off x="281250" y="281700"/>
            <a:ext cx="8581500" cy="4580100"/>
            <a:chOff x="281250" y="281700"/>
            <a:chExt cx="8581500" cy="4580100"/>
          </a:xfrm>
        </p:grpSpPr>
        <p:sp>
          <p:nvSpPr>
            <p:cNvPr id="266" name="Google Shape;266;p24"/>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 name="Google Shape;267;p24"/>
            <p:cNvGrpSpPr/>
            <p:nvPr/>
          </p:nvGrpSpPr>
          <p:grpSpPr>
            <a:xfrm>
              <a:off x="517475" y="382105"/>
              <a:ext cx="400500" cy="95700"/>
              <a:chOff x="517475" y="395577"/>
              <a:chExt cx="400500" cy="95700"/>
            </a:xfrm>
          </p:grpSpPr>
          <p:sp>
            <p:nvSpPr>
              <p:cNvPr id="268" name="Google Shape;268;p24"/>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4"/>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4"/>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 name="Google Shape;271;p24"/>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2" name="Google Shape;272;p24"/>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273" name="Google Shape;273;p24"/>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4" name="Google Shape;274;p24"/>
          <p:cNvSpPr txBox="1">
            <a:spLocks noGrp="1"/>
          </p:cNvSpPr>
          <p:nvPr>
            <p:ph type="subTitle" idx="1"/>
          </p:nvPr>
        </p:nvSpPr>
        <p:spPr>
          <a:xfrm>
            <a:off x="1277525" y="2175222"/>
            <a:ext cx="2962200" cy="6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24"/>
          <p:cNvSpPr txBox="1">
            <a:spLocks noGrp="1"/>
          </p:cNvSpPr>
          <p:nvPr>
            <p:ph type="subTitle" idx="2"/>
          </p:nvPr>
        </p:nvSpPr>
        <p:spPr>
          <a:xfrm>
            <a:off x="4904675" y="2175222"/>
            <a:ext cx="2962200" cy="6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24"/>
          <p:cNvSpPr txBox="1">
            <a:spLocks noGrp="1"/>
          </p:cNvSpPr>
          <p:nvPr>
            <p:ph type="subTitle" idx="3"/>
          </p:nvPr>
        </p:nvSpPr>
        <p:spPr>
          <a:xfrm>
            <a:off x="1277525" y="3934947"/>
            <a:ext cx="2962200" cy="6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7" name="Google Shape;277;p24"/>
          <p:cNvSpPr txBox="1">
            <a:spLocks noGrp="1"/>
          </p:cNvSpPr>
          <p:nvPr>
            <p:ph type="subTitle" idx="4"/>
          </p:nvPr>
        </p:nvSpPr>
        <p:spPr>
          <a:xfrm>
            <a:off x="4904675" y="3934947"/>
            <a:ext cx="2962200" cy="6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8" name="Google Shape;278;p24"/>
          <p:cNvSpPr txBox="1">
            <a:spLocks noGrp="1"/>
          </p:cNvSpPr>
          <p:nvPr>
            <p:ph type="subTitle" idx="5"/>
          </p:nvPr>
        </p:nvSpPr>
        <p:spPr>
          <a:xfrm>
            <a:off x="1277525" y="1854925"/>
            <a:ext cx="29622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9" name="Google Shape;279;p24"/>
          <p:cNvSpPr txBox="1">
            <a:spLocks noGrp="1"/>
          </p:cNvSpPr>
          <p:nvPr>
            <p:ph type="subTitle" idx="6"/>
          </p:nvPr>
        </p:nvSpPr>
        <p:spPr>
          <a:xfrm>
            <a:off x="4904678" y="1854925"/>
            <a:ext cx="29622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0" name="Google Shape;280;p24"/>
          <p:cNvSpPr txBox="1">
            <a:spLocks noGrp="1"/>
          </p:cNvSpPr>
          <p:nvPr>
            <p:ph type="subTitle" idx="7"/>
          </p:nvPr>
        </p:nvSpPr>
        <p:spPr>
          <a:xfrm>
            <a:off x="1277525" y="3614706"/>
            <a:ext cx="29622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1" name="Google Shape;281;p24"/>
          <p:cNvSpPr txBox="1">
            <a:spLocks noGrp="1"/>
          </p:cNvSpPr>
          <p:nvPr>
            <p:ph type="subTitle" idx="8"/>
          </p:nvPr>
        </p:nvSpPr>
        <p:spPr>
          <a:xfrm>
            <a:off x="4904678" y="3614706"/>
            <a:ext cx="29622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latin typeface="Montserrat"/>
                <a:ea typeface="Montserrat"/>
                <a:cs typeface="Montserrat"/>
                <a:sym typeface="Montserra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57"/>
        <p:cNvGrpSpPr/>
        <p:nvPr/>
      </p:nvGrpSpPr>
      <p:grpSpPr>
        <a:xfrm>
          <a:off x="0" y="0"/>
          <a:ext cx="0" cy="0"/>
          <a:chOff x="0" y="0"/>
          <a:chExt cx="0" cy="0"/>
        </a:xfrm>
      </p:grpSpPr>
      <p:grpSp>
        <p:nvGrpSpPr>
          <p:cNvPr id="458" name="Google Shape;458;p29"/>
          <p:cNvGrpSpPr/>
          <p:nvPr/>
        </p:nvGrpSpPr>
        <p:grpSpPr>
          <a:xfrm>
            <a:off x="281250" y="281700"/>
            <a:ext cx="8581500" cy="4580100"/>
            <a:chOff x="281250" y="281700"/>
            <a:chExt cx="8581500" cy="4580100"/>
          </a:xfrm>
        </p:grpSpPr>
        <p:sp>
          <p:nvSpPr>
            <p:cNvPr id="459" name="Google Shape;459;p29"/>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0" name="Google Shape;460;p29"/>
            <p:cNvGrpSpPr/>
            <p:nvPr/>
          </p:nvGrpSpPr>
          <p:grpSpPr>
            <a:xfrm>
              <a:off x="517475" y="382105"/>
              <a:ext cx="400500" cy="95700"/>
              <a:chOff x="517475" y="395577"/>
              <a:chExt cx="400500" cy="95700"/>
            </a:xfrm>
          </p:grpSpPr>
          <p:sp>
            <p:nvSpPr>
              <p:cNvPr id="461" name="Google Shape;461;p29"/>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4" name="Google Shape;464;p29"/>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5" name="Google Shape;465;p29"/>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grpSp>
        <p:nvGrpSpPr>
          <p:cNvPr id="466" name="Google Shape;466;p29"/>
          <p:cNvGrpSpPr/>
          <p:nvPr/>
        </p:nvGrpSpPr>
        <p:grpSpPr>
          <a:xfrm flipH="1">
            <a:off x="7258295" y="2477759"/>
            <a:ext cx="1172483" cy="2130823"/>
            <a:chOff x="1403000" y="292300"/>
            <a:chExt cx="2566732" cy="4664675"/>
          </a:xfrm>
        </p:grpSpPr>
        <p:sp>
          <p:nvSpPr>
            <p:cNvPr id="467" name="Google Shape;467;p29"/>
            <p:cNvSpPr/>
            <p:nvPr/>
          </p:nvSpPr>
          <p:spPr>
            <a:xfrm>
              <a:off x="2576566" y="4571564"/>
              <a:ext cx="1035537" cy="363600"/>
            </a:xfrm>
            <a:custGeom>
              <a:avLst/>
              <a:gdLst/>
              <a:ahLst/>
              <a:cxnLst/>
              <a:rect l="l" t="t" r="r" b="b"/>
              <a:pathLst>
                <a:path w="3466" h="1217" extrusionOk="0">
                  <a:moveTo>
                    <a:pt x="1483" y="1"/>
                  </a:moveTo>
                  <a:cubicBezTo>
                    <a:pt x="1349" y="1"/>
                    <a:pt x="1252" y="98"/>
                    <a:pt x="1252" y="232"/>
                  </a:cubicBezTo>
                  <a:lnTo>
                    <a:pt x="1252" y="366"/>
                  </a:lnTo>
                  <a:lnTo>
                    <a:pt x="0" y="597"/>
                  </a:lnTo>
                  <a:lnTo>
                    <a:pt x="97" y="1216"/>
                  </a:lnTo>
                  <a:lnTo>
                    <a:pt x="3294" y="615"/>
                  </a:lnTo>
                  <a:cubicBezTo>
                    <a:pt x="3392" y="597"/>
                    <a:pt x="3465" y="500"/>
                    <a:pt x="3465" y="384"/>
                  </a:cubicBezTo>
                  <a:lnTo>
                    <a:pt x="3465" y="232"/>
                  </a:lnTo>
                  <a:cubicBezTo>
                    <a:pt x="3465" y="98"/>
                    <a:pt x="3350" y="1"/>
                    <a:pt x="3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2559834" y="4555132"/>
              <a:ext cx="1070194" cy="396464"/>
            </a:xfrm>
            <a:custGeom>
              <a:avLst/>
              <a:gdLst/>
              <a:ahLst/>
              <a:cxnLst/>
              <a:rect l="l" t="t" r="r" b="b"/>
              <a:pathLst>
                <a:path w="3582" h="1327" extrusionOk="0">
                  <a:moveTo>
                    <a:pt x="3272" y="93"/>
                  </a:moveTo>
                  <a:cubicBezTo>
                    <a:pt x="3387" y="93"/>
                    <a:pt x="3484" y="190"/>
                    <a:pt x="3484" y="287"/>
                  </a:cubicBezTo>
                  <a:lnTo>
                    <a:pt x="3484" y="439"/>
                  </a:lnTo>
                  <a:cubicBezTo>
                    <a:pt x="3484" y="536"/>
                    <a:pt x="3424" y="615"/>
                    <a:pt x="3332" y="633"/>
                  </a:cubicBezTo>
                  <a:lnTo>
                    <a:pt x="3290" y="633"/>
                  </a:lnTo>
                  <a:lnTo>
                    <a:pt x="190" y="1211"/>
                  </a:lnTo>
                  <a:lnTo>
                    <a:pt x="116" y="693"/>
                  </a:lnTo>
                  <a:lnTo>
                    <a:pt x="1345" y="462"/>
                  </a:lnTo>
                  <a:lnTo>
                    <a:pt x="1345" y="287"/>
                  </a:lnTo>
                  <a:cubicBezTo>
                    <a:pt x="1345" y="190"/>
                    <a:pt x="1442" y="93"/>
                    <a:pt x="1539" y="93"/>
                  </a:cubicBezTo>
                  <a:close/>
                  <a:moveTo>
                    <a:pt x="1539" y="0"/>
                  </a:moveTo>
                  <a:cubicBezTo>
                    <a:pt x="1387" y="0"/>
                    <a:pt x="1253" y="134"/>
                    <a:pt x="1253" y="287"/>
                  </a:cubicBezTo>
                  <a:lnTo>
                    <a:pt x="1253" y="384"/>
                  </a:lnTo>
                  <a:lnTo>
                    <a:pt x="1" y="615"/>
                  </a:lnTo>
                  <a:lnTo>
                    <a:pt x="116" y="1326"/>
                  </a:lnTo>
                  <a:lnTo>
                    <a:pt x="3406" y="712"/>
                  </a:lnTo>
                  <a:lnTo>
                    <a:pt x="3406" y="670"/>
                  </a:lnTo>
                  <a:cubicBezTo>
                    <a:pt x="3484" y="633"/>
                    <a:pt x="3581" y="555"/>
                    <a:pt x="3581" y="439"/>
                  </a:cubicBezTo>
                  <a:lnTo>
                    <a:pt x="3581" y="287"/>
                  </a:lnTo>
                  <a:cubicBezTo>
                    <a:pt x="3581" y="134"/>
                    <a:pt x="3448" y="0"/>
                    <a:pt x="327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2029818" y="2933116"/>
              <a:ext cx="87241" cy="1880443"/>
            </a:xfrm>
            <a:custGeom>
              <a:avLst/>
              <a:gdLst/>
              <a:ahLst/>
              <a:cxnLst/>
              <a:rect l="l" t="t" r="r" b="b"/>
              <a:pathLst>
                <a:path w="292" h="6294" extrusionOk="0">
                  <a:moveTo>
                    <a:pt x="116" y="0"/>
                  </a:moveTo>
                  <a:cubicBezTo>
                    <a:pt x="42" y="0"/>
                    <a:pt x="0" y="37"/>
                    <a:pt x="0" y="116"/>
                  </a:cubicBezTo>
                  <a:lnTo>
                    <a:pt x="0" y="6159"/>
                  </a:lnTo>
                  <a:cubicBezTo>
                    <a:pt x="0" y="6238"/>
                    <a:pt x="42" y="6293"/>
                    <a:pt x="116" y="6293"/>
                  </a:cubicBezTo>
                  <a:lnTo>
                    <a:pt x="291" y="6293"/>
                  </a:lnTo>
                  <a:lnTo>
                    <a:pt x="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9"/>
            <p:cNvSpPr/>
            <p:nvPr/>
          </p:nvSpPr>
          <p:spPr>
            <a:xfrm>
              <a:off x="2013087" y="2915190"/>
              <a:ext cx="120404" cy="1909423"/>
            </a:xfrm>
            <a:custGeom>
              <a:avLst/>
              <a:gdLst/>
              <a:ahLst/>
              <a:cxnLst/>
              <a:rect l="l" t="t" r="r" b="b"/>
              <a:pathLst>
                <a:path w="403" h="6391" extrusionOk="0">
                  <a:moveTo>
                    <a:pt x="310" y="97"/>
                  </a:moveTo>
                  <a:lnTo>
                    <a:pt x="310" y="6298"/>
                  </a:lnTo>
                  <a:lnTo>
                    <a:pt x="172" y="6298"/>
                  </a:lnTo>
                  <a:cubicBezTo>
                    <a:pt x="135" y="6298"/>
                    <a:pt x="98" y="6256"/>
                    <a:pt x="98" y="6219"/>
                  </a:cubicBezTo>
                  <a:lnTo>
                    <a:pt x="98" y="176"/>
                  </a:lnTo>
                  <a:cubicBezTo>
                    <a:pt x="98" y="134"/>
                    <a:pt x="135" y="97"/>
                    <a:pt x="172" y="97"/>
                  </a:cubicBezTo>
                  <a:close/>
                  <a:moveTo>
                    <a:pt x="172" y="0"/>
                  </a:moveTo>
                  <a:cubicBezTo>
                    <a:pt x="79" y="0"/>
                    <a:pt x="1" y="79"/>
                    <a:pt x="1" y="176"/>
                  </a:cubicBezTo>
                  <a:lnTo>
                    <a:pt x="1" y="6219"/>
                  </a:lnTo>
                  <a:cubicBezTo>
                    <a:pt x="1" y="6316"/>
                    <a:pt x="79" y="6390"/>
                    <a:pt x="172" y="6390"/>
                  </a:cubicBezTo>
                  <a:lnTo>
                    <a:pt x="403" y="6390"/>
                  </a:lnTo>
                  <a:lnTo>
                    <a:pt x="40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9"/>
            <p:cNvSpPr/>
            <p:nvPr/>
          </p:nvSpPr>
          <p:spPr>
            <a:xfrm>
              <a:off x="2098834" y="2926245"/>
              <a:ext cx="921108" cy="1887314"/>
            </a:xfrm>
            <a:custGeom>
              <a:avLst/>
              <a:gdLst/>
              <a:ahLst/>
              <a:cxnLst/>
              <a:rect l="l" t="t" r="r" b="b"/>
              <a:pathLst>
                <a:path w="3083" h="6317" extrusionOk="0">
                  <a:moveTo>
                    <a:pt x="116" y="0"/>
                  </a:moveTo>
                  <a:cubicBezTo>
                    <a:pt x="60" y="0"/>
                    <a:pt x="0" y="60"/>
                    <a:pt x="0" y="116"/>
                  </a:cubicBezTo>
                  <a:lnTo>
                    <a:pt x="0" y="6201"/>
                  </a:lnTo>
                  <a:cubicBezTo>
                    <a:pt x="0" y="6279"/>
                    <a:pt x="60" y="6316"/>
                    <a:pt x="116" y="6316"/>
                  </a:cubicBezTo>
                  <a:lnTo>
                    <a:pt x="2985" y="5757"/>
                  </a:lnTo>
                  <a:cubicBezTo>
                    <a:pt x="3045" y="5757"/>
                    <a:pt x="3082" y="5702"/>
                    <a:pt x="3082" y="5642"/>
                  </a:cubicBezTo>
                  <a:lnTo>
                    <a:pt x="3082" y="485"/>
                  </a:lnTo>
                  <a:cubicBezTo>
                    <a:pt x="3082" y="425"/>
                    <a:pt x="3045" y="370"/>
                    <a:pt x="2985" y="370"/>
                  </a:cubicBezTo>
                  <a:lnTo>
                    <a:pt x="11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9"/>
            <p:cNvSpPr/>
            <p:nvPr/>
          </p:nvSpPr>
          <p:spPr>
            <a:xfrm>
              <a:off x="2082102" y="2914294"/>
              <a:ext cx="948894" cy="1913008"/>
            </a:xfrm>
            <a:custGeom>
              <a:avLst/>
              <a:gdLst/>
              <a:ahLst/>
              <a:cxnLst/>
              <a:rect l="l" t="t" r="r" b="b"/>
              <a:pathLst>
                <a:path w="3176" h="6403" extrusionOk="0">
                  <a:moveTo>
                    <a:pt x="172" y="100"/>
                  </a:moveTo>
                  <a:lnTo>
                    <a:pt x="3041" y="447"/>
                  </a:lnTo>
                  <a:cubicBezTo>
                    <a:pt x="3060" y="447"/>
                    <a:pt x="3083" y="484"/>
                    <a:pt x="3083" y="525"/>
                  </a:cubicBezTo>
                  <a:lnTo>
                    <a:pt x="3083" y="5682"/>
                  </a:lnTo>
                  <a:cubicBezTo>
                    <a:pt x="3083" y="5723"/>
                    <a:pt x="3060" y="5760"/>
                    <a:pt x="3041" y="5760"/>
                  </a:cubicBezTo>
                  <a:lnTo>
                    <a:pt x="153" y="6301"/>
                  </a:lnTo>
                  <a:lnTo>
                    <a:pt x="116" y="6301"/>
                  </a:lnTo>
                  <a:cubicBezTo>
                    <a:pt x="116" y="6278"/>
                    <a:pt x="98" y="6259"/>
                    <a:pt x="98" y="6241"/>
                  </a:cubicBezTo>
                  <a:lnTo>
                    <a:pt x="98" y="156"/>
                  </a:lnTo>
                  <a:cubicBezTo>
                    <a:pt x="98" y="119"/>
                    <a:pt x="135" y="100"/>
                    <a:pt x="172" y="100"/>
                  </a:cubicBezTo>
                  <a:close/>
                  <a:moveTo>
                    <a:pt x="149" y="0"/>
                  </a:moveTo>
                  <a:cubicBezTo>
                    <a:pt x="80" y="0"/>
                    <a:pt x="1" y="72"/>
                    <a:pt x="1" y="156"/>
                  </a:cubicBezTo>
                  <a:lnTo>
                    <a:pt x="1" y="6241"/>
                  </a:lnTo>
                  <a:cubicBezTo>
                    <a:pt x="1" y="6301"/>
                    <a:pt x="19" y="6338"/>
                    <a:pt x="56" y="6356"/>
                  </a:cubicBezTo>
                  <a:cubicBezTo>
                    <a:pt x="86" y="6383"/>
                    <a:pt x="114" y="6403"/>
                    <a:pt x="141" y="6403"/>
                  </a:cubicBezTo>
                  <a:cubicBezTo>
                    <a:pt x="151" y="6403"/>
                    <a:pt x="162" y="6400"/>
                    <a:pt x="172" y="6393"/>
                  </a:cubicBezTo>
                  <a:lnTo>
                    <a:pt x="3060" y="5857"/>
                  </a:lnTo>
                  <a:cubicBezTo>
                    <a:pt x="3138" y="5839"/>
                    <a:pt x="3175" y="5760"/>
                    <a:pt x="3175" y="5682"/>
                  </a:cubicBezTo>
                  <a:lnTo>
                    <a:pt x="3175" y="525"/>
                  </a:lnTo>
                  <a:cubicBezTo>
                    <a:pt x="3175" y="447"/>
                    <a:pt x="3138" y="368"/>
                    <a:pt x="3060" y="350"/>
                  </a:cubicBezTo>
                  <a:lnTo>
                    <a:pt x="172" y="3"/>
                  </a:lnTo>
                  <a:cubicBezTo>
                    <a:pt x="164" y="1"/>
                    <a:pt x="157" y="0"/>
                    <a:pt x="14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9"/>
            <p:cNvSpPr/>
            <p:nvPr/>
          </p:nvSpPr>
          <p:spPr>
            <a:xfrm>
              <a:off x="1415548" y="735374"/>
              <a:ext cx="183744" cy="3773135"/>
            </a:xfrm>
            <a:custGeom>
              <a:avLst/>
              <a:gdLst/>
              <a:ahLst/>
              <a:cxnLst/>
              <a:rect l="l" t="t" r="r" b="b"/>
              <a:pathLst>
                <a:path w="615" h="12629" extrusionOk="0">
                  <a:moveTo>
                    <a:pt x="250" y="0"/>
                  </a:moveTo>
                  <a:cubicBezTo>
                    <a:pt x="116" y="0"/>
                    <a:pt x="0" y="97"/>
                    <a:pt x="0" y="231"/>
                  </a:cubicBezTo>
                  <a:lnTo>
                    <a:pt x="0" y="12397"/>
                  </a:lnTo>
                  <a:cubicBezTo>
                    <a:pt x="0" y="12531"/>
                    <a:pt x="116" y="12628"/>
                    <a:pt x="250" y="12628"/>
                  </a:cubicBezTo>
                  <a:lnTo>
                    <a:pt x="615" y="12628"/>
                  </a:lnTo>
                  <a:lnTo>
                    <a:pt x="61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9"/>
            <p:cNvSpPr/>
            <p:nvPr/>
          </p:nvSpPr>
          <p:spPr>
            <a:xfrm>
              <a:off x="1403000" y="717448"/>
              <a:ext cx="207346" cy="3808987"/>
            </a:xfrm>
            <a:custGeom>
              <a:avLst/>
              <a:gdLst/>
              <a:ahLst/>
              <a:cxnLst/>
              <a:rect l="l" t="t" r="r" b="b"/>
              <a:pathLst>
                <a:path w="694" h="12749" extrusionOk="0">
                  <a:moveTo>
                    <a:pt x="597" y="97"/>
                  </a:moveTo>
                  <a:lnTo>
                    <a:pt x="597" y="12651"/>
                  </a:lnTo>
                  <a:lnTo>
                    <a:pt x="292" y="12651"/>
                  </a:lnTo>
                  <a:cubicBezTo>
                    <a:pt x="176" y="12651"/>
                    <a:pt x="98" y="12554"/>
                    <a:pt x="98" y="12457"/>
                  </a:cubicBezTo>
                  <a:lnTo>
                    <a:pt x="98" y="291"/>
                  </a:lnTo>
                  <a:cubicBezTo>
                    <a:pt x="98" y="194"/>
                    <a:pt x="176" y="97"/>
                    <a:pt x="292" y="97"/>
                  </a:cubicBezTo>
                  <a:close/>
                  <a:moveTo>
                    <a:pt x="292" y="0"/>
                  </a:moveTo>
                  <a:cubicBezTo>
                    <a:pt x="116" y="0"/>
                    <a:pt x="1" y="139"/>
                    <a:pt x="1" y="291"/>
                  </a:cubicBezTo>
                  <a:lnTo>
                    <a:pt x="1" y="12457"/>
                  </a:lnTo>
                  <a:cubicBezTo>
                    <a:pt x="1" y="12614"/>
                    <a:pt x="116" y="12748"/>
                    <a:pt x="292" y="12748"/>
                  </a:cubicBezTo>
                  <a:lnTo>
                    <a:pt x="694" y="12748"/>
                  </a:lnTo>
                  <a:lnTo>
                    <a:pt x="69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9"/>
            <p:cNvSpPr/>
            <p:nvPr/>
          </p:nvSpPr>
          <p:spPr>
            <a:xfrm>
              <a:off x="1558958" y="729697"/>
              <a:ext cx="2024167" cy="3785384"/>
            </a:xfrm>
            <a:custGeom>
              <a:avLst/>
              <a:gdLst/>
              <a:ahLst/>
              <a:cxnLst/>
              <a:rect l="l" t="t" r="r" b="b"/>
              <a:pathLst>
                <a:path w="6775" h="12670" extrusionOk="0">
                  <a:moveTo>
                    <a:pt x="250" y="1"/>
                  </a:moveTo>
                  <a:cubicBezTo>
                    <a:pt x="116" y="1"/>
                    <a:pt x="1" y="98"/>
                    <a:pt x="1" y="232"/>
                  </a:cubicBezTo>
                  <a:lnTo>
                    <a:pt x="1" y="12458"/>
                  </a:lnTo>
                  <a:cubicBezTo>
                    <a:pt x="1" y="12578"/>
                    <a:pt x="94" y="12669"/>
                    <a:pt x="211" y="12669"/>
                  </a:cubicBezTo>
                  <a:cubicBezTo>
                    <a:pt x="224" y="12669"/>
                    <a:pt x="237" y="12668"/>
                    <a:pt x="250" y="12666"/>
                  </a:cubicBezTo>
                  <a:lnTo>
                    <a:pt x="6585" y="11552"/>
                  </a:lnTo>
                  <a:cubicBezTo>
                    <a:pt x="6682" y="11534"/>
                    <a:pt x="6774" y="11418"/>
                    <a:pt x="6774" y="11303"/>
                  </a:cubicBezTo>
                  <a:lnTo>
                    <a:pt x="6774" y="943"/>
                  </a:lnTo>
                  <a:cubicBezTo>
                    <a:pt x="6774" y="828"/>
                    <a:pt x="6682" y="731"/>
                    <a:pt x="6585" y="712"/>
                  </a:cubicBezTo>
                  <a:lnTo>
                    <a:pt x="2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9"/>
            <p:cNvSpPr/>
            <p:nvPr/>
          </p:nvSpPr>
          <p:spPr>
            <a:xfrm>
              <a:off x="1546708" y="716850"/>
              <a:ext cx="2048666" cy="3811676"/>
            </a:xfrm>
            <a:custGeom>
              <a:avLst/>
              <a:gdLst/>
              <a:ahLst/>
              <a:cxnLst/>
              <a:rect l="l" t="t" r="r" b="b"/>
              <a:pathLst>
                <a:path w="6857" h="12758" extrusionOk="0">
                  <a:moveTo>
                    <a:pt x="258" y="97"/>
                  </a:moveTo>
                  <a:cubicBezTo>
                    <a:pt x="269" y="97"/>
                    <a:pt x="280" y="97"/>
                    <a:pt x="291" y="99"/>
                  </a:cubicBezTo>
                  <a:lnTo>
                    <a:pt x="6626" y="811"/>
                  </a:lnTo>
                  <a:cubicBezTo>
                    <a:pt x="6700" y="811"/>
                    <a:pt x="6760" y="889"/>
                    <a:pt x="6760" y="986"/>
                  </a:cubicBezTo>
                  <a:lnTo>
                    <a:pt x="6760" y="11346"/>
                  </a:lnTo>
                  <a:cubicBezTo>
                    <a:pt x="6760" y="11438"/>
                    <a:pt x="6700" y="11535"/>
                    <a:pt x="6626" y="11554"/>
                  </a:cubicBezTo>
                  <a:lnTo>
                    <a:pt x="291" y="12653"/>
                  </a:lnTo>
                  <a:cubicBezTo>
                    <a:pt x="275" y="12658"/>
                    <a:pt x="259" y="12661"/>
                    <a:pt x="244" y="12661"/>
                  </a:cubicBezTo>
                  <a:cubicBezTo>
                    <a:pt x="204" y="12661"/>
                    <a:pt x="171" y="12643"/>
                    <a:pt x="157" y="12616"/>
                  </a:cubicBezTo>
                  <a:cubicBezTo>
                    <a:pt x="116" y="12593"/>
                    <a:pt x="97" y="12556"/>
                    <a:pt x="97" y="12501"/>
                  </a:cubicBezTo>
                  <a:lnTo>
                    <a:pt x="97" y="275"/>
                  </a:lnTo>
                  <a:cubicBezTo>
                    <a:pt x="97" y="171"/>
                    <a:pt x="161" y="97"/>
                    <a:pt x="258" y="97"/>
                  </a:cubicBezTo>
                  <a:close/>
                  <a:moveTo>
                    <a:pt x="274" y="0"/>
                  </a:moveTo>
                  <a:cubicBezTo>
                    <a:pt x="120" y="0"/>
                    <a:pt x="0" y="112"/>
                    <a:pt x="0" y="275"/>
                  </a:cubicBezTo>
                  <a:lnTo>
                    <a:pt x="0" y="12501"/>
                  </a:lnTo>
                  <a:cubicBezTo>
                    <a:pt x="0" y="12575"/>
                    <a:pt x="23" y="12653"/>
                    <a:pt x="79" y="12690"/>
                  </a:cubicBezTo>
                  <a:cubicBezTo>
                    <a:pt x="124" y="12736"/>
                    <a:pt x="177" y="12757"/>
                    <a:pt x="242" y="12757"/>
                  </a:cubicBezTo>
                  <a:cubicBezTo>
                    <a:pt x="263" y="12757"/>
                    <a:pt x="286" y="12755"/>
                    <a:pt x="310" y="12750"/>
                  </a:cubicBezTo>
                  <a:lnTo>
                    <a:pt x="6644" y="11651"/>
                  </a:lnTo>
                  <a:cubicBezTo>
                    <a:pt x="6760" y="11614"/>
                    <a:pt x="6857" y="11498"/>
                    <a:pt x="6857" y="11346"/>
                  </a:cubicBezTo>
                  <a:lnTo>
                    <a:pt x="6857" y="986"/>
                  </a:lnTo>
                  <a:cubicBezTo>
                    <a:pt x="6857" y="852"/>
                    <a:pt x="6760" y="718"/>
                    <a:pt x="6626" y="718"/>
                  </a:cubicBezTo>
                  <a:lnTo>
                    <a:pt x="310" y="2"/>
                  </a:lnTo>
                  <a:cubicBezTo>
                    <a:pt x="298" y="1"/>
                    <a:pt x="286" y="0"/>
                    <a:pt x="27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9"/>
            <p:cNvSpPr/>
            <p:nvPr/>
          </p:nvSpPr>
          <p:spPr>
            <a:xfrm>
              <a:off x="1656954" y="867131"/>
              <a:ext cx="1851478" cy="3504244"/>
            </a:xfrm>
            <a:custGeom>
              <a:avLst/>
              <a:gdLst/>
              <a:ahLst/>
              <a:cxnLst/>
              <a:rect l="l" t="t" r="r" b="b"/>
              <a:pathLst>
                <a:path w="6197" h="11729" extrusionOk="0">
                  <a:moveTo>
                    <a:pt x="216" y="1"/>
                  </a:moveTo>
                  <a:cubicBezTo>
                    <a:pt x="97" y="1"/>
                    <a:pt x="1" y="89"/>
                    <a:pt x="1" y="215"/>
                  </a:cubicBezTo>
                  <a:lnTo>
                    <a:pt x="1" y="11536"/>
                  </a:lnTo>
                  <a:cubicBezTo>
                    <a:pt x="1" y="11656"/>
                    <a:pt x="94" y="11728"/>
                    <a:pt x="210" y="11728"/>
                  </a:cubicBezTo>
                  <a:cubicBezTo>
                    <a:pt x="223" y="11728"/>
                    <a:pt x="237" y="11727"/>
                    <a:pt x="250" y="11725"/>
                  </a:cubicBezTo>
                  <a:lnTo>
                    <a:pt x="6026" y="10783"/>
                  </a:lnTo>
                  <a:cubicBezTo>
                    <a:pt x="6123" y="10764"/>
                    <a:pt x="6197" y="10649"/>
                    <a:pt x="6197" y="10552"/>
                  </a:cubicBezTo>
                  <a:lnTo>
                    <a:pt x="6197" y="811"/>
                  </a:lnTo>
                  <a:cubicBezTo>
                    <a:pt x="6197" y="696"/>
                    <a:pt x="6123" y="599"/>
                    <a:pt x="6026" y="580"/>
                  </a:cubicBezTo>
                  <a:lnTo>
                    <a:pt x="250" y="3"/>
                  </a:lnTo>
                  <a:cubicBezTo>
                    <a:pt x="239" y="1"/>
                    <a:pt x="227" y="1"/>
                    <a:pt x="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9"/>
            <p:cNvSpPr/>
            <p:nvPr/>
          </p:nvSpPr>
          <p:spPr>
            <a:xfrm>
              <a:off x="1644704" y="849504"/>
              <a:ext cx="1881653" cy="3539499"/>
            </a:xfrm>
            <a:custGeom>
              <a:avLst/>
              <a:gdLst/>
              <a:ahLst/>
              <a:cxnLst/>
              <a:rect l="l" t="t" r="r" b="b"/>
              <a:pathLst>
                <a:path w="6298" h="11847" extrusionOk="0">
                  <a:moveTo>
                    <a:pt x="273" y="99"/>
                  </a:moveTo>
                  <a:lnTo>
                    <a:pt x="6067" y="695"/>
                  </a:lnTo>
                  <a:cubicBezTo>
                    <a:pt x="6122" y="695"/>
                    <a:pt x="6201" y="773"/>
                    <a:pt x="6201" y="870"/>
                  </a:cubicBezTo>
                  <a:lnTo>
                    <a:pt x="6201" y="10611"/>
                  </a:lnTo>
                  <a:cubicBezTo>
                    <a:pt x="6201" y="10689"/>
                    <a:pt x="6122" y="10786"/>
                    <a:pt x="6067" y="10786"/>
                  </a:cubicBezTo>
                  <a:lnTo>
                    <a:pt x="273" y="11747"/>
                  </a:lnTo>
                  <a:cubicBezTo>
                    <a:pt x="263" y="11749"/>
                    <a:pt x="254" y="11750"/>
                    <a:pt x="244" y="11750"/>
                  </a:cubicBezTo>
                  <a:cubicBezTo>
                    <a:pt x="161" y="11750"/>
                    <a:pt x="97" y="11678"/>
                    <a:pt x="97" y="11595"/>
                  </a:cubicBezTo>
                  <a:lnTo>
                    <a:pt x="97" y="274"/>
                  </a:lnTo>
                  <a:cubicBezTo>
                    <a:pt x="97" y="159"/>
                    <a:pt x="176" y="99"/>
                    <a:pt x="273" y="99"/>
                  </a:cubicBezTo>
                  <a:close/>
                  <a:moveTo>
                    <a:pt x="262" y="0"/>
                  </a:moveTo>
                  <a:cubicBezTo>
                    <a:pt x="118" y="0"/>
                    <a:pt x="0" y="127"/>
                    <a:pt x="0" y="274"/>
                  </a:cubicBezTo>
                  <a:lnTo>
                    <a:pt x="0" y="11595"/>
                  </a:lnTo>
                  <a:cubicBezTo>
                    <a:pt x="0" y="11736"/>
                    <a:pt x="116" y="11846"/>
                    <a:pt x="258" y="11846"/>
                  </a:cubicBezTo>
                  <a:cubicBezTo>
                    <a:pt x="269" y="11846"/>
                    <a:pt x="280" y="11846"/>
                    <a:pt x="291" y="11844"/>
                  </a:cubicBezTo>
                  <a:lnTo>
                    <a:pt x="6067" y="10879"/>
                  </a:lnTo>
                  <a:cubicBezTo>
                    <a:pt x="6201" y="10860"/>
                    <a:pt x="6298" y="10745"/>
                    <a:pt x="6298" y="10611"/>
                  </a:cubicBezTo>
                  <a:lnTo>
                    <a:pt x="6298" y="870"/>
                  </a:lnTo>
                  <a:cubicBezTo>
                    <a:pt x="6298" y="736"/>
                    <a:pt x="6201" y="621"/>
                    <a:pt x="6067" y="598"/>
                  </a:cubicBezTo>
                  <a:lnTo>
                    <a:pt x="291" y="2"/>
                  </a:lnTo>
                  <a:cubicBezTo>
                    <a:pt x="281" y="1"/>
                    <a:pt x="272" y="0"/>
                    <a:pt x="26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9"/>
            <p:cNvSpPr/>
            <p:nvPr/>
          </p:nvSpPr>
          <p:spPr>
            <a:xfrm>
              <a:off x="1989783" y="4749630"/>
              <a:ext cx="661477" cy="190912"/>
            </a:xfrm>
            <a:custGeom>
              <a:avLst/>
              <a:gdLst/>
              <a:ahLst/>
              <a:cxnLst/>
              <a:rect l="l" t="t" r="r" b="b"/>
              <a:pathLst>
                <a:path w="2214" h="639" extrusionOk="0">
                  <a:moveTo>
                    <a:pt x="231" y="1"/>
                  </a:moveTo>
                  <a:cubicBezTo>
                    <a:pt x="97" y="1"/>
                    <a:pt x="0" y="116"/>
                    <a:pt x="0" y="250"/>
                  </a:cubicBezTo>
                  <a:lnTo>
                    <a:pt x="0" y="407"/>
                  </a:lnTo>
                  <a:cubicBezTo>
                    <a:pt x="0" y="541"/>
                    <a:pt x="97" y="639"/>
                    <a:pt x="231" y="639"/>
                  </a:cubicBezTo>
                  <a:lnTo>
                    <a:pt x="1964" y="639"/>
                  </a:lnTo>
                  <a:cubicBezTo>
                    <a:pt x="2098" y="639"/>
                    <a:pt x="2214" y="541"/>
                    <a:pt x="2214" y="407"/>
                  </a:cubicBezTo>
                  <a:lnTo>
                    <a:pt x="2214" y="250"/>
                  </a:lnTo>
                  <a:cubicBezTo>
                    <a:pt x="2214" y="116"/>
                    <a:pt x="2098" y="1"/>
                    <a:pt x="19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9"/>
            <p:cNvSpPr/>
            <p:nvPr/>
          </p:nvSpPr>
          <p:spPr>
            <a:xfrm>
              <a:off x="1973052" y="4738576"/>
              <a:ext cx="690756" cy="218399"/>
            </a:xfrm>
            <a:custGeom>
              <a:avLst/>
              <a:gdLst/>
              <a:ahLst/>
              <a:cxnLst/>
              <a:rect l="l" t="t" r="r" b="b"/>
              <a:pathLst>
                <a:path w="2312" h="731" extrusionOk="0">
                  <a:moveTo>
                    <a:pt x="2020" y="98"/>
                  </a:moveTo>
                  <a:cubicBezTo>
                    <a:pt x="2136" y="98"/>
                    <a:pt x="2233" y="172"/>
                    <a:pt x="2233" y="287"/>
                  </a:cubicBezTo>
                  <a:lnTo>
                    <a:pt x="2233" y="444"/>
                  </a:lnTo>
                  <a:cubicBezTo>
                    <a:pt x="2233" y="542"/>
                    <a:pt x="2136" y="634"/>
                    <a:pt x="2020" y="634"/>
                  </a:cubicBezTo>
                  <a:lnTo>
                    <a:pt x="287" y="634"/>
                  </a:lnTo>
                  <a:cubicBezTo>
                    <a:pt x="190" y="634"/>
                    <a:pt x="98" y="542"/>
                    <a:pt x="98" y="444"/>
                  </a:cubicBezTo>
                  <a:lnTo>
                    <a:pt x="98" y="287"/>
                  </a:lnTo>
                  <a:cubicBezTo>
                    <a:pt x="98" y="172"/>
                    <a:pt x="190" y="98"/>
                    <a:pt x="287" y="98"/>
                  </a:cubicBezTo>
                  <a:close/>
                  <a:moveTo>
                    <a:pt x="287" y="1"/>
                  </a:moveTo>
                  <a:cubicBezTo>
                    <a:pt x="135" y="1"/>
                    <a:pt x="1" y="135"/>
                    <a:pt x="1" y="287"/>
                  </a:cubicBezTo>
                  <a:lnTo>
                    <a:pt x="1" y="444"/>
                  </a:lnTo>
                  <a:cubicBezTo>
                    <a:pt x="1" y="597"/>
                    <a:pt x="135" y="731"/>
                    <a:pt x="287" y="731"/>
                  </a:cubicBezTo>
                  <a:lnTo>
                    <a:pt x="2020" y="731"/>
                  </a:lnTo>
                  <a:cubicBezTo>
                    <a:pt x="2196" y="731"/>
                    <a:pt x="2311" y="597"/>
                    <a:pt x="2311" y="444"/>
                  </a:cubicBezTo>
                  <a:lnTo>
                    <a:pt x="2311" y="287"/>
                  </a:lnTo>
                  <a:cubicBezTo>
                    <a:pt x="2311" y="135"/>
                    <a:pt x="2196" y="1"/>
                    <a:pt x="202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9"/>
            <p:cNvSpPr/>
            <p:nvPr/>
          </p:nvSpPr>
          <p:spPr>
            <a:xfrm>
              <a:off x="2047744" y="4566186"/>
              <a:ext cx="1489667" cy="183742"/>
            </a:xfrm>
            <a:custGeom>
              <a:avLst/>
              <a:gdLst/>
              <a:ahLst/>
              <a:cxnLst/>
              <a:rect l="l" t="t" r="r" b="b"/>
              <a:pathLst>
                <a:path w="4986" h="615" extrusionOk="0">
                  <a:moveTo>
                    <a:pt x="3387" y="0"/>
                  </a:moveTo>
                  <a:lnTo>
                    <a:pt x="0" y="615"/>
                  </a:lnTo>
                  <a:lnTo>
                    <a:pt x="1770" y="615"/>
                  </a:lnTo>
                  <a:lnTo>
                    <a:pt x="4986" y="19"/>
                  </a:lnTo>
                  <a:lnTo>
                    <a:pt x="33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9"/>
            <p:cNvSpPr/>
            <p:nvPr/>
          </p:nvSpPr>
          <p:spPr>
            <a:xfrm>
              <a:off x="2042067" y="4555132"/>
              <a:ext cx="1501020" cy="212722"/>
            </a:xfrm>
            <a:custGeom>
              <a:avLst/>
              <a:gdLst/>
              <a:ahLst/>
              <a:cxnLst/>
              <a:rect l="l" t="t" r="r" b="b"/>
              <a:pathLst>
                <a:path w="5024" h="712" extrusionOk="0">
                  <a:moveTo>
                    <a:pt x="4524" y="93"/>
                  </a:moveTo>
                  <a:lnTo>
                    <a:pt x="1789" y="615"/>
                  </a:lnTo>
                  <a:lnTo>
                    <a:pt x="537" y="615"/>
                  </a:lnTo>
                  <a:lnTo>
                    <a:pt x="3425" y="93"/>
                  </a:lnTo>
                  <a:close/>
                  <a:moveTo>
                    <a:pt x="3406" y="0"/>
                  </a:moveTo>
                  <a:lnTo>
                    <a:pt x="1" y="615"/>
                  </a:lnTo>
                  <a:lnTo>
                    <a:pt x="19" y="712"/>
                  </a:lnTo>
                  <a:lnTo>
                    <a:pt x="1789" y="712"/>
                  </a:lnTo>
                  <a:lnTo>
                    <a:pt x="5023" y="93"/>
                  </a:lnTo>
                  <a:lnTo>
                    <a:pt x="500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9"/>
            <p:cNvSpPr/>
            <p:nvPr/>
          </p:nvSpPr>
          <p:spPr>
            <a:xfrm>
              <a:off x="3433734" y="1154845"/>
              <a:ext cx="40334" cy="420067"/>
            </a:xfrm>
            <a:custGeom>
              <a:avLst/>
              <a:gdLst/>
              <a:ahLst/>
              <a:cxnLst/>
              <a:rect l="l" t="t" r="r" b="b"/>
              <a:pathLst>
                <a:path w="135" h="1406" extrusionOk="0">
                  <a:moveTo>
                    <a:pt x="19" y="1"/>
                  </a:moveTo>
                  <a:cubicBezTo>
                    <a:pt x="0" y="19"/>
                    <a:pt x="0" y="19"/>
                    <a:pt x="0" y="61"/>
                  </a:cubicBezTo>
                  <a:cubicBezTo>
                    <a:pt x="60" y="481"/>
                    <a:pt x="60" y="925"/>
                    <a:pt x="0" y="1369"/>
                  </a:cubicBezTo>
                  <a:cubicBezTo>
                    <a:pt x="0" y="1387"/>
                    <a:pt x="19" y="1406"/>
                    <a:pt x="37" y="1406"/>
                  </a:cubicBezTo>
                  <a:cubicBezTo>
                    <a:pt x="60" y="1406"/>
                    <a:pt x="79" y="1387"/>
                    <a:pt x="79" y="1369"/>
                  </a:cubicBezTo>
                  <a:cubicBezTo>
                    <a:pt x="116" y="925"/>
                    <a:pt x="134" y="481"/>
                    <a:pt x="60" y="38"/>
                  </a:cubicBezTo>
                  <a:cubicBezTo>
                    <a:pt x="60" y="19"/>
                    <a:pt x="37" y="1"/>
                    <a:pt x="1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9"/>
            <p:cNvSpPr/>
            <p:nvPr/>
          </p:nvSpPr>
          <p:spPr>
            <a:xfrm>
              <a:off x="3364719" y="1143791"/>
              <a:ext cx="23603" cy="98593"/>
            </a:xfrm>
            <a:custGeom>
              <a:avLst/>
              <a:gdLst/>
              <a:ahLst/>
              <a:cxnLst/>
              <a:rect l="l" t="t" r="r" b="b"/>
              <a:pathLst>
                <a:path w="79" h="330" extrusionOk="0">
                  <a:moveTo>
                    <a:pt x="37" y="1"/>
                  </a:moveTo>
                  <a:cubicBezTo>
                    <a:pt x="19" y="1"/>
                    <a:pt x="0" y="19"/>
                    <a:pt x="0" y="38"/>
                  </a:cubicBezTo>
                  <a:lnTo>
                    <a:pt x="0" y="287"/>
                  </a:lnTo>
                  <a:cubicBezTo>
                    <a:pt x="0" y="306"/>
                    <a:pt x="19" y="329"/>
                    <a:pt x="37" y="329"/>
                  </a:cubicBezTo>
                  <a:cubicBezTo>
                    <a:pt x="60" y="329"/>
                    <a:pt x="79" y="306"/>
                    <a:pt x="79" y="287"/>
                  </a:cubicBezTo>
                  <a:lnTo>
                    <a:pt x="79" y="38"/>
                  </a:lnTo>
                  <a:cubicBezTo>
                    <a:pt x="79" y="19"/>
                    <a:pt x="60" y="1"/>
                    <a:pt x="3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1995161" y="303354"/>
              <a:ext cx="1956645" cy="2744478"/>
            </a:xfrm>
            <a:custGeom>
              <a:avLst/>
              <a:gdLst/>
              <a:ahLst/>
              <a:cxnLst/>
              <a:rect l="l" t="t" r="r" b="b"/>
              <a:pathLst>
                <a:path w="6549" h="9186" extrusionOk="0">
                  <a:moveTo>
                    <a:pt x="176" y="0"/>
                  </a:moveTo>
                  <a:cubicBezTo>
                    <a:pt x="79" y="0"/>
                    <a:pt x="1" y="79"/>
                    <a:pt x="1" y="157"/>
                  </a:cubicBezTo>
                  <a:lnTo>
                    <a:pt x="1" y="9010"/>
                  </a:lnTo>
                  <a:cubicBezTo>
                    <a:pt x="1" y="9107"/>
                    <a:pt x="79" y="9186"/>
                    <a:pt x="176" y="9186"/>
                  </a:cubicBezTo>
                  <a:lnTo>
                    <a:pt x="6396" y="9186"/>
                  </a:lnTo>
                  <a:cubicBezTo>
                    <a:pt x="6493" y="9186"/>
                    <a:pt x="6548" y="9107"/>
                    <a:pt x="6548" y="9010"/>
                  </a:cubicBezTo>
                  <a:lnTo>
                    <a:pt x="6548" y="157"/>
                  </a:lnTo>
                  <a:cubicBezTo>
                    <a:pt x="6548" y="79"/>
                    <a:pt x="6493" y="0"/>
                    <a:pt x="6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9"/>
            <p:cNvSpPr/>
            <p:nvPr/>
          </p:nvSpPr>
          <p:spPr>
            <a:xfrm>
              <a:off x="1984106" y="292300"/>
              <a:ext cx="1985625" cy="2766587"/>
            </a:xfrm>
            <a:custGeom>
              <a:avLst/>
              <a:gdLst/>
              <a:ahLst/>
              <a:cxnLst/>
              <a:rect l="l" t="t" r="r" b="b"/>
              <a:pathLst>
                <a:path w="6646" h="9260" extrusionOk="0">
                  <a:moveTo>
                    <a:pt x="6433" y="97"/>
                  </a:moveTo>
                  <a:cubicBezTo>
                    <a:pt x="6488" y="97"/>
                    <a:pt x="6548" y="134"/>
                    <a:pt x="6548" y="194"/>
                  </a:cubicBezTo>
                  <a:lnTo>
                    <a:pt x="6548" y="9047"/>
                  </a:lnTo>
                  <a:cubicBezTo>
                    <a:pt x="6548" y="9126"/>
                    <a:pt x="6488" y="9163"/>
                    <a:pt x="6433" y="9163"/>
                  </a:cubicBezTo>
                  <a:lnTo>
                    <a:pt x="213" y="9163"/>
                  </a:lnTo>
                  <a:cubicBezTo>
                    <a:pt x="135" y="9163"/>
                    <a:pt x="98" y="9126"/>
                    <a:pt x="98" y="9047"/>
                  </a:cubicBezTo>
                  <a:lnTo>
                    <a:pt x="98" y="194"/>
                  </a:lnTo>
                  <a:cubicBezTo>
                    <a:pt x="98" y="134"/>
                    <a:pt x="135" y="97"/>
                    <a:pt x="213" y="97"/>
                  </a:cubicBezTo>
                  <a:close/>
                  <a:moveTo>
                    <a:pt x="213" y="0"/>
                  </a:moveTo>
                  <a:cubicBezTo>
                    <a:pt x="98" y="0"/>
                    <a:pt x="1" y="97"/>
                    <a:pt x="1" y="194"/>
                  </a:cubicBezTo>
                  <a:lnTo>
                    <a:pt x="1" y="9047"/>
                  </a:lnTo>
                  <a:cubicBezTo>
                    <a:pt x="1" y="9163"/>
                    <a:pt x="98" y="9260"/>
                    <a:pt x="213" y="9260"/>
                  </a:cubicBezTo>
                  <a:lnTo>
                    <a:pt x="6433" y="9260"/>
                  </a:lnTo>
                  <a:cubicBezTo>
                    <a:pt x="6548" y="9260"/>
                    <a:pt x="6645" y="9163"/>
                    <a:pt x="6645" y="9047"/>
                  </a:cubicBezTo>
                  <a:lnTo>
                    <a:pt x="6645" y="194"/>
                  </a:lnTo>
                  <a:cubicBezTo>
                    <a:pt x="6645" y="97"/>
                    <a:pt x="6548" y="0"/>
                    <a:pt x="643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9"/>
            <p:cNvSpPr/>
            <p:nvPr/>
          </p:nvSpPr>
          <p:spPr>
            <a:xfrm>
              <a:off x="1995161" y="303354"/>
              <a:ext cx="1956645" cy="207345"/>
            </a:xfrm>
            <a:custGeom>
              <a:avLst/>
              <a:gdLst/>
              <a:ahLst/>
              <a:cxnLst/>
              <a:rect l="l" t="t" r="r" b="b"/>
              <a:pathLst>
                <a:path w="6549" h="694" extrusionOk="0">
                  <a:moveTo>
                    <a:pt x="176" y="0"/>
                  </a:moveTo>
                  <a:cubicBezTo>
                    <a:pt x="79" y="0"/>
                    <a:pt x="1" y="79"/>
                    <a:pt x="1" y="157"/>
                  </a:cubicBezTo>
                  <a:lnTo>
                    <a:pt x="1" y="693"/>
                  </a:lnTo>
                  <a:lnTo>
                    <a:pt x="6548" y="693"/>
                  </a:lnTo>
                  <a:lnTo>
                    <a:pt x="6548" y="157"/>
                  </a:lnTo>
                  <a:cubicBezTo>
                    <a:pt x="6548" y="79"/>
                    <a:pt x="6493" y="0"/>
                    <a:pt x="63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9"/>
            <p:cNvSpPr/>
            <p:nvPr/>
          </p:nvSpPr>
          <p:spPr>
            <a:xfrm>
              <a:off x="1984106" y="292300"/>
              <a:ext cx="1985625" cy="230649"/>
            </a:xfrm>
            <a:custGeom>
              <a:avLst/>
              <a:gdLst/>
              <a:ahLst/>
              <a:cxnLst/>
              <a:rect l="l" t="t" r="r" b="b"/>
              <a:pathLst>
                <a:path w="6646" h="772" extrusionOk="0">
                  <a:moveTo>
                    <a:pt x="6433" y="97"/>
                  </a:moveTo>
                  <a:cubicBezTo>
                    <a:pt x="6488" y="97"/>
                    <a:pt x="6548" y="134"/>
                    <a:pt x="6548" y="194"/>
                  </a:cubicBezTo>
                  <a:lnTo>
                    <a:pt x="6548" y="675"/>
                  </a:lnTo>
                  <a:lnTo>
                    <a:pt x="98" y="675"/>
                  </a:lnTo>
                  <a:lnTo>
                    <a:pt x="98" y="194"/>
                  </a:lnTo>
                  <a:cubicBezTo>
                    <a:pt x="98" y="134"/>
                    <a:pt x="135" y="97"/>
                    <a:pt x="213" y="97"/>
                  </a:cubicBezTo>
                  <a:close/>
                  <a:moveTo>
                    <a:pt x="213" y="0"/>
                  </a:moveTo>
                  <a:cubicBezTo>
                    <a:pt x="98" y="0"/>
                    <a:pt x="1" y="97"/>
                    <a:pt x="1" y="194"/>
                  </a:cubicBezTo>
                  <a:lnTo>
                    <a:pt x="1" y="730"/>
                  </a:lnTo>
                  <a:lnTo>
                    <a:pt x="38" y="772"/>
                  </a:lnTo>
                  <a:lnTo>
                    <a:pt x="6585" y="772"/>
                  </a:lnTo>
                  <a:lnTo>
                    <a:pt x="6645" y="730"/>
                  </a:lnTo>
                  <a:lnTo>
                    <a:pt x="6645" y="194"/>
                  </a:lnTo>
                  <a:cubicBezTo>
                    <a:pt x="6645" y="97"/>
                    <a:pt x="6548" y="0"/>
                    <a:pt x="643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3428058" y="337713"/>
              <a:ext cx="120404" cy="121897"/>
            </a:xfrm>
            <a:custGeom>
              <a:avLst/>
              <a:gdLst/>
              <a:ahLst/>
              <a:cxnLst/>
              <a:rect l="l" t="t" r="r" b="b"/>
              <a:pathLst>
                <a:path w="403" h="408" extrusionOk="0">
                  <a:moveTo>
                    <a:pt x="213" y="1"/>
                  </a:moveTo>
                  <a:cubicBezTo>
                    <a:pt x="98" y="1"/>
                    <a:pt x="1" y="79"/>
                    <a:pt x="1" y="195"/>
                  </a:cubicBezTo>
                  <a:cubicBezTo>
                    <a:pt x="1" y="310"/>
                    <a:pt x="98" y="407"/>
                    <a:pt x="213" y="407"/>
                  </a:cubicBezTo>
                  <a:cubicBezTo>
                    <a:pt x="310" y="407"/>
                    <a:pt x="403" y="310"/>
                    <a:pt x="403" y="195"/>
                  </a:cubicBezTo>
                  <a:cubicBezTo>
                    <a:pt x="403" y="79"/>
                    <a:pt x="310"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9"/>
            <p:cNvSpPr/>
            <p:nvPr/>
          </p:nvSpPr>
          <p:spPr>
            <a:xfrm>
              <a:off x="3412367" y="321281"/>
              <a:ext cx="144007" cy="149384"/>
            </a:xfrm>
            <a:custGeom>
              <a:avLst/>
              <a:gdLst/>
              <a:ahLst/>
              <a:cxnLst/>
              <a:rect l="l" t="t" r="r" b="b"/>
              <a:pathLst>
                <a:path w="482" h="500" extrusionOk="0">
                  <a:moveTo>
                    <a:pt x="250" y="97"/>
                  </a:moveTo>
                  <a:cubicBezTo>
                    <a:pt x="324" y="97"/>
                    <a:pt x="403" y="171"/>
                    <a:pt x="403" y="250"/>
                  </a:cubicBezTo>
                  <a:cubicBezTo>
                    <a:pt x="403" y="347"/>
                    <a:pt x="324" y="402"/>
                    <a:pt x="250" y="402"/>
                  </a:cubicBezTo>
                  <a:cubicBezTo>
                    <a:pt x="153" y="402"/>
                    <a:pt x="75" y="347"/>
                    <a:pt x="75" y="250"/>
                  </a:cubicBezTo>
                  <a:cubicBezTo>
                    <a:pt x="75" y="171"/>
                    <a:pt x="153" y="97"/>
                    <a:pt x="250" y="97"/>
                  </a:cubicBezTo>
                  <a:close/>
                  <a:moveTo>
                    <a:pt x="250" y="0"/>
                  </a:moveTo>
                  <a:cubicBezTo>
                    <a:pt x="93" y="0"/>
                    <a:pt x="1" y="116"/>
                    <a:pt x="1" y="250"/>
                  </a:cubicBezTo>
                  <a:cubicBezTo>
                    <a:pt x="1" y="384"/>
                    <a:pt x="93" y="499"/>
                    <a:pt x="250" y="499"/>
                  </a:cubicBezTo>
                  <a:cubicBezTo>
                    <a:pt x="384" y="499"/>
                    <a:pt x="481" y="384"/>
                    <a:pt x="481" y="250"/>
                  </a:cubicBezTo>
                  <a:cubicBezTo>
                    <a:pt x="481" y="116"/>
                    <a:pt x="384"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9"/>
            <p:cNvSpPr/>
            <p:nvPr/>
          </p:nvSpPr>
          <p:spPr>
            <a:xfrm>
              <a:off x="3629727" y="337713"/>
              <a:ext cx="120404" cy="121897"/>
            </a:xfrm>
            <a:custGeom>
              <a:avLst/>
              <a:gdLst/>
              <a:ahLst/>
              <a:cxnLst/>
              <a:rect l="l" t="t" r="r" b="b"/>
              <a:pathLst>
                <a:path w="403" h="408" extrusionOk="0">
                  <a:moveTo>
                    <a:pt x="213" y="1"/>
                  </a:moveTo>
                  <a:cubicBezTo>
                    <a:pt x="98" y="1"/>
                    <a:pt x="0" y="79"/>
                    <a:pt x="0" y="195"/>
                  </a:cubicBezTo>
                  <a:cubicBezTo>
                    <a:pt x="0" y="310"/>
                    <a:pt x="98" y="407"/>
                    <a:pt x="213" y="407"/>
                  </a:cubicBezTo>
                  <a:cubicBezTo>
                    <a:pt x="329" y="407"/>
                    <a:pt x="402" y="310"/>
                    <a:pt x="402" y="195"/>
                  </a:cubicBezTo>
                  <a:cubicBezTo>
                    <a:pt x="402" y="79"/>
                    <a:pt x="329" y="1"/>
                    <a:pt x="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9"/>
            <p:cNvSpPr/>
            <p:nvPr/>
          </p:nvSpPr>
          <p:spPr>
            <a:xfrm>
              <a:off x="3612543" y="321281"/>
              <a:ext cx="150879" cy="149384"/>
            </a:xfrm>
            <a:custGeom>
              <a:avLst/>
              <a:gdLst/>
              <a:ahLst/>
              <a:cxnLst/>
              <a:rect l="l" t="t" r="r" b="b"/>
              <a:pathLst>
                <a:path w="505" h="500" extrusionOk="0">
                  <a:moveTo>
                    <a:pt x="255" y="97"/>
                  </a:moveTo>
                  <a:cubicBezTo>
                    <a:pt x="347" y="97"/>
                    <a:pt x="408" y="171"/>
                    <a:pt x="408" y="250"/>
                  </a:cubicBezTo>
                  <a:cubicBezTo>
                    <a:pt x="408" y="347"/>
                    <a:pt x="347" y="402"/>
                    <a:pt x="255" y="402"/>
                  </a:cubicBezTo>
                  <a:cubicBezTo>
                    <a:pt x="158" y="402"/>
                    <a:pt x="98" y="347"/>
                    <a:pt x="98" y="250"/>
                  </a:cubicBezTo>
                  <a:cubicBezTo>
                    <a:pt x="98" y="171"/>
                    <a:pt x="158" y="97"/>
                    <a:pt x="255" y="97"/>
                  </a:cubicBezTo>
                  <a:close/>
                  <a:moveTo>
                    <a:pt x="255" y="0"/>
                  </a:moveTo>
                  <a:cubicBezTo>
                    <a:pt x="116" y="0"/>
                    <a:pt x="1" y="116"/>
                    <a:pt x="1" y="250"/>
                  </a:cubicBezTo>
                  <a:cubicBezTo>
                    <a:pt x="1" y="384"/>
                    <a:pt x="116" y="499"/>
                    <a:pt x="255" y="499"/>
                  </a:cubicBezTo>
                  <a:cubicBezTo>
                    <a:pt x="389" y="499"/>
                    <a:pt x="505" y="384"/>
                    <a:pt x="505" y="250"/>
                  </a:cubicBezTo>
                  <a:cubicBezTo>
                    <a:pt x="505" y="116"/>
                    <a:pt x="389" y="0"/>
                    <a:pt x="25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9"/>
            <p:cNvSpPr/>
            <p:nvPr/>
          </p:nvSpPr>
          <p:spPr>
            <a:xfrm>
              <a:off x="3778813" y="337713"/>
              <a:ext cx="121898" cy="121897"/>
            </a:xfrm>
            <a:custGeom>
              <a:avLst/>
              <a:gdLst/>
              <a:ahLst/>
              <a:cxnLst/>
              <a:rect l="l" t="t" r="r" b="b"/>
              <a:pathLst>
                <a:path w="408" h="408" extrusionOk="0">
                  <a:moveTo>
                    <a:pt x="195" y="1"/>
                  </a:moveTo>
                  <a:cubicBezTo>
                    <a:pt x="79" y="1"/>
                    <a:pt x="1" y="79"/>
                    <a:pt x="1" y="195"/>
                  </a:cubicBezTo>
                  <a:cubicBezTo>
                    <a:pt x="1" y="310"/>
                    <a:pt x="79" y="407"/>
                    <a:pt x="195" y="407"/>
                  </a:cubicBezTo>
                  <a:cubicBezTo>
                    <a:pt x="310" y="407"/>
                    <a:pt x="407" y="310"/>
                    <a:pt x="407" y="195"/>
                  </a:cubicBezTo>
                  <a:cubicBezTo>
                    <a:pt x="407" y="79"/>
                    <a:pt x="310"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9"/>
            <p:cNvSpPr/>
            <p:nvPr/>
          </p:nvSpPr>
          <p:spPr>
            <a:xfrm>
              <a:off x="3757745" y="321281"/>
              <a:ext cx="149385" cy="149384"/>
            </a:xfrm>
            <a:custGeom>
              <a:avLst/>
              <a:gdLst/>
              <a:ahLst/>
              <a:cxnLst/>
              <a:rect l="l" t="t" r="r" b="b"/>
              <a:pathLst>
                <a:path w="500" h="500" extrusionOk="0">
                  <a:moveTo>
                    <a:pt x="250" y="97"/>
                  </a:moveTo>
                  <a:cubicBezTo>
                    <a:pt x="347" y="97"/>
                    <a:pt x="402" y="171"/>
                    <a:pt x="402" y="250"/>
                  </a:cubicBezTo>
                  <a:cubicBezTo>
                    <a:pt x="402" y="347"/>
                    <a:pt x="347" y="402"/>
                    <a:pt x="250" y="402"/>
                  </a:cubicBezTo>
                  <a:cubicBezTo>
                    <a:pt x="171" y="402"/>
                    <a:pt x="92" y="347"/>
                    <a:pt x="92" y="250"/>
                  </a:cubicBezTo>
                  <a:cubicBezTo>
                    <a:pt x="92" y="171"/>
                    <a:pt x="171" y="97"/>
                    <a:pt x="250" y="97"/>
                  </a:cubicBezTo>
                  <a:close/>
                  <a:moveTo>
                    <a:pt x="250" y="0"/>
                  </a:moveTo>
                  <a:cubicBezTo>
                    <a:pt x="116" y="0"/>
                    <a:pt x="0" y="116"/>
                    <a:pt x="0" y="250"/>
                  </a:cubicBezTo>
                  <a:cubicBezTo>
                    <a:pt x="0" y="384"/>
                    <a:pt x="116" y="499"/>
                    <a:pt x="250" y="499"/>
                  </a:cubicBezTo>
                  <a:cubicBezTo>
                    <a:pt x="384" y="499"/>
                    <a:pt x="499" y="384"/>
                    <a:pt x="499" y="250"/>
                  </a:cubicBezTo>
                  <a:cubicBezTo>
                    <a:pt x="499" y="116"/>
                    <a:pt x="384"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9"/>
            <p:cNvSpPr/>
            <p:nvPr/>
          </p:nvSpPr>
          <p:spPr>
            <a:xfrm>
              <a:off x="2105705" y="597343"/>
              <a:ext cx="356433" cy="98295"/>
            </a:xfrm>
            <a:custGeom>
              <a:avLst/>
              <a:gdLst/>
              <a:ahLst/>
              <a:cxnLst/>
              <a:rect l="l" t="t" r="r" b="b"/>
              <a:pathLst>
                <a:path w="1193" h="329" extrusionOk="0">
                  <a:moveTo>
                    <a:pt x="171" y="0"/>
                  </a:moveTo>
                  <a:cubicBezTo>
                    <a:pt x="74" y="0"/>
                    <a:pt x="0" y="79"/>
                    <a:pt x="0" y="153"/>
                  </a:cubicBezTo>
                  <a:cubicBezTo>
                    <a:pt x="0" y="250"/>
                    <a:pt x="74" y="328"/>
                    <a:pt x="171" y="328"/>
                  </a:cubicBezTo>
                  <a:lnTo>
                    <a:pt x="1040" y="328"/>
                  </a:lnTo>
                  <a:cubicBezTo>
                    <a:pt x="1114" y="328"/>
                    <a:pt x="1192" y="250"/>
                    <a:pt x="1192" y="153"/>
                  </a:cubicBezTo>
                  <a:cubicBezTo>
                    <a:pt x="1192" y="79"/>
                    <a:pt x="1114"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9"/>
            <p:cNvSpPr/>
            <p:nvPr/>
          </p:nvSpPr>
          <p:spPr>
            <a:xfrm>
              <a:off x="2093157" y="586288"/>
              <a:ext cx="380035" cy="120403"/>
            </a:xfrm>
            <a:custGeom>
              <a:avLst/>
              <a:gdLst/>
              <a:ahLst/>
              <a:cxnLst/>
              <a:rect l="l" t="t" r="r" b="b"/>
              <a:pathLst>
                <a:path w="1272" h="403" extrusionOk="0">
                  <a:moveTo>
                    <a:pt x="1082" y="74"/>
                  </a:moveTo>
                  <a:cubicBezTo>
                    <a:pt x="1137" y="74"/>
                    <a:pt x="1198" y="134"/>
                    <a:pt x="1198" y="190"/>
                  </a:cubicBezTo>
                  <a:cubicBezTo>
                    <a:pt x="1198" y="268"/>
                    <a:pt x="1137" y="305"/>
                    <a:pt x="1082" y="305"/>
                  </a:cubicBezTo>
                  <a:lnTo>
                    <a:pt x="213" y="305"/>
                  </a:lnTo>
                  <a:cubicBezTo>
                    <a:pt x="135" y="305"/>
                    <a:pt x="98" y="268"/>
                    <a:pt x="98" y="190"/>
                  </a:cubicBezTo>
                  <a:cubicBezTo>
                    <a:pt x="98" y="134"/>
                    <a:pt x="135" y="74"/>
                    <a:pt x="213" y="74"/>
                  </a:cubicBezTo>
                  <a:close/>
                  <a:moveTo>
                    <a:pt x="213" y="0"/>
                  </a:moveTo>
                  <a:cubicBezTo>
                    <a:pt x="98" y="0"/>
                    <a:pt x="1" y="74"/>
                    <a:pt x="1" y="190"/>
                  </a:cubicBezTo>
                  <a:cubicBezTo>
                    <a:pt x="1" y="305"/>
                    <a:pt x="98" y="402"/>
                    <a:pt x="213" y="402"/>
                  </a:cubicBezTo>
                  <a:lnTo>
                    <a:pt x="1082" y="402"/>
                  </a:lnTo>
                  <a:cubicBezTo>
                    <a:pt x="1174" y="402"/>
                    <a:pt x="1271" y="305"/>
                    <a:pt x="1271" y="190"/>
                  </a:cubicBezTo>
                  <a:cubicBezTo>
                    <a:pt x="1271" y="74"/>
                    <a:pt x="1174" y="0"/>
                    <a:pt x="10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9"/>
            <p:cNvSpPr/>
            <p:nvPr/>
          </p:nvSpPr>
          <p:spPr>
            <a:xfrm>
              <a:off x="2105705" y="1200557"/>
              <a:ext cx="356433" cy="92618"/>
            </a:xfrm>
            <a:custGeom>
              <a:avLst/>
              <a:gdLst/>
              <a:ahLst/>
              <a:cxnLst/>
              <a:rect l="l" t="t" r="r" b="b"/>
              <a:pathLst>
                <a:path w="1193" h="310" extrusionOk="0">
                  <a:moveTo>
                    <a:pt x="171" y="0"/>
                  </a:moveTo>
                  <a:cubicBezTo>
                    <a:pt x="74" y="0"/>
                    <a:pt x="0" y="60"/>
                    <a:pt x="0" y="158"/>
                  </a:cubicBezTo>
                  <a:cubicBezTo>
                    <a:pt x="0" y="255"/>
                    <a:pt x="74" y="310"/>
                    <a:pt x="171" y="310"/>
                  </a:cubicBezTo>
                  <a:lnTo>
                    <a:pt x="1040" y="310"/>
                  </a:lnTo>
                  <a:cubicBezTo>
                    <a:pt x="1114" y="310"/>
                    <a:pt x="1192" y="255"/>
                    <a:pt x="1192" y="158"/>
                  </a:cubicBezTo>
                  <a:cubicBezTo>
                    <a:pt x="1192" y="60"/>
                    <a:pt x="1114"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p:nvPr/>
          </p:nvSpPr>
          <p:spPr>
            <a:xfrm>
              <a:off x="2093157" y="1183826"/>
              <a:ext cx="380035" cy="127574"/>
            </a:xfrm>
            <a:custGeom>
              <a:avLst/>
              <a:gdLst/>
              <a:ahLst/>
              <a:cxnLst/>
              <a:rect l="l" t="t" r="r" b="b"/>
              <a:pathLst>
                <a:path w="1272" h="427" extrusionOk="0">
                  <a:moveTo>
                    <a:pt x="1082" y="98"/>
                  </a:moveTo>
                  <a:cubicBezTo>
                    <a:pt x="1137" y="98"/>
                    <a:pt x="1198" y="153"/>
                    <a:pt x="1198" y="214"/>
                  </a:cubicBezTo>
                  <a:cubicBezTo>
                    <a:pt x="1198" y="269"/>
                    <a:pt x="1137" y="329"/>
                    <a:pt x="1082" y="329"/>
                  </a:cubicBezTo>
                  <a:lnTo>
                    <a:pt x="213" y="329"/>
                  </a:lnTo>
                  <a:cubicBezTo>
                    <a:pt x="135" y="329"/>
                    <a:pt x="98" y="269"/>
                    <a:pt x="98" y="214"/>
                  </a:cubicBezTo>
                  <a:cubicBezTo>
                    <a:pt x="98" y="153"/>
                    <a:pt x="135" y="98"/>
                    <a:pt x="213" y="98"/>
                  </a:cubicBezTo>
                  <a:close/>
                  <a:moveTo>
                    <a:pt x="213" y="1"/>
                  </a:moveTo>
                  <a:cubicBezTo>
                    <a:pt x="98" y="1"/>
                    <a:pt x="1" y="98"/>
                    <a:pt x="1" y="214"/>
                  </a:cubicBezTo>
                  <a:cubicBezTo>
                    <a:pt x="1" y="329"/>
                    <a:pt x="98" y="426"/>
                    <a:pt x="213" y="426"/>
                  </a:cubicBezTo>
                  <a:lnTo>
                    <a:pt x="1082" y="426"/>
                  </a:lnTo>
                  <a:cubicBezTo>
                    <a:pt x="1174" y="426"/>
                    <a:pt x="1271" y="329"/>
                    <a:pt x="1271" y="214"/>
                  </a:cubicBezTo>
                  <a:cubicBezTo>
                    <a:pt x="1271" y="98"/>
                    <a:pt x="1174" y="1"/>
                    <a:pt x="108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2105705" y="1828569"/>
              <a:ext cx="356433" cy="97099"/>
            </a:xfrm>
            <a:custGeom>
              <a:avLst/>
              <a:gdLst/>
              <a:ahLst/>
              <a:cxnLst/>
              <a:rect l="l" t="t" r="r" b="b"/>
              <a:pathLst>
                <a:path w="1193" h="325" extrusionOk="0">
                  <a:moveTo>
                    <a:pt x="171" y="1"/>
                  </a:moveTo>
                  <a:cubicBezTo>
                    <a:pt x="74" y="1"/>
                    <a:pt x="0" y="75"/>
                    <a:pt x="0" y="172"/>
                  </a:cubicBezTo>
                  <a:cubicBezTo>
                    <a:pt x="0" y="269"/>
                    <a:pt x="74" y="324"/>
                    <a:pt x="171" y="324"/>
                  </a:cubicBezTo>
                  <a:lnTo>
                    <a:pt x="1040" y="324"/>
                  </a:lnTo>
                  <a:cubicBezTo>
                    <a:pt x="1114" y="324"/>
                    <a:pt x="1192" y="269"/>
                    <a:pt x="1192" y="172"/>
                  </a:cubicBezTo>
                  <a:cubicBezTo>
                    <a:pt x="1192" y="75"/>
                    <a:pt x="1114" y="1"/>
                    <a:pt x="1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9"/>
            <p:cNvSpPr/>
            <p:nvPr/>
          </p:nvSpPr>
          <p:spPr>
            <a:xfrm>
              <a:off x="2093157" y="1816319"/>
              <a:ext cx="380035" cy="127275"/>
            </a:xfrm>
            <a:custGeom>
              <a:avLst/>
              <a:gdLst/>
              <a:ahLst/>
              <a:cxnLst/>
              <a:rect l="l" t="t" r="r" b="b"/>
              <a:pathLst>
                <a:path w="1272" h="426" extrusionOk="0">
                  <a:moveTo>
                    <a:pt x="1082" y="97"/>
                  </a:moveTo>
                  <a:cubicBezTo>
                    <a:pt x="1137" y="97"/>
                    <a:pt x="1198" y="134"/>
                    <a:pt x="1198" y="213"/>
                  </a:cubicBezTo>
                  <a:cubicBezTo>
                    <a:pt x="1198" y="273"/>
                    <a:pt x="1137" y="328"/>
                    <a:pt x="1082" y="328"/>
                  </a:cubicBezTo>
                  <a:lnTo>
                    <a:pt x="213" y="328"/>
                  </a:lnTo>
                  <a:cubicBezTo>
                    <a:pt x="135" y="328"/>
                    <a:pt x="98" y="273"/>
                    <a:pt x="98" y="213"/>
                  </a:cubicBezTo>
                  <a:cubicBezTo>
                    <a:pt x="98" y="134"/>
                    <a:pt x="135" y="97"/>
                    <a:pt x="213" y="97"/>
                  </a:cubicBezTo>
                  <a:close/>
                  <a:moveTo>
                    <a:pt x="213" y="0"/>
                  </a:moveTo>
                  <a:cubicBezTo>
                    <a:pt x="98" y="0"/>
                    <a:pt x="1" y="97"/>
                    <a:pt x="1" y="213"/>
                  </a:cubicBezTo>
                  <a:cubicBezTo>
                    <a:pt x="1" y="328"/>
                    <a:pt x="98" y="425"/>
                    <a:pt x="213" y="425"/>
                  </a:cubicBezTo>
                  <a:lnTo>
                    <a:pt x="1082" y="425"/>
                  </a:lnTo>
                  <a:cubicBezTo>
                    <a:pt x="1174" y="425"/>
                    <a:pt x="1271" y="328"/>
                    <a:pt x="1271" y="213"/>
                  </a:cubicBezTo>
                  <a:cubicBezTo>
                    <a:pt x="1271" y="97"/>
                    <a:pt x="1174" y="0"/>
                    <a:pt x="10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9"/>
            <p:cNvSpPr/>
            <p:nvPr/>
          </p:nvSpPr>
          <p:spPr>
            <a:xfrm>
              <a:off x="2485441" y="597343"/>
              <a:ext cx="1397347" cy="98295"/>
            </a:xfrm>
            <a:custGeom>
              <a:avLst/>
              <a:gdLst/>
              <a:ahLst/>
              <a:cxnLst/>
              <a:rect l="l" t="t" r="r" b="b"/>
              <a:pathLst>
                <a:path w="4677" h="329" extrusionOk="0">
                  <a:moveTo>
                    <a:pt x="153" y="0"/>
                  </a:moveTo>
                  <a:cubicBezTo>
                    <a:pt x="74" y="0"/>
                    <a:pt x="0" y="79"/>
                    <a:pt x="0" y="153"/>
                  </a:cubicBezTo>
                  <a:cubicBezTo>
                    <a:pt x="0" y="250"/>
                    <a:pt x="74" y="328"/>
                    <a:pt x="153" y="328"/>
                  </a:cubicBezTo>
                  <a:lnTo>
                    <a:pt x="4524" y="328"/>
                  </a:lnTo>
                  <a:cubicBezTo>
                    <a:pt x="4621" y="328"/>
                    <a:pt x="4676" y="250"/>
                    <a:pt x="4676" y="153"/>
                  </a:cubicBezTo>
                  <a:cubicBezTo>
                    <a:pt x="4676" y="79"/>
                    <a:pt x="4621" y="0"/>
                    <a:pt x="4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9"/>
            <p:cNvSpPr/>
            <p:nvPr/>
          </p:nvSpPr>
          <p:spPr>
            <a:xfrm>
              <a:off x="2472893" y="586288"/>
              <a:ext cx="1427822" cy="120403"/>
            </a:xfrm>
            <a:custGeom>
              <a:avLst/>
              <a:gdLst/>
              <a:ahLst/>
              <a:cxnLst/>
              <a:rect l="l" t="t" r="r" b="b"/>
              <a:pathLst>
                <a:path w="4779" h="403" extrusionOk="0">
                  <a:moveTo>
                    <a:pt x="4566" y="74"/>
                  </a:moveTo>
                  <a:cubicBezTo>
                    <a:pt x="4640" y="74"/>
                    <a:pt x="4681" y="134"/>
                    <a:pt x="4681" y="190"/>
                  </a:cubicBezTo>
                  <a:cubicBezTo>
                    <a:pt x="4681" y="268"/>
                    <a:pt x="4640" y="305"/>
                    <a:pt x="4566" y="305"/>
                  </a:cubicBezTo>
                  <a:lnTo>
                    <a:pt x="195" y="305"/>
                  </a:lnTo>
                  <a:cubicBezTo>
                    <a:pt x="134" y="305"/>
                    <a:pt x="79" y="268"/>
                    <a:pt x="79" y="190"/>
                  </a:cubicBezTo>
                  <a:cubicBezTo>
                    <a:pt x="79" y="134"/>
                    <a:pt x="134" y="74"/>
                    <a:pt x="195" y="74"/>
                  </a:cubicBezTo>
                  <a:close/>
                  <a:moveTo>
                    <a:pt x="195" y="0"/>
                  </a:moveTo>
                  <a:cubicBezTo>
                    <a:pt x="97" y="0"/>
                    <a:pt x="0" y="74"/>
                    <a:pt x="0" y="190"/>
                  </a:cubicBezTo>
                  <a:cubicBezTo>
                    <a:pt x="0" y="305"/>
                    <a:pt x="97" y="402"/>
                    <a:pt x="195" y="402"/>
                  </a:cubicBezTo>
                  <a:lnTo>
                    <a:pt x="4566" y="402"/>
                  </a:lnTo>
                  <a:cubicBezTo>
                    <a:pt x="4681" y="402"/>
                    <a:pt x="4778" y="305"/>
                    <a:pt x="4778" y="190"/>
                  </a:cubicBezTo>
                  <a:cubicBezTo>
                    <a:pt x="4778" y="74"/>
                    <a:pt x="4681" y="0"/>
                    <a:pt x="456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9"/>
            <p:cNvSpPr/>
            <p:nvPr/>
          </p:nvSpPr>
          <p:spPr>
            <a:xfrm>
              <a:off x="2485441" y="1200557"/>
              <a:ext cx="1397347" cy="92618"/>
            </a:xfrm>
            <a:custGeom>
              <a:avLst/>
              <a:gdLst/>
              <a:ahLst/>
              <a:cxnLst/>
              <a:rect l="l" t="t" r="r" b="b"/>
              <a:pathLst>
                <a:path w="4677" h="310" extrusionOk="0">
                  <a:moveTo>
                    <a:pt x="153" y="0"/>
                  </a:moveTo>
                  <a:cubicBezTo>
                    <a:pt x="74" y="0"/>
                    <a:pt x="0" y="60"/>
                    <a:pt x="0" y="158"/>
                  </a:cubicBezTo>
                  <a:cubicBezTo>
                    <a:pt x="0" y="255"/>
                    <a:pt x="74" y="310"/>
                    <a:pt x="153" y="310"/>
                  </a:cubicBezTo>
                  <a:lnTo>
                    <a:pt x="4524" y="310"/>
                  </a:lnTo>
                  <a:cubicBezTo>
                    <a:pt x="4621" y="310"/>
                    <a:pt x="4676" y="255"/>
                    <a:pt x="4676" y="158"/>
                  </a:cubicBezTo>
                  <a:cubicBezTo>
                    <a:pt x="4676" y="60"/>
                    <a:pt x="4621" y="0"/>
                    <a:pt x="4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2472893" y="1183826"/>
              <a:ext cx="1427822" cy="127574"/>
            </a:xfrm>
            <a:custGeom>
              <a:avLst/>
              <a:gdLst/>
              <a:ahLst/>
              <a:cxnLst/>
              <a:rect l="l" t="t" r="r" b="b"/>
              <a:pathLst>
                <a:path w="4779" h="427" extrusionOk="0">
                  <a:moveTo>
                    <a:pt x="4566" y="98"/>
                  </a:moveTo>
                  <a:cubicBezTo>
                    <a:pt x="4640" y="98"/>
                    <a:pt x="4681" y="153"/>
                    <a:pt x="4681" y="214"/>
                  </a:cubicBezTo>
                  <a:cubicBezTo>
                    <a:pt x="4681" y="269"/>
                    <a:pt x="4640" y="329"/>
                    <a:pt x="4566" y="329"/>
                  </a:cubicBezTo>
                  <a:lnTo>
                    <a:pt x="195" y="329"/>
                  </a:lnTo>
                  <a:cubicBezTo>
                    <a:pt x="134" y="329"/>
                    <a:pt x="79" y="269"/>
                    <a:pt x="79" y="214"/>
                  </a:cubicBezTo>
                  <a:cubicBezTo>
                    <a:pt x="79" y="153"/>
                    <a:pt x="134" y="98"/>
                    <a:pt x="195" y="98"/>
                  </a:cubicBezTo>
                  <a:close/>
                  <a:moveTo>
                    <a:pt x="195" y="1"/>
                  </a:moveTo>
                  <a:cubicBezTo>
                    <a:pt x="97" y="1"/>
                    <a:pt x="0" y="98"/>
                    <a:pt x="0" y="214"/>
                  </a:cubicBezTo>
                  <a:cubicBezTo>
                    <a:pt x="0" y="329"/>
                    <a:pt x="97" y="426"/>
                    <a:pt x="195" y="426"/>
                  </a:cubicBezTo>
                  <a:lnTo>
                    <a:pt x="4566" y="426"/>
                  </a:lnTo>
                  <a:cubicBezTo>
                    <a:pt x="4681" y="426"/>
                    <a:pt x="4778" y="329"/>
                    <a:pt x="4778" y="214"/>
                  </a:cubicBezTo>
                  <a:cubicBezTo>
                    <a:pt x="4778" y="98"/>
                    <a:pt x="4681" y="1"/>
                    <a:pt x="45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9"/>
            <p:cNvSpPr/>
            <p:nvPr/>
          </p:nvSpPr>
          <p:spPr>
            <a:xfrm>
              <a:off x="2485441" y="1828569"/>
              <a:ext cx="1397347" cy="97099"/>
            </a:xfrm>
            <a:custGeom>
              <a:avLst/>
              <a:gdLst/>
              <a:ahLst/>
              <a:cxnLst/>
              <a:rect l="l" t="t" r="r" b="b"/>
              <a:pathLst>
                <a:path w="4677" h="325" extrusionOk="0">
                  <a:moveTo>
                    <a:pt x="153" y="1"/>
                  </a:moveTo>
                  <a:cubicBezTo>
                    <a:pt x="74" y="1"/>
                    <a:pt x="0" y="75"/>
                    <a:pt x="0" y="172"/>
                  </a:cubicBezTo>
                  <a:cubicBezTo>
                    <a:pt x="0" y="269"/>
                    <a:pt x="74" y="324"/>
                    <a:pt x="153" y="324"/>
                  </a:cubicBezTo>
                  <a:lnTo>
                    <a:pt x="4524" y="324"/>
                  </a:lnTo>
                  <a:cubicBezTo>
                    <a:pt x="4621" y="324"/>
                    <a:pt x="4676" y="269"/>
                    <a:pt x="4676" y="172"/>
                  </a:cubicBezTo>
                  <a:cubicBezTo>
                    <a:pt x="4676" y="75"/>
                    <a:pt x="4621" y="1"/>
                    <a:pt x="4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2472893" y="1816319"/>
              <a:ext cx="1427822" cy="127275"/>
            </a:xfrm>
            <a:custGeom>
              <a:avLst/>
              <a:gdLst/>
              <a:ahLst/>
              <a:cxnLst/>
              <a:rect l="l" t="t" r="r" b="b"/>
              <a:pathLst>
                <a:path w="4779" h="426" extrusionOk="0">
                  <a:moveTo>
                    <a:pt x="4566" y="97"/>
                  </a:moveTo>
                  <a:cubicBezTo>
                    <a:pt x="4640" y="97"/>
                    <a:pt x="4681" y="134"/>
                    <a:pt x="4681" y="213"/>
                  </a:cubicBezTo>
                  <a:cubicBezTo>
                    <a:pt x="4681" y="273"/>
                    <a:pt x="4640" y="328"/>
                    <a:pt x="4566" y="328"/>
                  </a:cubicBezTo>
                  <a:lnTo>
                    <a:pt x="195" y="328"/>
                  </a:lnTo>
                  <a:cubicBezTo>
                    <a:pt x="134" y="328"/>
                    <a:pt x="79" y="273"/>
                    <a:pt x="79" y="213"/>
                  </a:cubicBezTo>
                  <a:cubicBezTo>
                    <a:pt x="79" y="134"/>
                    <a:pt x="134" y="97"/>
                    <a:pt x="195" y="97"/>
                  </a:cubicBezTo>
                  <a:close/>
                  <a:moveTo>
                    <a:pt x="195" y="0"/>
                  </a:moveTo>
                  <a:cubicBezTo>
                    <a:pt x="97" y="0"/>
                    <a:pt x="0" y="97"/>
                    <a:pt x="0" y="213"/>
                  </a:cubicBezTo>
                  <a:cubicBezTo>
                    <a:pt x="0" y="328"/>
                    <a:pt x="97" y="425"/>
                    <a:pt x="195" y="425"/>
                  </a:cubicBezTo>
                  <a:lnTo>
                    <a:pt x="4566" y="425"/>
                  </a:lnTo>
                  <a:cubicBezTo>
                    <a:pt x="4681" y="425"/>
                    <a:pt x="4778" y="328"/>
                    <a:pt x="4778" y="213"/>
                  </a:cubicBezTo>
                  <a:cubicBezTo>
                    <a:pt x="4778" y="97"/>
                    <a:pt x="4681" y="0"/>
                    <a:pt x="456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9"/>
            <p:cNvSpPr/>
            <p:nvPr/>
          </p:nvSpPr>
          <p:spPr>
            <a:xfrm>
              <a:off x="2127814" y="746428"/>
              <a:ext cx="1754975" cy="98295"/>
            </a:xfrm>
            <a:custGeom>
              <a:avLst/>
              <a:gdLst/>
              <a:ahLst/>
              <a:cxnLst/>
              <a:rect l="l" t="t" r="r" b="b"/>
              <a:pathLst>
                <a:path w="5874" h="329" extrusionOk="0">
                  <a:moveTo>
                    <a:pt x="157" y="0"/>
                  </a:moveTo>
                  <a:cubicBezTo>
                    <a:pt x="79" y="0"/>
                    <a:pt x="0" y="79"/>
                    <a:pt x="0" y="157"/>
                  </a:cubicBezTo>
                  <a:lnTo>
                    <a:pt x="0" y="176"/>
                  </a:lnTo>
                  <a:cubicBezTo>
                    <a:pt x="0" y="250"/>
                    <a:pt x="79" y="328"/>
                    <a:pt x="157" y="328"/>
                  </a:cubicBezTo>
                  <a:lnTo>
                    <a:pt x="5721" y="328"/>
                  </a:lnTo>
                  <a:cubicBezTo>
                    <a:pt x="5818" y="328"/>
                    <a:pt x="5873" y="250"/>
                    <a:pt x="5873" y="176"/>
                  </a:cubicBezTo>
                  <a:lnTo>
                    <a:pt x="5873" y="157"/>
                  </a:lnTo>
                  <a:cubicBezTo>
                    <a:pt x="5873" y="79"/>
                    <a:pt x="5818" y="0"/>
                    <a:pt x="57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9"/>
            <p:cNvSpPr/>
            <p:nvPr/>
          </p:nvSpPr>
          <p:spPr>
            <a:xfrm>
              <a:off x="2116760" y="735374"/>
              <a:ext cx="1783956" cy="120403"/>
            </a:xfrm>
            <a:custGeom>
              <a:avLst/>
              <a:gdLst/>
              <a:ahLst/>
              <a:cxnLst/>
              <a:rect l="l" t="t" r="r" b="b"/>
              <a:pathLst>
                <a:path w="5971" h="403" extrusionOk="0">
                  <a:moveTo>
                    <a:pt x="5758" y="79"/>
                  </a:moveTo>
                  <a:cubicBezTo>
                    <a:pt x="5832" y="79"/>
                    <a:pt x="5873" y="134"/>
                    <a:pt x="5873" y="194"/>
                  </a:cubicBezTo>
                  <a:lnTo>
                    <a:pt x="5873" y="213"/>
                  </a:lnTo>
                  <a:cubicBezTo>
                    <a:pt x="5873" y="268"/>
                    <a:pt x="5832" y="328"/>
                    <a:pt x="5758" y="328"/>
                  </a:cubicBezTo>
                  <a:lnTo>
                    <a:pt x="194" y="328"/>
                  </a:lnTo>
                  <a:cubicBezTo>
                    <a:pt x="134" y="328"/>
                    <a:pt x="79" y="268"/>
                    <a:pt x="79" y="213"/>
                  </a:cubicBezTo>
                  <a:lnTo>
                    <a:pt x="79" y="194"/>
                  </a:lnTo>
                  <a:cubicBezTo>
                    <a:pt x="79" y="134"/>
                    <a:pt x="134" y="79"/>
                    <a:pt x="194" y="79"/>
                  </a:cubicBezTo>
                  <a:close/>
                  <a:moveTo>
                    <a:pt x="194" y="0"/>
                  </a:moveTo>
                  <a:cubicBezTo>
                    <a:pt x="79" y="0"/>
                    <a:pt x="0" y="97"/>
                    <a:pt x="0" y="194"/>
                  </a:cubicBezTo>
                  <a:lnTo>
                    <a:pt x="0" y="213"/>
                  </a:lnTo>
                  <a:cubicBezTo>
                    <a:pt x="0" y="310"/>
                    <a:pt x="79" y="402"/>
                    <a:pt x="194" y="402"/>
                  </a:cubicBezTo>
                  <a:lnTo>
                    <a:pt x="5758" y="402"/>
                  </a:lnTo>
                  <a:cubicBezTo>
                    <a:pt x="5873" y="402"/>
                    <a:pt x="5970" y="310"/>
                    <a:pt x="5970" y="213"/>
                  </a:cubicBezTo>
                  <a:lnTo>
                    <a:pt x="5970" y="194"/>
                  </a:lnTo>
                  <a:cubicBezTo>
                    <a:pt x="5970" y="97"/>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a:off x="2127814" y="1351136"/>
              <a:ext cx="1754975" cy="98295"/>
            </a:xfrm>
            <a:custGeom>
              <a:avLst/>
              <a:gdLst/>
              <a:ahLst/>
              <a:cxnLst/>
              <a:rect l="l" t="t" r="r" b="b"/>
              <a:pathLst>
                <a:path w="5874" h="329" extrusionOk="0">
                  <a:moveTo>
                    <a:pt x="157" y="0"/>
                  </a:moveTo>
                  <a:cubicBezTo>
                    <a:pt x="79" y="0"/>
                    <a:pt x="0" y="74"/>
                    <a:pt x="0" y="153"/>
                  </a:cubicBezTo>
                  <a:cubicBezTo>
                    <a:pt x="0" y="250"/>
                    <a:pt x="79" y="328"/>
                    <a:pt x="157" y="328"/>
                  </a:cubicBezTo>
                  <a:lnTo>
                    <a:pt x="5721" y="328"/>
                  </a:lnTo>
                  <a:cubicBezTo>
                    <a:pt x="5818" y="328"/>
                    <a:pt x="5873" y="250"/>
                    <a:pt x="5873" y="153"/>
                  </a:cubicBezTo>
                  <a:cubicBezTo>
                    <a:pt x="5873" y="74"/>
                    <a:pt x="5818" y="0"/>
                    <a:pt x="57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2116760" y="1338588"/>
              <a:ext cx="1783956" cy="121897"/>
            </a:xfrm>
            <a:custGeom>
              <a:avLst/>
              <a:gdLst/>
              <a:ahLst/>
              <a:cxnLst/>
              <a:rect l="l" t="t" r="r" b="b"/>
              <a:pathLst>
                <a:path w="5971" h="408" extrusionOk="0">
                  <a:moveTo>
                    <a:pt x="5758" y="79"/>
                  </a:moveTo>
                  <a:cubicBezTo>
                    <a:pt x="5832" y="79"/>
                    <a:pt x="5873" y="139"/>
                    <a:pt x="5873" y="195"/>
                  </a:cubicBezTo>
                  <a:cubicBezTo>
                    <a:pt x="5873" y="273"/>
                    <a:pt x="5832" y="310"/>
                    <a:pt x="5758" y="310"/>
                  </a:cubicBezTo>
                  <a:lnTo>
                    <a:pt x="194" y="310"/>
                  </a:lnTo>
                  <a:cubicBezTo>
                    <a:pt x="134" y="310"/>
                    <a:pt x="79" y="273"/>
                    <a:pt x="79" y="195"/>
                  </a:cubicBezTo>
                  <a:cubicBezTo>
                    <a:pt x="79" y="139"/>
                    <a:pt x="134" y="79"/>
                    <a:pt x="194" y="79"/>
                  </a:cubicBezTo>
                  <a:close/>
                  <a:moveTo>
                    <a:pt x="194" y="0"/>
                  </a:moveTo>
                  <a:cubicBezTo>
                    <a:pt x="79" y="0"/>
                    <a:pt x="0" y="79"/>
                    <a:pt x="0" y="195"/>
                  </a:cubicBezTo>
                  <a:cubicBezTo>
                    <a:pt x="0" y="310"/>
                    <a:pt x="79" y="407"/>
                    <a:pt x="194" y="407"/>
                  </a:cubicBezTo>
                  <a:lnTo>
                    <a:pt x="5758" y="407"/>
                  </a:lnTo>
                  <a:cubicBezTo>
                    <a:pt x="5873" y="407"/>
                    <a:pt x="5970" y="310"/>
                    <a:pt x="5970" y="195"/>
                  </a:cubicBezTo>
                  <a:cubicBezTo>
                    <a:pt x="5970" y="79"/>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9"/>
            <p:cNvSpPr/>
            <p:nvPr/>
          </p:nvSpPr>
          <p:spPr>
            <a:xfrm>
              <a:off x="2127814" y="1983331"/>
              <a:ext cx="1754975" cy="92618"/>
            </a:xfrm>
            <a:custGeom>
              <a:avLst/>
              <a:gdLst/>
              <a:ahLst/>
              <a:cxnLst/>
              <a:rect l="l" t="t" r="r" b="b"/>
              <a:pathLst>
                <a:path w="5874" h="310" extrusionOk="0">
                  <a:moveTo>
                    <a:pt x="157" y="0"/>
                  </a:moveTo>
                  <a:cubicBezTo>
                    <a:pt x="79" y="0"/>
                    <a:pt x="0" y="60"/>
                    <a:pt x="0" y="153"/>
                  </a:cubicBezTo>
                  <a:cubicBezTo>
                    <a:pt x="0" y="250"/>
                    <a:pt x="79" y="310"/>
                    <a:pt x="157" y="310"/>
                  </a:cubicBezTo>
                  <a:lnTo>
                    <a:pt x="5721" y="310"/>
                  </a:lnTo>
                  <a:cubicBezTo>
                    <a:pt x="5818" y="310"/>
                    <a:pt x="5873" y="250"/>
                    <a:pt x="5873" y="153"/>
                  </a:cubicBezTo>
                  <a:cubicBezTo>
                    <a:pt x="5873" y="60"/>
                    <a:pt x="5818" y="0"/>
                    <a:pt x="57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9"/>
            <p:cNvSpPr/>
            <p:nvPr/>
          </p:nvSpPr>
          <p:spPr>
            <a:xfrm>
              <a:off x="2116760" y="1966600"/>
              <a:ext cx="1783956" cy="126080"/>
            </a:xfrm>
            <a:custGeom>
              <a:avLst/>
              <a:gdLst/>
              <a:ahLst/>
              <a:cxnLst/>
              <a:rect l="l" t="t" r="r" b="b"/>
              <a:pathLst>
                <a:path w="5971" h="422" extrusionOk="0">
                  <a:moveTo>
                    <a:pt x="5758" y="93"/>
                  </a:moveTo>
                  <a:cubicBezTo>
                    <a:pt x="5832" y="93"/>
                    <a:pt x="5873" y="153"/>
                    <a:pt x="5873" y="209"/>
                  </a:cubicBezTo>
                  <a:cubicBezTo>
                    <a:pt x="5873" y="287"/>
                    <a:pt x="5832" y="324"/>
                    <a:pt x="5758" y="324"/>
                  </a:cubicBezTo>
                  <a:lnTo>
                    <a:pt x="194" y="324"/>
                  </a:lnTo>
                  <a:cubicBezTo>
                    <a:pt x="134" y="324"/>
                    <a:pt x="79" y="287"/>
                    <a:pt x="79" y="209"/>
                  </a:cubicBezTo>
                  <a:cubicBezTo>
                    <a:pt x="79" y="153"/>
                    <a:pt x="134" y="93"/>
                    <a:pt x="194" y="93"/>
                  </a:cubicBezTo>
                  <a:close/>
                  <a:moveTo>
                    <a:pt x="194" y="1"/>
                  </a:moveTo>
                  <a:cubicBezTo>
                    <a:pt x="79" y="1"/>
                    <a:pt x="0" y="93"/>
                    <a:pt x="0" y="209"/>
                  </a:cubicBezTo>
                  <a:cubicBezTo>
                    <a:pt x="0" y="324"/>
                    <a:pt x="79" y="421"/>
                    <a:pt x="194" y="421"/>
                  </a:cubicBezTo>
                  <a:lnTo>
                    <a:pt x="5758" y="421"/>
                  </a:lnTo>
                  <a:cubicBezTo>
                    <a:pt x="5873" y="421"/>
                    <a:pt x="5970" y="324"/>
                    <a:pt x="5970" y="209"/>
                  </a:cubicBezTo>
                  <a:cubicBezTo>
                    <a:pt x="5970" y="93"/>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2127814" y="889837"/>
              <a:ext cx="1754975" cy="98295"/>
            </a:xfrm>
            <a:custGeom>
              <a:avLst/>
              <a:gdLst/>
              <a:ahLst/>
              <a:cxnLst/>
              <a:rect l="l" t="t" r="r" b="b"/>
              <a:pathLst>
                <a:path w="5874" h="329" extrusionOk="0">
                  <a:moveTo>
                    <a:pt x="157" y="1"/>
                  </a:moveTo>
                  <a:cubicBezTo>
                    <a:pt x="79" y="1"/>
                    <a:pt x="0" y="79"/>
                    <a:pt x="0" y="158"/>
                  </a:cubicBezTo>
                  <a:lnTo>
                    <a:pt x="0" y="176"/>
                  </a:lnTo>
                  <a:cubicBezTo>
                    <a:pt x="0" y="255"/>
                    <a:pt x="79" y="329"/>
                    <a:pt x="157" y="329"/>
                  </a:cubicBezTo>
                  <a:lnTo>
                    <a:pt x="5721" y="329"/>
                  </a:lnTo>
                  <a:cubicBezTo>
                    <a:pt x="5818" y="329"/>
                    <a:pt x="5873" y="255"/>
                    <a:pt x="5873" y="176"/>
                  </a:cubicBezTo>
                  <a:lnTo>
                    <a:pt x="5873" y="158"/>
                  </a:lnTo>
                  <a:cubicBezTo>
                    <a:pt x="5873" y="79"/>
                    <a:pt x="5818" y="1"/>
                    <a:pt x="57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2116760" y="878783"/>
              <a:ext cx="1783956" cy="121897"/>
            </a:xfrm>
            <a:custGeom>
              <a:avLst/>
              <a:gdLst/>
              <a:ahLst/>
              <a:cxnLst/>
              <a:rect l="l" t="t" r="r" b="b"/>
              <a:pathLst>
                <a:path w="5971" h="408" extrusionOk="0">
                  <a:moveTo>
                    <a:pt x="5758" y="79"/>
                  </a:moveTo>
                  <a:cubicBezTo>
                    <a:pt x="5832" y="79"/>
                    <a:pt x="5873" y="135"/>
                    <a:pt x="5873" y="195"/>
                  </a:cubicBezTo>
                  <a:lnTo>
                    <a:pt x="5873" y="213"/>
                  </a:lnTo>
                  <a:cubicBezTo>
                    <a:pt x="5873" y="269"/>
                    <a:pt x="5832" y="310"/>
                    <a:pt x="5758" y="310"/>
                  </a:cubicBezTo>
                  <a:lnTo>
                    <a:pt x="194" y="310"/>
                  </a:lnTo>
                  <a:cubicBezTo>
                    <a:pt x="134" y="310"/>
                    <a:pt x="79" y="269"/>
                    <a:pt x="79" y="213"/>
                  </a:cubicBezTo>
                  <a:lnTo>
                    <a:pt x="79" y="195"/>
                  </a:lnTo>
                  <a:cubicBezTo>
                    <a:pt x="79" y="135"/>
                    <a:pt x="134" y="79"/>
                    <a:pt x="194" y="79"/>
                  </a:cubicBezTo>
                  <a:close/>
                  <a:moveTo>
                    <a:pt x="194" y="1"/>
                  </a:moveTo>
                  <a:cubicBezTo>
                    <a:pt x="79" y="1"/>
                    <a:pt x="0" y="79"/>
                    <a:pt x="0" y="195"/>
                  </a:cubicBezTo>
                  <a:lnTo>
                    <a:pt x="0" y="213"/>
                  </a:lnTo>
                  <a:cubicBezTo>
                    <a:pt x="0" y="310"/>
                    <a:pt x="79" y="407"/>
                    <a:pt x="194" y="407"/>
                  </a:cubicBezTo>
                  <a:lnTo>
                    <a:pt x="5758" y="407"/>
                  </a:lnTo>
                  <a:cubicBezTo>
                    <a:pt x="5873" y="407"/>
                    <a:pt x="5970" y="310"/>
                    <a:pt x="5970" y="213"/>
                  </a:cubicBezTo>
                  <a:lnTo>
                    <a:pt x="5970" y="195"/>
                  </a:lnTo>
                  <a:cubicBezTo>
                    <a:pt x="5970" y="79"/>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9"/>
            <p:cNvSpPr/>
            <p:nvPr/>
          </p:nvSpPr>
          <p:spPr>
            <a:xfrm>
              <a:off x="2127814" y="1494545"/>
              <a:ext cx="1754975" cy="98295"/>
            </a:xfrm>
            <a:custGeom>
              <a:avLst/>
              <a:gdLst/>
              <a:ahLst/>
              <a:cxnLst/>
              <a:rect l="l" t="t" r="r" b="b"/>
              <a:pathLst>
                <a:path w="5874" h="329" extrusionOk="0">
                  <a:moveTo>
                    <a:pt x="157" y="1"/>
                  </a:moveTo>
                  <a:cubicBezTo>
                    <a:pt x="79" y="1"/>
                    <a:pt x="0" y="56"/>
                    <a:pt x="0" y="153"/>
                  </a:cubicBezTo>
                  <a:cubicBezTo>
                    <a:pt x="0" y="250"/>
                    <a:pt x="79" y="329"/>
                    <a:pt x="157" y="329"/>
                  </a:cubicBezTo>
                  <a:lnTo>
                    <a:pt x="5721" y="329"/>
                  </a:lnTo>
                  <a:cubicBezTo>
                    <a:pt x="5818" y="329"/>
                    <a:pt x="5873" y="250"/>
                    <a:pt x="5873" y="153"/>
                  </a:cubicBezTo>
                  <a:cubicBezTo>
                    <a:pt x="5873" y="56"/>
                    <a:pt x="5818" y="1"/>
                    <a:pt x="5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9"/>
            <p:cNvSpPr/>
            <p:nvPr/>
          </p:nvSpPr>
          <p:spPr>
            <a:xfrm>
              <a:off x="2116760" y="1476619"/>
              <a:ext cx="1783956" cy="127275"/>
            </a:xfrm>
            <a:custGeom>
              <a:avLst/>
              <a:gdLst/>
              <a:ahLst/>
              <a:cxnLst/>
              <a:rect l="l" t="t" r="r" b="b"/>
              <a:pathLst>
                <a:path w="5971" h="426" extrusionOk="0">
                  <a:moveTo>
                    <a:pt x="5758" y="98"/>
                  </a:moveTo>
                  <a:cubicBezTo>
                    <a:pt x="5832" y="98"/>
                    <a:pt x="5873" y="158"/>
                    <a:pt x="5873" y="213"/>
                  </a:cubicBezTo>
                  <a:cubicBezTo>
                    <a:pt x="5873" y="292"/>
                    <a:pt x="5832" y="329"/>
                    <a:pt x="5758" y="329"/>
                  </a:cubicBezTo>
                  <a:lnTo>
                    <a:pt x="194" y="329"/>
                  </a:lnTo>
                  <a:cubicBezTo>
                    <a:pt x="134" y="329"/>
                    <a:pt x="79" y="292"/>
                    <a:pt x="79" y="213"/>
                  </a:cubicBezTo>
                  <a:cubicBezTo>
                    <a:pt x="79" y="158"/>
                    <a:pt x="134" y="98"/>
                    <a:pt x="194" y="98"/>
                  </a:cubicBezTo>
                  <a:close/>
                  <a:moveTo>
                    <a:pt x="194" y="1"/>
                  </a:moveTo>
                  <a:cubicBezTo>
                    <a:pt x="79" y="1"/>
                    <a:pt x="0" y="98"/>
                    <a:pt x="0" y="213"/>
                  </a:cubicBezTo>
                  <a:cubicBezTo>
                    <a:pt x="0" y="329"/>
                    <a:pt x="79" y="426"/>
                    <a:pt x="194" y="426"/>
                  </a:cubicBezTo>
                  <a:lnTo>
                    <a:pt x="5758" y="426"/>
                  </a:lnTo>
                  <a:cubicBezTo>
                    <a:pt x="5873" y="426"/>
                    <a:pt x="5970" y="329"/>
                    <a:pt x="5970" y="213"/>
                  </a:cubicBezTo>
                  <a:cubicBezTo>
                    <a:pt x="5970" y="98"/>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9"/>
            <p:cNvSpPr/>
            <p:nvPr/>
          </p:nvSpPr>
          <p:spPr>
            <a:xfrm>
              <a:off x="2127814" y="2126740"/>
              <a:ext cx="1754975" cy="92917"/>
            </a:xfrm>
            <a:custGeom>
              <a:avLst/>
              <a:gdLst/>
              <a:ahLst/>
              <a:cxnLst/>
              <a:rect l="l" t="t" r="r" b="b"/>
              <a:pathLst>
                <a:path w="5874" h="311" extrusionOk="0">
                  <a:moveTo>
                    <a:pt x="157" y="1"/>
                  </a:moveTo>
                  <a:cubicBezTo>
                    <a:pt x="79" y="1"/>
                    <a:pt x="0" y="61"/>
                    <a:pt x="0" y="158"/>
                  </a:cubicBezTo>
                  <a:cubicBezTo>
                    <a:pt x="0" y="250"/>
                    <a:pt x="79" y="310"/>
                    <a:pt x="157" y="310"/>
                  </a:cubicBezTo>
                  <a:lnTo>
                    <a:pt x="5721" y="310"/>
                  </a:lnTo>
                  <a:cubicBezTo>
                    <a:pt x="5818" y="310"/>
                    <a:pt x="5873" y="250"/>
                    <a:pt x="5873" y="158"/>
                  </a:cubicBezTo>
                  <a:cubicBezTo>
                    <a:pt x="5873" y="61"/>
                    <a:pt x="5818" y="1"/>
                    <a:pt x="5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9"/>
            <p:cNvSpPr/>
            <p:nvPr/>
          </p:nvSpPr>
          <p:spPr>
            <a:xfrm>
              <a:off x="2116760" y="2110308"/>
              <a:ext cx="1783956" cy="125781"/>
            </a:xfrm>
            <a:custGeom>
              <a:avLst/>
              <a:gdLst/>
              <a:ahLst/>
              <a:cxnLst/>
              <a:rect l="l" t="t" r="r" b="b"/>
              <a:pathLst>
                <a:path w="5971" h="421" extrusionOk="0">
                  <a:moveTo>
                    <a:pt x="5758" y="97"/>
                  </a:moveTo>
                  <a:cubicBezTo>
                    <a:pt x="5832" y="97"/>
                    <a:pt x="5873" y="134"/>
                    <a:pt x="5873" y="213"/>
                  </a:cubicBezTo>
                  <a:cubicBezTo>
                    <a:pt x="5873" y="268"/>
                    <a:pt x="5832" y="328"/>
                    <a:pt x="5758" y="328"/>
                  </a:cubicBezTo>
                  <a:lnTo>
                    <a:pt x="194" y="328"/>
                  </a:lnTo>
                  <a:cubicBezTo>
                    <a:pt x="134" y="328"/>
                    <a:pt x="79" y="268"/>
                    <a:pt x="79" y="213"/>
                  </a:cubicBezTo>
                  <a:cubicBezTo>
                    <a:pt x="79" y="134"/>
                    <a:pt x="134" y="97"/>
                    <a:pt x="194" y="97"/>
                  </a:cubicBezTo>
                  <a:close/>
                  <a:moveTo>
                    <a:pt x="194" y="0"/>
                  </a:moveTo>
                  <a:cubicBezTo>
                    <a:pt x="79" y="0"/>
                    <a:pt x="0" y="97"/>
                    <a:pt x="0" y="213"/>
                  </a:cubicBezTo>
                  <a:cubicBezTo>
                    <a:pt x="0" y="328"/>
                    <a:pt x="79" y="421"/>
                    <a:pt x="194" y="421"/>
                  </a:cubicBezTo>
                  <a:lnTo>
                    <a:pt x="5758" y="421"/>
                  </a:lnTo>
                  <a:cubicBezTo>
                    <a:pt x="5873" y="421"/>
                    <a:pt x="5970" y="328"/>
                    <a:pt x="5970" y="213"/>
                  </a:cubicBezTo>
                  <a:cubicBezTo>
                    <a:pt x="5970" y="97"/>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a:off x="2127814" y="1045795"/>
              <a:ext cx="875396" cy="98295"/>
            </a:xfrm>
            <a:custGeom>
              <a:avLst/>
              <a:gdLst/>
              <a:ahLst/>
              <a:cxnLst/>
              <a:rect l="l" t="t" r="r" b="b"/>
              <a:pathLst>
                <a:path w="2930" h="329" extrusionOk="0">
                  <a:moveTo>
                    <a:pt x="157" y="1"/>
                  </a:moveTo>
                  <a:cubicBezTo>
                    <a:pt x="79" y="1"/>
                    <a:pt x="0" y="56"/>
                    <a:pt x="0" y="153"/>
                  </a:cubicBezTo>
                  <a:cubicBezTo>
                    <a:pt x="0" y="250"/>
                    <a:pt x="79" y="329"/>
                    <a:pt x="157" y="329"/>
                  </a:cubicBezTo>
                  <a:lnTo>
                    <a:pt x="2754" y="329"/>
                  </a:lnTo>
                  <a:cubicBezTo>
                    <a:pt x="2851" y="329"/>
                    <a:pt x="2930" y="250"/>
                    <a:pt x="2930" y="153"/>
                  </a:cubicBezTo>
                  <a:cubicBezTo>
                    <a:pt x="2930" y="56"/>
                    <a:pt x="2851" y="1"/>
                    <a:pt x="2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a:off x="2116760" y="1034740"/>
              <a:ext cx="897505" cy="120403"/>
            </a:xfrm>
            <a:custGeom>
              <a:avLst/>
              <a:gdLst/>
              <a:ahLst/>
              <a:cxnLst/>
              <a:rect l="l" t="t" r="r" b="b"/>
              <a:pathLst>
                <a:path w="3004" h="403" extrusionOk="0">
                  <a:moveTo>
                    <a:pt x="2791" y="75"/>
                  </a:moveTo>
                  <a:cubicBezTo>
                    <a:pt x="2870" y="75"/>
                    <a:pt x="2907" y="135"/>
                    <a:pt x="2907" y="190"/>
                  </a:cubicBezTo>
                  <a:cubicBezTo>
                    <a:pt x="2907" y="269"/>
                    <a:pt x="2870" y="306"/>
                    <a:pt x="2791" y="306"/>
                  </a:cubicBezTo>
                  <a:lnTo>
                    <a:pt x="194" y="306"/>
                  </a:lnTo>
                  <a:cubicBezTo>
                    <a:pt x="134" y="306"/>
                    <a:pt x="79" y="269"/>
                    <a:pt x="79" y="190"/>
                  </a:cubicBezTo>
                  <a:cubicBezTo>
                    <a:pt x="79" y="135"/>
                    <a:pt x="134" y="75"/>
                    <a:pt x="194" y="75"/>
                  </a:cubicBezTo>
                  <a:close/>
                  <a:moveTo>
                    <a:pt x="194" y="1"/>
                  </a:moveTo>
                  <a:cubicBezTo>
                    <a:pt x="79" y="1"/>
                    <a:pt x="0" y="75"/>
                    <a:pt x="0" y="190"/>
                  </a:cubicBezTo>
                  <a:cubicBezTo>
                    <a:pt x="0" y="306"/>
                    <a:pt x="79" y="403"/>
                    <a:pt x="194" y="403"/>
                  </a:cubicBezTo>
                  <a:lnTo>
                    <a:pt x="2791" y="403"/>
                  </a:lnTo>
                  <a:cubicBezTo>
                    <a:pt x="2907" y="403"/>
                    <a:pt x="3004" y="306"/>
                    <a:pt x="3004" y="190"/>
                  </a:cubicBezTo>
                  <a:cubicBezTo>
                    <a:pt x="3004" y="75"/>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2127814" y="1649307"/>
              <a:ext cx="875396" cy="92618"/>
            </a:xfrm>
            <a:custGeom>
              <a:avLst/>
              <a:gdLst/>
              <a:ahLst/>
              <a:cxnLst/>
              <a:rect l="l" t="t" r="r" b="b"/>
              <a:pathLst>
                <a:path w="2930" h="310" extrusionOk="0">
                  <a:moveTo>
                    <a:pt x="157" y="0"/>
                  </a:moveTo>
                  <a:cubicBezTo>
                    <a:pt x="79" y="0"/>
                    <a:pt x="0" y="60"/>
                    <a:pt x="0" y="157"/>
                  </a:cubicBezTo>
                  <a:cubicBezTo>
                    <a:pt x="0" y="254"/>
                    <a:pt x="79" y="310"/>
                    <a:pt x="157" y="310"/>
                  </a:cubicBezTo>
                  <a:lnTo>
                    <a:pt x="2754" y="310"/>
                  </a:lnTo>
                  <a:cubicBezTo>
                    <a:pt x="2851" y="310"/>
                    <a:pt x="2930" y="254"/>
                    <a:pt x="2930" y="157"/>
                  </a:cubicBezTo>
                  <a:cubicBezTo>
                    <a:pt x="2930" y="60"/>
                    <a:pt x="2851" y="0"/>
                    <a:pt x="2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p:cNvSpPr/>
            <p:nvPr/>
          </p:nvSpPr>
          <p:spPr>
            <a:xfrm>
              <a:off x="2116760" y="1632576"/>
              <a:ext cx="897505" cy="127275"/>
            </a:xfrm>
            <a:custGeom>
              <a:avLst/>
              <a:gdLst/>
              <a:ahLst/>
              <a:cxnLst/>
              <a:rect l="l" t="t" r="r" b="b"/>
              <a:pathLst>
                <a:path w="3004" h="426" extrusionOk="0">
                  <a:moveTo>
                    <a:pt x="2791" y="98"/>
                  </a:moveTo>
                  <a:cubicBezTo>
                    <a:pt x="2870" y="98"/>
                    <a:pt x="2907" y="135"/>
                    <a:pt x="2907" y="213"/>
                  </a:cubicBezTo>
                  <a:cubicBezTo>
                    <a:pt x="2907" y="269"/>
                    <a:pt x="2870" y="329"/>
                    <a:pt x="2791" y="329"/>
                  </a:cubicBezTo>
                  <a:lnTo>
                    <a:pt x="194" y="329"/>
                  </a:lnTo>
                  <a:cubicBezTo>
                    <a:pt x="134" y="329"/>
                    <a:pt x="79" y="269"/>
                    <a:pt x="79" y="213"/>
                  </a:cubicBezTo>
                  <a:cubicBezTo>
                    <a:pt x="79" y="135"/>
                    <a:pt x="134" y="98"/>
                    <a:pt x="194" y="98"/>
                  </a:cubicBezTo>
                  <a:close/>
                  <a:moveTo>
                    <a:pt x="194" y="1"/>
                  </a:moveTo>
                  <a:cubicBezTo>
                    <a:pt x="79" y="1"/>
                    <a:pt x="0" y="98"/>
                    <a:pt x="0" y="213"/>
                  </a:cubicBezTo>
                  <a:cubicBezTo>
                    <a:pt x="0" y="329"/>
                    <a:pt x="79" y="426"/>
                    <a:pt x="194" y="426"/>
                  </a:cubicBezTo>
                  <a:lnTo>
                    <a:pt x="2791" y="426"/>
                  </a:lnTo>
                  <a:cubicBezTo>
                    <a:pt x="2907" y="426"/>
                    <a:pt x="3004" y="329"/>
                    <a:pt x="3004" y="213"/>
                  </a:cubicBezTo>
                  <a:cubicBezTo>
                    <a:pt x="3004" y="98"/>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p:cNvSpPr/>
            <p:nvPr/>
          </p:nvSpPr>
          <p:spPr>
            <a:xfrm>
              <a:off x="2127814" y="2277319"/>
              <a:ext cx="875396" cy="96801"/>
            </a:xfrm>
            <a:custGeom>
              <a:avLst/>
              <a:gdLst/>
              <a:ahLst/>
              <a:cxnLst/>
              <a:rect l="l" t="t" r="r" b="b"/>
              <a:pathLst>
                <a:path w="2930" h="324" extrusionOk="0">
                  <a:moveTo>
                    <a:pt x="157" y="0"/>
                  </a:moveTo>
                  <a:cubicBezTo>
                    <a:pt x="79" y="0"/>
                    <a:pt x="0" y="74"/>
                    <a:pt x="0" y="171"/>
                  </a:cubicBezTo>
                  <a:cubicBezTo>
                    <a:pt x="0" y="250"/>
                    <a:pt x="79" y="324"/>
                    <a:pt x="157" y="324"/>
                  </a:cubicBezTo>
                  <a:lnTo>
                    <a:pt x="2754" y="324"/>
                  </a:lnTo>
                  <a:cubicBezTo>
                    <a:pt x="2851" y="324"/>
                    <a:pt x="2930" y="250"/>
                    <a:pt x="2930" y="171"/>
                  </a:cubicBezTo>
                  <a:cubicBezTo>
                    <a:pt x="2930" y="74"/>
                    <a:pt x="2851" y="0"/>
                    <a:pt x="2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2116760" y="2264771"/>
              <a:ext cx="897505" cy="121897"/>
            </a:xfrm>
            <a:custGeom>
              <a:avLst/>
              <a:gdLst/>
              <a:ahLst/>
              <a:cxnLst/>
              <a:rect l="l" t="t" r="r" b="b"/>
              <a:pathLst>
                <a:path w="3004" h="408" extrusionOk="0">
                  <a:moveTo>
                    <a:pt x="2791" y="98"/>
                  </a:moveTo>
                  <a:cubicBezTo>
                    <a:pt x="2870" y="98"/>
                    <a:pt x="2907" y="135"/>
                    <a:pt x="2907" y="213"/>
                  </a:cubicBezTo>
                  <a:cubicBezTo>
                    <a:pt x="2907" y="273"/>
                    <a:pt x="2870" y="329"/>
                    <a:pt x="2791" y="329"/>
                  </a:cubicBezTo>
                  <a:lnTo>
                    <a:pt x="194" y="329"/>
                  </a:lnTo>
                  <a:cubicBezTo>
                    <a:pt x="134" y="329"/>
                    <a:pt x="79" y="273"/>
                    <a:pt x="79" y="213"/>
                  </a:cubicBezTo>
                  <a:cubicBezTo>
                    <a:pt x="79" y="135"/>
                    <a:pt x="134" y="98"/>
                    <a:pt x="194" y="98"/>
                  </a:cubicBezTo>
                  <a:close/>
                  <a:moveTo>
                    <a:pt x="194" y="1"/>
                  </a:moveTo>
                  <a:cubicBezTo>
                    <a:pt x="79" y="1"/>
                    <a:pt x="0" y="98"/>
                    <a:pt x="0" y="213"/>
                  </a:cubicBezTo>
                  <a:cubicBezTo>
                    <a:pt x="0" y="329"/>
                    <a:pt x="79" y="407"/>
                    <a:pt x="194" y="407"/>
                  </a:cubicBezTo>
                  <a:lnTo>
                    <a:pt x="2791" y="407"/>
                  </a:lnTo>
                  <a:cubicBezTo>
                    <a:pt x="2907" y="407"/>
                    <a:pt x="3004" y="329"/>
                    <a:pt x="3004" y="213"/>
                  </a:cubicBezTo>
                  <a:cubicBezTo>
                    <a:pt x="3004" y="98"/>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AEE2F4">
            <a:alpha val="3082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212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2pPr>
            <a:lvl3pPr lvl="2"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3pPr>
            <a:lvl4pPr lvl="3"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4pPr>
            <a:lvl5pPr lvl="4"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5pPr>
            <a:lvl6pPr lvl="5"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6pPr>
            <a:lvl7pPr lvl="6"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7pPr>
            <a:lvl8pPr lvl="7"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8pPr>
            <a:lvl9pPr lvl="8"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marL="914400" lvl="1"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marL="1371600" lvl="2"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marL="1828800" lvl="3"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marL="2286000" lvl="4"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marL="2743200" lvl="5"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marL="3200400" lvl="6"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marL="3657600" lvl="7"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marL="4114800" lvl="8"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8" r:id="rId5"/>
    <p:sldLayoutId id="2147483659" r:id="rId6"/>
    <p:sldLayoutId id="2147483660" r:id="rId7"/>
    <p:sldLayoutId id="2147483666" r:id="rId8"/>
    <p:sldLayoutId id="2147483670" r:id="rId9"/>
    <p:sldLayoutId id="214748367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3"/>
          <p:cNvSpPr txBox="1">
            <a:spLocks noGrp="1"/>
          </p:cNvSpPr>
          <p:nvPr>
            <p:ph type="ctrTitle"/>
          </p:nvPr>
        </p:nvSpPr>
        <p:spPr>
          <a:xfrm>
            <a:off x="4647726" y="744814"/>
            <a:ext cx="4530600" cy="222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4800" b="0" i="1" dirty="0"/>
              <a:t>BÁO CÁO TIẾN ĐỘ  </a:t>
            </a:r>
            <a:endParaRPr sz="4800" b="0" i="1" dirty="0"/>
          </a:p>
        </p:txBody>
      </p:sp>
      <p:sp>
        <p:nvSpPr>
          <p:cNvPr id="536" name="Google Shape;536;p33"/>
          <p:cNvSpPr txBox="1">
            <a:spLocks noGrp="1"/>
          </p:cNvSpPr>
          <p:nvPr>
            <p:ph type="subTitle" idx="1"/>
          </p:nvPr>
        </p:nvSpPr>
        <p:spPr>
          <a:xfrm>
            <a:off x="3905046" y="3018274"/>
            <a:ext cx="4530600" cy="14153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Môn Thiết kế mạng Nhóm 1        	    </a:t>
            </a:r>
          </a:p>
          <a:p>
            <a:pPr marL="0" lvl="0" indent="0" algn="l" rtl="0">
              <a:spcBef>
                <a:spcPts val="0"/>
              </a:spcBef>
              <a:spcAft>
                <a:spcPts val="0"/>
              </a:spcAft>
              <a:buNone/>
            </a:pPr>
            <a:r>
              <a:rPr lang="vi-VN" dirty="0"/>
              <a:t>Đỗ Xuân Trường       	21522729</a:t>
            </a:r>
          </a:p>
          <a:p>
            <a:pPr marL="0" lvl="0" indent="0" algn="l" rtl="0">
              <a:spcBef>
                <a:spcPts val="0"/>
              </a:spcBef>
              <a:spcAft>
                <a:spcPts val="0"/>
              </a:spcAft>
              <a:buNone/>
            </a:pPr>
            <a:r>
              <a:rPr lang="vi-VN" dirty="0"/>
              <a:t>Phùng Nam Thanh                	21522604</a:t>
            </a:r>
          </a:p>
          <a:p>
            <a:pPr marL="0" lvl="0" indent="0" algn="l" rtl="0">
              <a:spcBef>
                <a:spcPts val="0"/>
              </a:spcBef>
              <a:spcAft>
                <a:spcPts val="0"/>
              </a:spcAft>
              <a:buNone/>
            </a:pPr>
            <a:r>
              <a:rPr lang="vi-VN" dirty="0"/>
              <a:t>Nguyễn Đức Trung Kiên	21521023</a:t>
            </a:r>
          </a:p>
          <a:p>
            <a:pPr marL="0" lvl="0" indent="0" algn="l" rtl="0">
              <a:spcBef>
                <a:spcPts val="0"/>
              </a:spcBef>
              <a:spcAft>
                <a:spcPts val="0"/>
              </a:spcAft>
              <a:buNone/>
            </a:pPr>
            <a:r>
              <a:rPr lang="vi-VN" dirty="0"/>
              <a:t>Huỳnh Gia Bảo		21520604</a:t>
            </a:r>
          </a:p>
          <a:p>
            <a:pPr marL="0" lvl="0" indent="0" algn="l" rtl="0">
              <a:spcBef>
                <a:spcPts val="0"/>
              </a:spcBef>
              <a:spcAft>
                <a:spcPts val="0"/>
              </a:spcAft>
              <a:buNone/>
            </a:pPr>
            <a:endParaRPr lang="vi-VN" dirty="0"/>
          </a:p>
        </p:txBody>
      </p:sp>
      <p:grpSp>
        <p:nvGrpSpPr>
          <p:cNvPr id="537" name="Google Shape;537;p33"/>
          <p:cNvGrpSpPr/>
          <p:nvPr/>
        </p:nvGrpSpPr>
        <p:grpSpPr>
          <a:xfrm>
            <a:off x="556725" y="779703"/>
            <a:ext cx="3208310" cy="3653947"/>
            <a:chOff x="556725" y="779703"/>
            <a:chExt cx="3208310" cy="3653947"/>
          </a:xfrm>
        </p:grpSpPr>
        <p:sp>
          <p:nvSpPr>
            <p:cNvPr id="538" name="Google Shape;538;p33"/>
            <p:cNvSpPr/>
            <p:nvPr/>
          </p:nvSpPr>
          <p:spPr>
            <a:xfrm>
              <a:off x="1745491" y="784984"/>
              <a:ext cx="119146" cy="78181"/>
            </a:xfrm>
            <a:custGeom>
              <a:avLst/>
              <a:gdLst/>
              <a:ahLst/>
              <a:cxnLst/>
              <a:rect l="l" t="t" r="r" b="b"/>
              <a:pathLst>
                <a:path w="1399" h="918" extrusionOk="0">
                  <a:moveTo>
                    <a:pt x="330" y="1"/>
                  </a:moveTo>
                  <a:cubicBezTo>
                    <a:pt x="220" y="1"/>
                    <a:pt x="131" y="69"/>
                    <a:pt x="110" y="174"/>
                  </a:cubicBezTo>
                  <a:lnTo>
                    <a:pt x="0" y="745"/>
                  </a:lnTo>
                  <a:lnTo>
                    <a:pt x="0" y="765"/>
                  </a:lnTo>
                  <a:cubicBezTo>
                    <a:pt x="0" y="854"/>
                    <a:pt x="68" y="917"/>
                    <a:pt x="152" y="917"/>
                  </a:cubicBezTo>
                  <a:lnTo>
                    <a:pt x="1267" y="917"/>
                  </a:lnTo>
                  <a:cubicBezTo>
                    <a:pt x="1356" y="917"/>
                    <a:pt x="1398" y="828"/>
                    <a:pt x="1377" y="745"/>
                  </a:cubicBezTo>
                  <a:lnTo>
                    <a:pt x="1267" y="174"/>
                  </a:lnTo>
                  <a:cubicBezTo>
                    <a:pt x="1246" y="69"/>
                    <a:pt x="1157" y="1"/>
                    <a:pt x="10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3"/>
            <p:cNvSpPr/>
            <p:nvPr/>
          </p:nvSpPr>
          <p:spPr>
            <a:xfrm>
              <a:off x="1738337" y="779703"/>
              <a:ext cx="131665" cy="89253"/>
            </a:xfrm>
            <a:custGeom>
              <a:avLst/>
              <a:gdLst/>
              <a:ahLst/>
              <a:cxnLst/>
              <a:rect l="l" t="t" r="r" b="b"/>
              <a:pathLst>
                <a:path w="1546" h="1048" extrusionOk="0">
                  <a:moveTo>
                    <a:pt x="1131" y="105"/>
                  </a:moveTo>
                  <a:cubicBezTo>
                    <a:pt x="1220" y="105"/>
                    <a:pt x="1283" y="173"/>
                    <a:pt x="1309" y="262"/>
                  </a:cubicBezTo>
                  <a:lnTo>
                    <a:pt x="1414" y="827"/>
                  </a:lnTo>
                  <a:cubicBezTo>
                    <a:pt x="1414" y="869"/>
                    <a:pt x="1372" y="937"/>
                    <a:pt x="1330" y="937"/>
                  </a:cubicBezTo>
                  <a:lnTo>
                    <a:pt x="236" y="937"/>
                  </a:lnTo>
                  <a:cubicBezTo>
                    <a:pt x="173" y="937"/>
                    <a:pt x="131" y="869"/>
                    <a:pt x="152" y="827"/>
                  </a:cubicBezTo>
                  <a:lnTo>
                    <a:pt x="262" y="262"/>
                  </a:lnTo>
                  <a:cubicBezTo>
                    <a:pt x="262" y="173"/>
                    <a:pt x="346" y="105"/>
                    <a:pt x="414" y="105"/>
                  </a:cubicBezTo>
                  <a:close/>
                  <a:moveTo>
                    <a:pt x="414" y="0"/>
                  </a:moveTo>
                  <a:cubicBezTo>
                    <a:pt x="283" y="0"/>
                    <a:pt x="173" y="105"/>
                    <a:pt x="152" y="236"/>
                  </a:cubicBezTo>
                  <a:lnTo>
                    <a:pt x="21" y="807"/>
                  </a:lnTo>
                  <a:cubicBezTo>
                    <a:pt x="0" y="937"/>
                    <a:pt x="105" y="1047"/>
                    <a:pt x="236" y="1047"/>
                  </a:cubicBezTo>
                  <a:lnTo>
                    <a:pt x="1330" y="1047"/>
                  </a:lnTo>
                  <a:cubicBezTo>
                    <a:pt x="1461" y="1047"/>
                    <a:pt x="1545" y="937"/>
                    <a:pt x="1524" y="807"/>
                  </a:cubicBezTo>
                  <a:lnTo>
                    <a:pt x="1414" y="236"/>
                  </a:lnTo>
                  <a:cubicBezTo>
                    <a:pt x="1393" y="105"/>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3"/>
            <p:cNvSpPr/>
            <p:nvPr/>
          </p:nvSpPr>
          <p:spPr>
            <a:xfrm>
              <a:off x="3586532" y="1513484"/>
              <a:ext cx="122808" cy="119657"/>
            </a:xfrm>
            <a:custGeom>
              <a:avLst/>
              <a:gdLst/>
              <a:ahLst/>
              <a:cxnLst/>
              <a:rect l="l" t="t" r="r" b="b"/>
              <a:pathLst>
                <a:path w="1442" h="1405" extrusionOk="0">
                  <a:moveTo>
                    <a:pt x="685" y="1"/>
                  </a:moveTo>
                  <a:cubicBezTo>
                    <a:pt x="644" y="1"/>
                    <a:pt x="604" y="12"/>
                    <a:pt x="567" y="32"/>
                  </a:cubicBezTo>
                  <a:lnTo>
                    <a:pt x="85" y="357"/>
                  </a:lnTo>
                  <a:cubicBezTo>
                    <a:pt x="64" y="357"/>
                    <a:pt x="64" y="378"/>
                    <a:pt x="64" y="378"/>
                  </a:cubicBezTo>
                  <a:cubicBezTo>
                    <a:pt x="1" y="446"/>
                    <a:pt x="1" y="535"/>
                    <a:pt x="64" y="598"/>
                  </a:cubicBezTo>
                  <a:lnTo>
                    <a:pt x="828" y="1362"/>
                  </a:lnTo>
                  <a:cubicBezTo>
                    <a:pt x="828" y="1362"/>
                    <a:pt x="828" y="1383"/>
                    <a:pt x="849" y="1383"/>
                  </a:cubicBezTo>
                  <a:cubicBezTo>
                    <a:pt x="873" y="1398"/>
                    <a:pt x="900" y="1405"/>
                    <a:pt x="925" y="1405"/>
                  </a:cubicBezTo>
                  <a:cubicBezTo>
                    <a:pt x="972" y="1405"/>
                    <a:pt x="1018" y="1382"/>
                    <a:pt x="1048" y="1341"/>
                  </a:cubicBezTo>
                  <a:lnTo>
                    <a:pt x="1373" y="859"/>
                  </a:lnTo>
                  <a:cubicBezTo>
                    <a:pt x="1441" y="770"/>
                    <a:pt x="1415" y="666"/>
                    <a:pt x="1352" y="577"/>
                  </a:cubicBezTo>
                  <a:lnTo>
                    <a:pt x="849" y="74"/>
                  </a:lnTo>
                  <a:cubicBezTo>
                    <a:pt x="798" y="22"/>
                    <a:pt x="741" y="1"/>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3"/>
            <p:cNvSpPr/>
            <p:nvPr/>
          </p:nvSpPr>
          <p:spPr>
            <a:xfrm>
              <a:off x="3578952" y="1508545"/>
              <a:ext cx="135668" cy="129280"/>
            </a:xfrm>
            <a:custGeom>
              <a:avLst/>
              <a:gdLst/>
              <a:ahLst/>
              <a:cxnLst/>
              <a:rect l="l" t="t" r="r" b="b"/>
              <a:pathLst>
                <a:path w="1593" h="1518" extrusionOk="0">
                  <a:moveTo>
                    <a:pt x="775" y="113"/>
                  </a:moveTo>
                  <a:cubicBezTo>
                    <a:pt x="817" y="113"/>
                    <a:pt x="859" y="130"/>
                    <a:pt x="896" y="153"/>
                  </a:cubicBezTo>
                  <a:lnTo>
                    <a:pt x="896" y="174"/>
                  </a:lnTo>
                  <a:lnTo>
                    <a:pt x="1399" y="677"/>
                  </a:lnTo>
                  <a:cubicBezTo>
                    <a:pt x="1462" y="724"/>
                    <a:pt x="1462" y="828"/>
                    <a:pt x="1420" y="896"/>
                  </a:cubicBezTo>
                  <a:lnTo>
                    <a:pt x="1090" y="1378"/>
                  </a:lnTo>
                  <a:cubicBezTo>
                    <a:pt x="1080" y="1399"/>
                    <a:pt x="1059" y="1410"/>
                    <a:pt x="1035" y="1410"/>
                  </a:cubicBezTo>
                  <a:cubicBezTo>
                    <a:pt x="1010" y="1410"/>
                    <a:pt x="983" y="1399"/>
                    <a:pt x="959" y="1378"/>
                  </a:cubicBezTo>
                  <a:lnTo>
                    <a:pt x="174" y="614"/>
                  </a:lnTo>
                  <a:cubicBezTo>
                    <a:pt x="132" y="567"/>
                    <a:pt x="153" y="504"/>
                    <a:pt x="195" y="462"/>
                  </a:cubicBezTo>
                  <a:lnTo>
                    <a:pt x="676" y="153"/>
                  </a:lnTo>
                  <a:cubicBezTo>
                    <a:pt x="707" y="124"/>
                    <a:pt x="741" y="113"/>
                    <a:pt x="775" y="113"/>
                  </a:cubicBezTo>
                  <a:close/>
                  <a:moveTo>
                    <a:pt x="768" y="0"/>
                  </a:moveTo>
                  <a:cubicBezTo>
                    <a:pt x="714" y="0"/>
                    <a:pt x="659" y="16"/>
                    <a:pt x="614" y="43"/>
                  </a:cubicBezTo>
                  <a:lnTo>
                    <a:pt x="132" y="373"/>
                  </a:lnTo>
                  <a:cubicBezTo>
                    <a:pt x="22" y="436"/>
                    <a:pt x="1" y="614"/>
                    <a:pt x="111" y="697"/>
                  </a:cubicBezTo>
                  <a:lnTo>
                    <a:pt x="875" y="1462"/>
                  </a:lnTo>
                  <a:cubicBezTo>
                    <a:pt x="911" y="1500"/>
                    <a:pt x="958" y="1518"/>
                    <a:pt x="1008" y="1518"/>
                  </a:cubicBezTo>
                  <a:cubicBezTo>
                    <a:pt x="1076" y="1518"/>
                    <a:pt x="1149" y="1484"/>
                    <a:pt x="1200" y="1420"/>
                  </a:cubicBezTo>
                  <a:lnTo>
                    <a:pt x="1504" y="959"/>
                  </a:lnTo>
                  <a:cubicBezTo>
                    <a:pt x="1593" y="828"/>
                    <a:pt x="1572" y="697"/>
                    <a:pt x="1483" y="593"/>
                  </a:cubicBezTo>
                  <a:lnTo>
                    <a:pt x="959" y="90"/>
                  </a:lnTo>
                  <a:lnTo>
                    <a:pt x="959" y="69"/>
                  </a:lnTo>
                  <a:lnTo>
                    <a:pt x="941" y="69"/>
                  </a:lnTo>
                  <a:cubicBezTo>
                    <a:pt x="894" y="21"/>
                    <a:pt x="831" y="0"/>
                    <a:pt x="76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3"/>
            <p:cNvSpPr/>
            <p:nvPr/>
          </p:nvSpPr>
          <p:spPr>
            <a:xfrm>
              <a:off x="3681148" y="1674016"/>
              <a:ext cx="78096" cy="119486"/>
            </a:xfrm>
            <a:custGeom>
              <a:avLst/>
              <a:gdLst/>
              <a:ahLst/>
              <a:cxnLst/>
              <a:rect l="l" t="t" r="r" b="b"/>
              <a:pathLst>
                <a:path w="917" h="1403" extrusionOk="0">
                  <a:moveTo>
                    <a:pt x="152" y="1"/>
                  </a:moveTo>
                  <a:cubicBezTo>
                    <a:pt x="68" y="1"/>
                    <a:pt x="0" y="64"/>
                    <a:pt x="0" y="153"/>
                  </a:cubicBezTo>
                  <a:lnTo>
                    <a:pt x="0" y="1242"/>
                  </a:lnTo>
                  <a:lnTo>
                    <a:pt x="0" y="1268"/>
                  </a:lnTo>
                  <a:cubicBezTo>
                    <a:pt x="0" y="1342"/>
                    <a:pt x="69" y="1403"/>
                    <a:pt x="142" y="1403"/>
                  </a:cubicBezTo>
                  <a:cubicBezTo>
                    <a:pt x="152" y="1403"/>
                    <a:pt x="163" y="1402"/>
                    <a:pt x="173" y="1399"/>
                  </a:cubicBezTo>
                  <a:lnTo>
                    <a:pt x="744" y="1289"/>
                  </a:lnTo>
                  <a:cubicBezTo>
                    <a:pt x="854" y="1268"/>
                    <a:pt x="917" y="1179"/>
                    <a:pt x="917" y="1069"/>
                  </a:cubicBezTo>
                  <a:lnTo>
                    <a:pt x="917" y="352"/>
                  </a:lnTo>
                  <a:cubicBezTo>
                    <a:pt x="917" y="242"/>
                    <a:pt x="854" y="132"/>
                    <a:pt x="744" y="111"/>
                  </a:cubicBezTo>
                  <a:lnTo>
                    <a:pt x="1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3"/>
            <p:cNvSpPr/>
            <p:nvPr/>
          </p:nvSpPr>
          <p:spPr>
            <a:xfrm>
              <a:off x="3675782" y="1670099"/>
              <a:ext cx="89253" cy="126981"/>
            </a:xfrm>
            <a:custGeom>
              <a:avLst/>
              <a:gdLst/>
              <a:ahLst/>
              <a:cxnLst/>
              <a:rect l="l" t="t" r="r" b="b"/>
              <a:pathLst>
                <a:path w="1048" h="1491" extrusionOk="0">
                  <a:moveTo>
                    <a:pt x="193" y="105"/>
                  </a:moveTo>
                  <a:cubicBezTo>
                    <a:pt x="201" y="105"/>
                    <a:pt x="208" y="106"/>
                    <a:pt x="215" y="110"/>
                  </a:cubicBezTo>
                  <a:lnTo>
                    <a:pt x="786" y="220"/>
                  </a:lnTo>
                  <a:cubicBezTo>
                    <a:pt x="870" y="241"/>
                    <a:pt x="938" y="309"/>
                    <a:pt x="938" y="398"/>
                  </a:cubicBezTo>
                  <a:lnTo>
                    <a:pt x="938" y="1115"/>
                  </a:lnTo>
                  <a:cubicBezTo>
                    <a:pt x="938" y="1183"/>
                    <a:pt x="870" y="1246"/>
                    <a:pt x="786" y="1267"/>
                  </a:cubicBezTo>
                  <a:lnTo>
                    <a:pt x="215" y="1377"/>
                  </a:lnTo>
                  <a:cubicBezTo>
                    <a:pt x="208" y="1381"/>
                    <a:pt x="200" y="1382"/>
                    <a:pt x="191" y="1382"/>
                  </a:cubicBezTo>
                  <a:cubicBezTo>
                    <a:pt x="151" y="1382"/>
                    <a:pt x="105" y="1344"/>
                    <a:pt x="105" y="1288"/>
                  </a:cubicBezTo>
                  <a:lnTo>
                    <a:pt x="105" y="199"/>
                  </a:lnTo>
                  <a:cubicBezTo>
                    <a:pt x="105" y="146"/>
                    <a:pt x="153" y="105"/>
                    <a:pt x="193" y="105"/>
                  </a:cubicBezTo>
                  <a:close/>
                  <a:moveTo>
                    <a:pt x="198" y="0"/>
                  </a:moveTo>
                  <a:cubicBezTo>
                    <a:pt x="102" y="0"/>
                    <a:pt x="0" y="83"/>
                    <a:pt x="0" y="199"/>
                  </a:cubicBezTo>
                  <a:lnTo>
                    <a:pt x="0" y="1288"/>
                  </a:lnTo>
                  <a:cubicBezTo>
                    <a:pt x="0" y="1406"/>
                    <a:pt x="107" y="1490"/>
                    <a:pt x="205" y="1490"/>
                  </a:cubicBezTo>
                  <a:cubicBezTo>
                    <a:pt x="215" y="1490"/>
                    <a:pt x="226" y="1489"/>
                    <a:pt x="236" y="1487"/>
                  </a:cubicBezTo>
                  <a:lnTo>
                    <a:pt x="807" y="1377"/>
                  </a:lnTo>
                  <a:cubicBezTo>
                    <a:pt x="938" y="1356"/>
                    <a:pt x="1048" y="1246"/>
                    <a:pt x="1048" y="1115"/>
                  </a:cubicBezTo>
                  <a:lnTo>
                    <a:pt x="1048" y="398"/>
                  </a:lnTo>
                  <a:cubicBezTo>
                    <a:pt x="1048" y="241"/>
                    <a:pt x="938" y="136"/>
                    <a:pt x="807" y="110"/>
                  </a:cubicBezTo>
                  <a:lnTo>
                    <a:pt x="236" y="5"/>
                  </a:lnTo>
                  <a:cubicBezTo>
                    <a:pt x="224" y="2"/>
                    <a:pt x="211" y="0"/>
                    <a:pt x="19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3"/>
            <p:cNvSpPr/>
            <p:nvPr/>
          </p:nvSpPr>
          <p:spPr>
            <a:xfrm>
              <a:off x="3584317" y="1833357"/>
              <a:ext cx="125022" cy="120083"/>
            </a:xfrm>
            <a:custGeom>
              <a:avLst/>
              <a:gdLst/>
              <a:ahLst/>
              <a:cxnLst/>
              <a:rect l="l" t="t" r="r" b="b"/>
              <a:pathLst>
                <a:path w="1468" h="1410" extrusionOk="0">
                  <a:moveTo>
                    <a:pt x="955" y="1"/>
                  </a:moveTo>
                  <a:cubicBezTo>
                    <a:pt x="913" y="1"/>
                    <a:pt x="875" y="18"/>
                    <a:pt x="854" y="52"/>
                  </a:cubicBezTo>
                  <a:lnTo>
                    <a:pt x="69" y="811"/>
                  </a:lnTo>
                  <a:lnTo>
                    <a:pt x="69" y="837"/>
                  </a:lnTo>
                  <a:cubicBezTo>
                    <a:pt x="1" y="900"/>
                    <a:pt x="27" y="1010"/>
                    <a:pt x="111" y="1052"/>
                  </a:cubicBezTo>
                  <a:lnTo>
                    <a:pt x="572" y="1382"/>
                  </a:lnTo>
                  <a:cubicBezTo>
                    <a:pt x="616" y="1399"/>
                    <a:pt x="660" y="1409"/>
                    <a:pt x="701" y="1409"/>
                  </a:cubicBezTo>
                  <a:cubicBezTo>
                    <a:pt x="761" y="1409"/>
                    <a:pt x="814" y="1388"/>
                    <a:pt x="854" y="1335"/>
                  </a:cubicBezTo>
                  <a:lnTo>
                    <a:pt x="1378" y="837"/>
                  </a:lnTo>
                  <a:cubicBezTo>
                    <a:pt x="1441" y="769"/>
                    <a:pt x="1467" y="638"/>
                    <a:pt x="1399" y="549"/>
                  </a:cubicBezTo>
                  <a:lnTo>
                    <a:pt x="1074" y="73"/>
                  </a:lnTo>
                  <a:lnTo>
                    <a:pt x="1074" y="52"/>
                  </a:lnTo>
                  <a:cubicBezTo>
                    <a:pt x="1040" y="18"/>
                    <a:pt x="996" y="1"/>
                    <a:pt x="9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3"/>
            <p:cNvSpPr/>
            <p:nvPr/>
          </p:nvSpPr>
          <p:spPr>
            <a:xfrm>
              <a:off x="3578952" y="1829354"/>
              <a:ext cx="135668" cy="129280"/>
            </a:xfrm>
            <a:custGeom>
              <a:avLst/>
              <a:gdLst/>
              <a:ahLst/>
              <a:cxnLst/>
              <a:rect l="l" t="t" r="r" b="b"/>
              <a:pathLst>
                <a:path w="1593" h="1518" extrusionOk="0">
                  <a:moveTo>
                    <a:pt x="1013" y="111"/>
                  </a:moveTo>
                  <a:cubicBezTo>
                    <a:pt x="1047" y="111"/>
                    <a:pt x="1079" y="127"/>
                    <a:pt x="1090" y="162"/>
                  </a:cubicBezTo>
                  <a:lnTo>
                    <a:pt x="1420" y="622"/>
                  </a:lnTo>
                  <a:cubicBezTo>
                    <a:pt x="1462" y="706"/>
                    <a:pt x="1462" y="795"/>
                    <a:pt x="1399" y="837"/>
                  </a:cubicBezTo>
                  <a:lnTo>
                    <a:pt x="896" y="1361"/>
                  </a:lnTo>
                  <a:cubicBezTo>
                    <a:pt x="855" y="1389"/>
                    <a:pt x="808" y="1408"/>
                    <a:pt x="762" y="1408"/>
                  </a:cubicBezTo>
                  <a:cubicBezTo>
                    <a:pt x="733" y="1408"/>
                    <a:pt x="703" y="1400"/>
                    <a:pt x="676" y="1382"/>
                  </a:cubicBezTo>
                  <a:lnTo>
                    <a:pt x="195" y="1057"/>
                  </a:lnTo>
                  <a:cubicBezTo>
                    <a:pt x="153" y="1015"/>
                    <a:pt x="132" y="947"/>
                    <a:pt x="174" y="905"/>
                  </a:cubicBezTo>
                  <a:lnTo>
                    <a:pt x="938" y="141"/>
                  </a:lnTo>
                  <a:cubicBezTo>
                    <a:pt x="957" y="122"/>
                    <a:pt x="986" y="111"/>
                    <a:pt x="1013" y="111"/>
                  </a:cubicBezTo>
                  <a:close/>
                  <a:moveTo>
                    <a:pt x="1005" y="0"/>
                  </a:moveTo>
                  <a:cubicBezTo>
                    <a:pt x="956" y="0"/>
                    <a:pt x="910" y="17"/>
                    <a:pt x="875" y="52"/>
                  </a:cubicBezTo>
                  <a:lnTo>
                    <a:pt x="111" y="816"/>
                  </a:lnTo>
                  <a:cubicBezTo>
                    <a:pt x="1" y="926"/>
                    <a:pt x="22" y="1078"/>
                    <a:pt x="132" y="1146"/>
                  </a:cubicBezTo>
                  <a:lnTo>
                    <a:pt x="614" y="1471"/>
                  </a:lnTo>
                  <a:cubicBezTo>
                    <a:pt x="660" y="1501"/>
                    <a:pt x="716" y="1518"/>
                    <a:pt x="772" y="1518"/>
                  </a:cubicBezTo>
                  <a:cubicBezTo>
                    <a:pt x="843" y="1518"/>
                    <a:pt x="912" y="1491"/>
                    <a:pt x="959" y="1429"/>
                  </a:cubicBezTo>
                  <a:lnTo>
                    <a:pt x="1462" y="947"/>
                  </a:lnTo>
                  <a:lnTo>
                    <a:pt x="1483" y="926"/>
                  </a:lnTo>
                  <a:cubicBezTo>
                    <a:pt x="1572" y="837"/>
                    <a:pt x="1593" y="685"/>
                    <a:pt x="1504" y="575"/>
                  </a:cubicBezTo>
                  <a:lnTo>
                    <a:pt x="1200" y="99"/>
                  </a:lnTo>
                  <a:cubicBezTo>
                    <a:pt x="1148" y="34"/>
                    <a:pt x="1074" y="0"/>
                    <a:pt x="100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 name="Google Shape;546;p33"/>
            <p:cNvGrpSpPr/>
            <p:nvPr/>
          </p:nvGrpSpPr>
          <p:grpSpPr>
            <a:xfrm>
              <a:off x="556725" y="832334"/>
              <a:ext cx="3148535" cy="3601316"/>
              <a:chOff x="556725" y="832334"/>
              <a:chExt cx="3148535" cy="3601316"/>
            </a:xfrm>
          </p:grpSpPr>
          <p:sp>
            <p:nvSpPr>
              <p:cNvPr id="547" name="Google Shape;547;p33"/>
              <p:cNvSpPr/>
              <p:nvPr/>
            </p:nvSpPr>
            <p:spPr>
              <a:xfrm>
                <a:off x="556725" y="3838150"/>
                <a:ext cx="2424600" cy="595500"/>
              </a:xfrm>
              <a:prstGeom prst="ellipse">
                <a:avLst/>
              </a:prstGeom>
              <a:solidFill>
                <a:srgbClr val="3E285A">
                  <a:alpha val="13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3"/>
              <p:cNvSpPr/>
              <p:nvPr/>
            </p:nvSpPr>
            <p:spPr>
              <a:xfrm>
                <a:off x="914763" y="3436131"/>
                <a:ext cx="371597" cy="620974"/>
              </a:xfrm>
              <a:custGeom>
                <a:avLst/>
                <a:gdLst/>
                <a:ahLst/>
                <a:cxnLst/>
                <a:rect l="l" t="t" r="r" b="b"/>
                <a:pathLst>
                  <a:path w="4363" h="7291" extrusionOk="0">
                    <a:moveTo>
                      <a:pt x="0" y="1"/>
                    </a:moveTo>
                    <a:lnTo>
                      <a:pt x="0" y="6332"/>
                    </a:lnTo>
                    <a:lnTo>
                      <a:pt x="4363" y="7290"/>
                    </a:lnTo>
                    <a:lnTo>
                      <a:pt x="4363" y="483"/>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p:nvPr/>
            </p:nvSpPr>
            <p:spPr>
              <a:xfrm>
                <a:off x="908972" y="3430765"/>
                <a:ext cx="383180" cy="631706"/>
              </a:xfrm>
              <a:custGeom>
                <a:avLst/>
                <a:gdLst/>
                <a:ahLst/>
                <a:cxnLst/>
                <a:rect l="l" t="t" r="r" b="b"/>
                <a:pathLst>
                  <a:path w="4499" h="7417" extrusionOk="0">
                    <a:moveTo>
                      <a:pt x="131" y="132"/>
                    </a:moveTo>
                    <a:lnTo>
                      <a:pt x="4389" y="608"/>
                    </a:lnTo>
                    <a:lnTo>
                      <a:pt x="4389" y="7285"/>
                    </a:lnTo>
                    <a:lnTo>
                      <a:pt x="131" y="6348"/>
                    </a:lnTo>
                    <a:lnTo>
                      <a:pt x="131" y="132"/>
                    </a:lnTo>
                    <a:close/>
                    <a:moveTo>
                      <a:pt x="0" y="1"/>
                    </a:moveTo>
                    <a:lnTo>
                      <a:pt x="0" y="64"/>
                    </a:lnTo>
                    <a:lnTo>
                      <a:pt x="0" y="6437"/>
                    </a:lnTo>
                    <a:lnTo>
                      <a:pt x="4499" y="7416"/>
                    </a:lnTo>
                    <a:lnTo>
                      <a:pt x="4499" y="504"/>
                    </a:lnTo>
                    <a:lnTo>
                      <a:pt x="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3"/>
              <p:cNvSpPr/>
              <p:nvPr/>
            </p:nvSpPr>
            <p:spPr>
              <a:xfrm>
                <a:off x="1286270" y="3335802"/>
                <a:ext cx="530013" cy="721305"/>
              </a:xfrm>
              <a:custGeom>
                <a:avLst/>
                <a:gdLst/>
                <a:ahLst/>
                <a:cxnLst/>
                <a:rect l="l" t="t" r="r" b="b"/>
                <a:pathLst>
                  <a:path w="6223" h="8469" extrusionOk="0">
                    <a:moveTo>
                      <a:pt x="6222" y="0"/>
                    </a:moveTo>
                    <a:lnTo>
                      <a:pt x="1" y="1661"/>
                    </a:lnTo>
                    <a:lnTo>
                      <a:pt x="22" y="8468"/>
                    </a:lnTo>
                    <a:lnTo>
                      <a:pt x="6222" y="6725"/>
                    </a:lnTo>
                    <a:lnTo>
                      <a:pt x="62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p:nvPr/>
            </p:nvSpPr>
            <p:spPr>
              <a:xfrm>
                <a:off x="1282693" y="3328648"/>
                <a:ext cx="537167" cy="736039"/>
              </a:xfrm>
              <a:custGeom>
                <a:avLst/>
                <a:gdLst/>
                <a:ahLst/>
                <a:cxnLst/>
                <a:rect l="l" t="t" r="r" b="b"/>
                <a:pathLst>
                  <a:path w="6307" h="8642" extrusionOk="0">
                    <a:moveTo>
                      <a:pt x="6196" y="152"/>
                    </a:moveTo>
                    <a:lnTo>
                      <a:pt x="6196" y="6761"/>
                    </a:lnTo>
                    <a:lnTo>
                      <a:pt x="132" y="8484"/>
                    </a:lnTo>
                    <a:lnTo>
                      <a:pt x="111" y="1786"/>
                    </a:lnTo>
                    <a:lnTo>
                      <a:pt x="6196" y="152"/>
                    </a:lnTo>
                    <a:close/>
                    <a:moveTo>
                      <a:pt x="6306" y="1"/>
                    </a:moveTo>
                    <a:lnTo>
                      <a:pt x="1" y="1703"/>
                    </a:lnTo>
                    <a:lnTo>
                      <a:pt x="1" y="1745"/>
                    </a:lnTo>
                    <a:lnTo>
                      <a:pt x="1" y="8642"/>
                    </a:lnTo>
                    <a:lnTo>
                      <a:pt x="6306" y="6850"/>
                    </a:lnTo>
                    <a:lnTo>
                      <a:pt x="630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3"/>
              <p:cNvSpPr/>
              <p:nvPr/>
            </p:nvSpPr>
            <p:spPr>
              <a:xfrm>
                <a:off x="914763" y="3287597"/>
                <a:ext cx="901524" cy="189674"/>
              </a:xfrm>
              <a:custGeom>
                <a:avLst/>
                <a:gdLst/>
                <a:ahLst/>
                <a:cxnLst/>
                <a:rect l="l" t="t" r="r" b="b"/>
                <a:pathLst>
                  <a:path w="10585" h="2227" extrusionOk="0">
                    <a:moveTo>
                      <a:pt x="6656" y="1"/>
                    </a:moveTo>
                    <a:lnTo>
                      <a:pt x="0" y="1745"/>
                    </a:lnTo>
                    <a:lnTo>
                      <a:pt x="4363" y="2227"/>
                    </a:lnTo>
                    <a:lnTo>
                      <a:pt x="10584" y="566"/>
                    </a:lnTo>
                    <a:lnTo>
                      <a:pt x="66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p:nvPr/>
            </p:nvSpPr>
            <p:spPr>
              <a:xfrm>
                <a:off x="912975" y="3281805"/>
                <a:ext cx="905102" cy="200831"/>
              </a:xfrm>
              <a:custGeom>
                <a:avLst/>
                <a:gdLst/>
                <a:ahLst/>
                <a:cxnLst/>
                <a:rect l="l" t="t" r="r" b="b"/>
                <a:pathLst>
                  <a:path w="10627" h="2358" extrusionOk="0">
                    <a:moveTo>
                      <a:pt x="6677" y="111"/>
                    </a:moveTo>
                    <a:lnTo>
                      <a:pt x="10322" y="634"/>
                    </a:lnTo>
                    <a:lnTo>
                      <a:pt x="4384" y="2253"/>
                    </a:lnTo>
                    <a:lnTo>
                      <a:pt x="325" y="1792"/>
                    </a:lnTo>
                    <a:lnTo>
                      <a:pt x="6677" y="111"/>
                    </a:lnTo>
                    <a:close/>
                    <a:moveTo>
                      <a:pt x="6657" y="1"/>
                    </a:moveTo>
                    <a:lnTo>
                      <a:pt x="0" y="1750"/>
                    </a:lnTo>
                    <a:lnTo>
                      <a:pt x="21" y="1860"/>
                    </a:lnTo>
                    <a:lnTo>
                      <a:pt x="4384" y="2357"/>
                    </a:lnTo>
                    <a:lnTo>
                      <a:pt x="10626" y="682"/>
                    </a:lnTo>
                    <a:lnTo>
                      <a:pt x="10605" y="572"/>
                    </a:lnTo>
                    <a:lnTo>
                      <a:pt x="665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3"/>
              <p:cNvSpPr/>
              <p:nvPr/>
            </p:nvSpPr>
            <p:spPr>
              <a:xfrm>
                <a:off x="1877257" y="4176077"/>
                <a:ext cx="585714" cy="105866"/>
              </a:xfrm>
              <a:custGeom>
                <a:avLst/>
                <a:gdLst/>
                <a:ahLst/>
                <a:cxnLst/>
                <a:rect l="l" t="t" r="r" b="b"/>
                <a:pathLst>
                  <a:path w="6877" h="1243" extrusionOk="0">
                    <a:moveTo>
                      <a:pt x="22" y="1"/>
                    </a:moveTo>
                    <a:lnTo>
                      <a:pt x="22" y="1"/>
                    </a:lnTo>
                    <a:cubicBezTo>
                      <a:pt x="22" y="1"/>
                      <a:pt x="1" y="394"/>
                      <a:pt x="131" y="524"/>
                    </a:cubicBezTo>
                    <a:cubicBezTo>
                      <a:pt x="262" y="655"/>
                      <a:pt x="1750" y="1111"/>
                      <a:pt x="1964" y="1111"/>
                    </a:cubicBezTo>
                    <a:cubicBezTo>
                      <a:pt x="2163" y="1111"/>
                      <a:pt x="2184" y="828"/>
                      <a:pt x="2294" y="828"/>
                    </a:cubicBezTo>
                    <a:cubicBezTo>
                      <a:pt x="2422" y="828"/>
                      <a:pt x="4253" y="1243"/>
                      <a:pt x="5192" y="1243"/>
                    </a:cubicBezTo>
                    <a:cubicBezTo>
                      <a:pt x="5215" y="1243"/>
                      <a:pt x="5237" y="1242"/>
                      <a:pt x="5258" y="1242"/>
                    </a:cubicBezTo>
                    <a:cubicBezTo>
                      <a:pt x="6201" y="1221"/>
                      <a:pt x="6484" y="938"/>
                      <a:pt x="6678" y="718"/>
                    </a:cubicBezTo>
                    <a:cubicBezTo>
                      <a:pt x="6856" y="524"/>
                      <a:pt x="6877" y="236"/>
                      <a:pt x="6877" y="236"/>
                    </a:cubicBezTo>
                    <a:lnTo>
                      <a:pt x="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p:nvPr/>
            </p:nvSpPr>
            <p:spPr>
              <a:xfrm>
                <a:off x="1873680" y="4170285"/>
                <a:ext cx="594657" cy="117364"/>
              </a:xfrm>
              <a:custGeom>
                <a:avLst/>
                <a:gdLst/>
                <a:ahLst/>
                <a:cxnLst/>
                <a:rect l="l" t="t" r="r" b="b"/>
                <a:pathLst>
                  <a:path w="6982" h="1378" extrusionOk="0">
                    <a:moveTo>
                      <a:pt x="132" y="111"/>
                    </a:moveTo>
                    <a:lnTo>
                      <a:pt x="6830" y="352"/>
                    </a:lnTo>
                    <a:cubicBezTo>
                      <a:pt x="6830" y="414"/>
                      <a:pt x="6830" y="592"/>
                      <a:pt x="6678" y="744"/>
                    </a:cubicBezTo>
                    <a:cubicBezTo>
                      <a:pt x="6589" y="854"/>
                      <a:pt x="6458" y="985"/>
                      <a:pt x="6264" y="1069"/>
                    </a:cubicBezTo>
                    <a:cubicBezTo>
                      <a:pt x="6065" y="1179"/>
                      <a:pt x="5761" y="1247"/>
                      <a:pt x="5300" y="1268"/>
                    </a:cubicBezTo>
                    <a:cubicBezTo>
                      <a:pt x="4845" y="1268"/>
                      <a:pt x="4148" y="1158"/>
                      <a:pt x="3536" y="1048"/>
                    </a:cubicBezTo>
                    <a:cubicBezTo>
                      <a:pt x="3232" y="1006"/>
                      <a:pt x="2944" y="938"/>
                      <a:pt x="2729" y="896"/>
                    </a:cubicBezTo>
                    <a:cubicBezTo>
                      <a:pt x="2640" y="896"/>
                      <a:pt x="2551" y="875"/>
                      <a:pt x="2488" y="854"/>
                    </a:cubicBezTo>
                    <a:cubicBezTo>
                      <a:pt x="2399" y="854"/>
                      <a:pt x="2378" y="828"/>
                      <a:pt x="2336" y="828"/>
                    </a:cubicBezTo>
                    <a:cubicBezTo>
                      <a:pt x="2289" y="828"/>
                      <a:pt x="2247" y="875"/>
                      <a:pt x="2226" y="896"/>
                    </a:cubicBezTo>
                    <a:cubicBezTo>
                      <a:pt x="2205" y="938"/>
                      <a:pt x="2184" y="959"/>
                      <a:pt x="2158" y="1006"/>
                    </a:cubicBezTo>
                    <a:cubicBezTo>
                      <a:pt x="2137" y="1027"/>
                      <a:pt x="2116" y="1069"/>
                      <a:pt x="2095" y="1090"/>
                    </a:cubicBezTo>
                    <a:cubicBezTo>
                      <a:pt x="2074" y="1116"/>
                      <a:pt x="2054" y="1116"/>
                      <a:pt x="2006" y="1116"/>
                    </a:cubicBezTo>
                    <a:lnTo>
                      <a:pt x="1875" y="1116"/>
                    </a:lnTo>
                    <a:cubicBezTo>
                      <a:pt x="1813" y="1090"/>
                      <a:pt x="1745" y="1069"/>
                      <a:pt x="1661" y="1048"/>
                    </a:cubicBezTo>
                    <a:cubicBezTo>
                      <a:pt x="1483" y="1006"/>
                      <a:pt x="1289" y="938"/>
                      <a:pt x="1069" y="875"/>
                    </a:cubicBezTo>
                    <a:cubicBezTo>
                      <a:pt x="875" y="807"/>
                      <a:pt x="676" y="744"/>
                      <a:pt x="503" y="697"/>
                    </a:cubicBezTo>
                    <a:cubicBezTo>
                      <a:pt x="435" y="655"/>
                      <a:pt x="352" y="634"/>
                      <a:pt x="304" y="613"/>
                    </a:cubicBezTo>
                    <a:cubicBezTo>
                      <a:pt x="263" y="592"/>
                      <a:pt x="221" y="566"/>
                      <a:pt x="221" y="545"/>
                    </a:cubicBezTo>
                    <a:cubicBezTo>
                      <a:pt x="173" y="503"/>
                      <a:pt x="132" y="393"/>
                      <a:pt x="132" y="263"/>
                    </a:cubicBezTo>
                    <a:lnTo>
                      <a:pt x="132" y="111"/>
                    </a:lnTo>
                    <a:close/>
                    <a:moveTo>
                      <a:pt x="22" y="1"/>
                    </a:moveTo>
                    <a:lnTo>
                      <a:pt x="22" y="43"/>
                    </a:lnTo>
                    <a:cubicBezTo>
                      <a:pt x="22" y="43"/>
                      <a:pt x="1" y="153"/>
                      <a:pt x="22" y="283"/>
                    </a:cubicBezTo>
                    <a:cubicBezTo>
                      <a:pt x="22" y="414"/>
                      <a:pt x="43" y="545"/>
                      <a:pt x="132" y="634"/>
                    </a:cubicBezTo>
                    <a:cubicBezTo>
                      <a:pt x="173" y="655"/>
                      <a:pt x="194" y="676"/>
                      <a:pt x="263" y="697"/>
                    </a:cubicBezTo>
                    <a:cubicBezTo>
                      <a:pt x="304" y="744"/>
                      <a:pt x="393" y="765"/>
                      <a:pt x="456" y="786"/>
                    </a:cubicBezTo>
                    <a:cubicBezTo>
                      <a:pt x="634" y="854"/>
                      <a:pt x="828" y="917"/>
                      <a:pt x="1048" y="985"/>
                    </a:cubicBezTo>
                    <a:cubicBezTo>
                      <a:pt x="1242" y="1048"/>
                      <a:pt x="1462" y="1116"/>
                      <a:pt x="1635" y="1158"/>
                    </a:cubicBezTo>
                    <a:cubicBezTo>
                      <a:pt x="1724" y="1179"/>
                      <a:pt x="1792" y="1200"/>
                      <a:pt x="1855" y="1221"/>
                    </a:cubicBezTo>
                    <a:cubicBezTo>
                      <a:pt x="1923" y="1221"/>
                      <a:pt x="1965" y="1247"/>
                      <a:pt x="2006" y="1247"/>
                    </a:cubicBezTo>
                    <a:cubicBezTo>
                      <a:pt x="2074" y="1221"/>
                      <a:pt x="2116" y="1200"/>
                      <a:pt x="2158" y="1179"/>
                    </a:cubicBezTo>
                    <a:cubicBezTo>
                      <a:pt x="2205" y="1137"/>
                      <a:pt x="2226" y="1090"/>
                      <a:pt x="2247" y="1069"/>
                    </a:cubicBezTo>
                    <a:cubicBezTo>
                      <a:pt x="2289" y="1027"/>
                      <a:pt x="2289" y="985"/>
                      <a:pt x="2315" y="959"/>
                    </a:cubicBezTo>
                    <a:lnTo>
                      <a:pt x="2336" y="938"/>
                    </a:lnTo>
                    <a:cubicBezTo>
                      <a:pt x="2336" y="938"/>
                      <a:pt x="2399" y="959"/>
                      <a:pt x="2467" y="959"/>
                    </a:cubicBezTo>
                    <a:cubicBezTo>
                      <a:pt x="2530" y="985"/>
                      <a:pt x="2619" y="1006"/>
                      <a:pt x="2708" y="1027"/>
                    </a:cubicBezTo>
                    <a:cubicBezTo>
                      <a:pt x="2923" y="1048"/>
                      <a:pt x="3206" y="1116"/>
                      <a:pt x="3515" y="1158"/>
                    </a:cubicBezTo>
                    <a:cubicBezTo>
                      <a:pt x="4122" y="1268"/>
                      <a:pt x="4845" y="1378"/>
                      <a:pt x="5300" y="1378"/>
                    </a:cubicBezTo>
                    <a:cubicBezTo>
                      <a:pt x="5782" y="1352"/>
                      <a:pt x="6086" y="1289"/>
                      <a:pt x="6306" y="1179"/>
                    </a:cubicBezTo>
                    <a:cubicBezTo>
                      <a:pt x="6547" y="1069"/>
                      <a:pt x="6657" y="938"/>
                      <a:pt x="6767" y="828"/>
                    </a:cubicBezTo>
                    <a:cubicBezTo>
                      <a:pt x="6961" y="592"/>
                      <a:pt x="6981" y="304"/>
                      <a:pt x="6981" y="304"/>
                    </a:cubicBezTo>
                    <a:lnTo>
                      <a:pt x="6981" y="242"/>
                    </a:lnTo>
                    <a:lnTo>
                      <a:pt x="2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3"/>
              <p:cNvSpPr/>
              <p:nvPr/>
            </p:nvSpPr>
            <p:spPr>
              <a:xfrm>
                <a:off x="1860734" y="3956341"/>
                <a:ext cx="607603" cy="308571"/>
              </a:xfrm>
              <a:custGeom>
                <a:avLst/>
                <a:gdLst/>
                <a:ahLst/>
                <a:cxnLst/>
                <a:rect l="l" t="t" r="r" b="b"/>
                <a:pathLst>
                  <a:path w="7134" h="3623" extrusionOk="0">
                    <a:moveTo>
                      <a:pt x="1008" y="1"/>
                    </a:moveTo>
                    <a:cubicBezTo>
                      <a:pt x="811" y="1"/>
                      <a:pt x="562" y="52"/>
                      <a:pt x="373" y="266"/>
                    </a:cubicBezTo>
                    <a:cubicBezTo>
                      <a:pt x="1" y="680"/>
                      <a:pt x="153" y="2293"/>
                      <a:pt x="216" y="2555"/>
                    </a:cubicBezTo>
                    <a:cubicBezTo>
                      <a:pt x="281" y="2830"/>
                      <a:pt x="1816" y="3238"/>
                      <a:pt x="2201" y="3238"/>
                    </a:cubicBezTo>
                    <a:cubicBezTo>
                      <a:pt x="2219" y="3238"/>
                      <a:pt x="2235" y="3237"/>
                      <a:pt x="2247" y="3235"/>
                    </a:cubicBezTo>
                    <a:cubicBezTo>
                      <a:pt x="2370" y="3204"/>
                      <a:pt x="2444" y="3187"/>
                      <a:pt x="2515" y="3187"/>
                    </a:cubicBezTo>
                    <a:cubicBezTo>
                      <a:pt x="2596" y="3187"/>
                      <a:pt x="2673" y="3209"/>
                      <a:pt x="2813" y="3256"/>
                    </a:cubicBezTo>
                    <a:cubicBezTo>
                      <a:pt x="3042" y="3329"/>
                      <a:pt x="4567" y="3622"/>
                      <a:pt x="5575" y="3622"/>
                    </a:cubicBezTo>
                    <a:cubicBezTo>
                      <a:pt x="5721" y="3622"/>
                      <a:pt x="5857" y="3616"/>
                      <a:pt x="5976" y="3602"/>
                    </a:cubicBezTo>
                    <a:cubicBezTo>
                      <a:pt x="6919" y="3497"/>
                      <a:pt x="7023" y="2947"/>
                      <a:pt x="7071" y="2712"/>
                    </a:cubicBezTo>
                    <a:cubicBezTo>
                      <a:pt x="7133" y="2471"/>
                      <a:pt x="7133" y="1769"/>
                      <a:pt x="6830" y="1465"/>
                    </a:cubicBezTo>
                    <a:cubicBezTo>
                      <a:pt x="6547" y="1162"/>
                      <a:pt x="4887" y="659"/>
                      <a:pt x="4536" y="528"/>
                    </a:cubicBezTo>
                    <a:cubicBezTo>
                      <a:pt x="4190" y="376"/>
                      <a:pt x="4122" y="329"/>
                      <a:pt x="3709" y="135"/>
                    </a:cubicBezTo>
                    <a:cubicBezTo>
                      <a:pt x="3522" y="41"/>
                      <a:pt x="3010" y="16"/>
                      <a:pt x="2509" y="16"/>
                    </a:cubicBezTo>
                    <a:cubicBezTo>
                      <a:pt x="1954" y="16"/>
                      <a:pt x="1411" y="46"/>
                      <a:pt x="1331" y="46"/>
                    </a:cubicBezTo>
                    <a:cubicBezTo>
                      <a:pt x="1331" y="46"/>
                      <a:pt x="1193" y="1"/>
                      <a:pt x="10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3"/>
              <p:cNvSpPr/>
              <p:nvPr/>
            </p:nvSpPr>
            <p:spPr>
              <a:xfrm>
                <a:off x="1866100" y="3950891"/>
                <a:ext cx="606240" cy="319217"/>
              </a:xfrm>
              <a:custGeom>
                <a:avLst/>
                <a:gdLst/>
                <a:ahLst/>
                <a:cxnLst/>
                <a:rect l="l" t="t" r="r" b="b"/>
                <a:pathLst>
                  <a:path w="7118" h="3748" extrusionOk="0">
                    <a:moveTo>
                      <a:pt x="938" y="110"/>
                    </a:moveTo>
                    <a:cubicBezTo>
                      <a:pt x="1116" y="110"/>
                      <a:pt x="1247" y="178"/>
                      <a:pt x="1247" y="178"/>
                    </a:cubicBezTo>
                    <a:lnTo>
                      <a:pt x="1268" y="178"/>
                    </a:lnTo>
                    <a:cubicBezTo>
                      <a:pt x="1357" y="157"/>
                      <a:pt x="1834" y="131"/>
                      <a:pt x="2357" y="131"/>
                    </a:cubicBezTo>
                    <a:cubicBezTo>
                      <a:pt x="2619" y="131"/>
                      <a:pt x="2902" y="131"/>
                      <a:pt x="3122" y="157"/>
                    </a:cubicBezTo>
                    <a:cubicBezTo>
                      <a:pt x="3342" y="178"/>
                      <a:pt x="3536" y="199"/>
                      <a:pt x="3625" y="241"/>
                    </a:cubicBezTo>
                    <a:cubicBezTo>
                      <a:pt x="4017" y="440"/>
                      <a:pt x="4106" y="482"/>
                      <a:pt x="4452" y="634"/>
                    </a:cubicBezTo>
                    <a:cubicBezTo>
                      <a:pt x="4630" y="702"/>
                      <a:pt x="5128" y="875"/>
                      <a:pt x="5630" y="1047"/>
                    </a:cubicBezTo>
                    <a:cubicBezTo>
                      <a:pt x="5871" y="1137"/>
                      <a:pt x="6112" y="1246"/>
                      <a:pt x="6306" y="1336"/>
                    </a:cubicBezTo>
                    <a:cubicBezTo>
                      <a:pt x="6526" y="1419"/>
                      <a:pt x="6678" y="1508"/>
                      <a:pt x="6725" y="1571"/>
                    </a:cubicBezTo>
                    <a:cubicBezTo>
                      <a:pt x="6856" y="1702"/>
                      <a:pt x="6940" y="1943"/>
                      <a:pt x="6960" y="2184"/>
                    </a:cubicBezTo>
                    <a:cubicBezTo>
                      <a:pt x="7008" y="2425"/>
                      <a:pt x="6987" y="2645"/>
                      <a:pt x="6960" y="2749"/>
                    </a:cubicBezTo>
                    <a:cubicBezTo>
                      <a:pt x="6940" y="2880"/>
                      <a:pt x="6898" y="3058"/>
                      <a:pt x="6746" y="3231"/>
                    </a:cubicBezTo>
                    <a:cubicBezTo>
                      <a:pt x="6615" y="3404"/>
                      <a:pt x="6374" y="3561"/>
                      <a:pt x="5913" y="3624"/>
                    </a:cubicBezTo>
                    <a:cubicBezTo>
                      <a:pt x="5814" y="3633"/>
                      <a:pt x="5702" y="3637"/>
                      <a:pt x="5581" y="3637"/>
                    </a:cubicBezTo>
                    <a:cubicBezTo>
                      <a:pt x="5146" y="3637"/>
                      <a:pt x="4592" y="3584"/>
                      <a:pt x="4080" y="3514"/>
                    </a:cubicBezTo>
                    <a:cubicBezTo>
                      <a:pt x="3776" y="3472"/>
                      <a:pt x="3473" y="3404"/>
                      <a:pt x="3232" y="3362"/>
                    </a:cubicBezTo>
                    <a:cubicBezTo>
                      <a:pt x="2991" y="3320"/>
                      <a:pt x="2818" y="3273"/>
                      <a:pt x="2771" y="3252"/>
                    </a:cubicBezTo>
                    <a:cubicBezTo>
                      <a:pt x="2640" y="3210"/>
                      <a:pt x="2559" y="3195"/>
                      <a:pt x="2475" y="3195"/>
                    </a:cubicBezTo>
                    <a:cubicBezTo>
                      <a:pt x="2391" y="3195"/>
                      <a:pt x="2305" y="3210"/>
                      <a:pt x="2163" y="3231"/>
                    </a:cubicBezTo>
                    <a:lnTo>
                      <a:pt x="2012" y="3231"/>
                    </a:lnTo>
                    <a:cubicBezTo>
                      <a:pt x="1944" y="3231"/>
                      <a:pt x="1855" y="3210"/>
                      <a:pt x="1771" y="3189"/>
                    </a:cubicBezTo>
                    <a:cubicBezTo>
                      <a:pt x="1572" y="3168"/>
                      <a:pt x="1331" y="3100"/>
                      <a:pt x="1095" y="3038"/>
                    </a:cubicBezTo>
                    <a:cubicBezTo>
                      <a:pt x="875" y="2969"/>
                      <a:pt x="655" y="2880"/>
                      <a:pt x="482" y="2797"/>
                    </a:cubicBezTo>
                    <a:cubicBezTo>
                      <a:pt x="393" y="2776"/>
                      <a:pt x="331" y="2729"/>
                      <a:pt x="283" y="2687"/>
                    </a:cubicBezTo>
                    <a:cubicBezTo>
                      <a:pt x="242" y="2666"/>
                      <a:pt x="221" y="2619"/>
                      <a:pt x="200" y="2619"/>
                    </a:cubicBezTo>
                    <a:cubicBezTo>
                      <a:pt x="179" y="2488"/>
                      <a:pt x="132" y="2011"/>
                      <a:pt x="132" y="1529"/>
                    </a:cubicBezTo>
                    <a:cubicBezTo>
                      <a:pt x="132" y="1288"/>
                      <a:pt x="132" y="1027"/>
                      <a:pt x="179" y="833"/>
                    </a:cubicBezTo>
                    <a:cubicBezTo>
                      <a:pt x="200" y="613"/>
                      <a:pt x="262" y="440"/>
                      <a:pt x="352" y="351"/>
                    </a:cubicBezTo>
                    <a:cubicBezTo>
                      <a:pt x="524" y="178"/>
                      <a:pt x="744" y="110"/>
                      <a:pt x="938" y="110"/>
                    </a:cubicBezTo>
                    <a:close/>
                    <a:moveTo>
                      <a:pt x="917" y="0"/>
                    </a:moveTo>
                    <a:cubicBezTo>
                      <a:pt x="723" y="0"/>
                      <a:pt x="462" y="68"/>
                      <a:pt x="262" y="288"/>
                    </a:cubicBezTo>
                    <a:cubicBezTo>
                      <a:pt x="153" y="393"/>
                      <a:pt x="90" y="592"/>
                      <a:pt x="69" y="812"/>
                    </a:cubicBezTo>
                    <a:cubicBezTo>
                      <a:pt x="22" y="1027"/>
                      <a:pt x="1" y="1288"/>
                      <a:pt x="1" y="1529"/>
                    </a:cubicBezTo>
                    <a:cubicBezTo>
                      <a:pt x="1" y="2011"/>
                      <a:pt x="69" y="2488"/>
                      <a:pt x="90" y="2645"/>
                    </a:cubicBezTo>
                    <a:cubicBezTo>
                      <a:pt x="111" y="2708"/>
                      <a:pt x="153" y="2749"/>
                      <a:pt x="221" y="2797"/>
                    </a:cubicBezTo>
                    <a:cubicBezTo>
                      <a:pt x="262" y="2818"/>
                      <a:pt x="352" y="2859"/>
                      <a:pt x="441" y="2907"/>
                    </a:cubicBezTo>
                    <a:cubicBezTo>
                      <a:pt x="613" y="2990"/>
                      <a:pt x="833" y="3079"/>
                      <a:pt x="1069" y="3142"/>
                    </a:cubicBezTo>
                    <a:cubicBezTo>
                      <a:pt x="1310" y="3210"/>
                      <a:pt x="1551" y="3273"/>
                      <a:pt x="1750" y="3299"/>
                    </a:cubicBezTo>
                    <a:cubicBezTo>
                      <a:pt x="1834" y="3320"/>
                      <a:pt x="1923" y="3341"/>
                      <a:pt x="2012" y="3341"/>
                    </a:cubicBezTo>
                    <a:cubicBezTo>
                      <a:pt x="2043" y="3352"/>
                      <a:pt x="2076" y="3357"/>
                      <a:pt x="2106" y="3357"/>
                    </a:cubicBezTo>
                    <a:cubicBezTo>
                      <a:pt x="2136" y="3357"/>
                      <a:pt x="2163" y="3352"/>
                      <a:pt x="2184" y="3341"/>
                    </a:cubicBezTo>
                    <a:cubicBezTo>
                      <a:pt x="2329" y="3320"/>
                      <a:pt x="2399" y="3303"/>
                      <a:pt x="2469" y="3303"/>
                    </a:cubicBezTo>
                    <a:cubicBezTo>
                      <a:pt x="2535" y="3303"/>
                      <a:pt x="2601" y="3319"/>
                      <a:pt x="2729" y="3362"/>
                    </a:cubicBezTo>
                    <a:cubicBezTo>
                      <a:pt x="2818" y="3404"/>
                      <a:pt x="2970" y="3430"/>
                      <a:pt x="3211" y="3472"/>
                    </a:cubicBezTo>
                    <a:cubicBezTo>
                      <a:pt x="3452" y="3535"/>
                      <a:pt x="3756" y="3582"/>
                      <a:pt x="4080" y="3624"/>
                    </a:cubicBezTo>
                    <a:cubicBezTo>
                      <a:pt x="4576" y="3694"/>
                      <a:pt x="5126" y="3747"/>
                      <a:pt x="5570" y="3747"/>
                    </a:cubicBezTo>
                    <a:cubicBezTo>
                      <a:pt x="5694" y="3747"/>
                      <a:pt x="5809" y="3743"/>
                      <a:pt x="5913" y="3734"/>
                    </a:cubicBezTo>
                    <a:cubicBezTo>
                      <a:pt x="6395" y="3666"/>
                      <a:pt x="6678" y="3493"/>
                      <a:pt x="6830" y="3299"/>
                    </a:cubicBezTo>
                    <a:cubicBezTo>
                      <a:pt x="7008" y="3100"/>
                      <a:pt x="7050" y="2907"/>
                      <a:pt x="7070" y="2776"/>
                    </a:cubicBezTo>
                    <a:cubicBezTo>
                      <a:pt x="7091" y="2645"/>
                      <a:pt x="7118" y="2425"/>
                      <a:pt x="7070" y="2163"/>
                    </a:cubicBezTo>
                    <a:cubicBezTo>
                      <a:pt x="7050" y="1922"/>
                      <a:pt x="6960" y="1660"/>
                      <a:pt x="6809" y="1487"/>
                    </a:cubicBezTo>
                    <a:cubicBezTo>
                      <a:pt x="6725" y="1398"/>
                      <a:pt x="6568" y="1309"/>
                      <a:pt x="6374" y="1226"/>
                    </a:cubicBezTo>
                    <a:cubicBezTo>
                      <a:pt x="6154" y="1137"/>
                      <a:pt x="5913" y="1027"/>
                      <a:pt x="5651" y="943"/>
                    </a:cubicBezTo>
                    <a:cubicBezTo>
                      <a:pt x="5175" y="765"/>
                      <a:pt x="4651" y="592"/>
                      <a:pt x="4499" y="524"/>
                    </a:cubicBezTo>
                    <a:cubicBezTo>
                      <a:pt x="4148" y="393"/>
                      <a:pt x="4080" y="330"/>
                      <a:pt x="3666" y="157"/>
                    </a:cubicBezTo>
                    <a:cubicBezTo>
                      <a:pt x="3557" y="89"/>
                      <a:pt x="3363" y="68"/>
                      <a:pt x="3122" y="47"/>
                    </a:cubicBezTo>
                    <a:cubicBezTo>
                      <a:pt x="2902" y="26"/>
                      <a:pt x="2619" y="26"/>
                      <a:pt x="2357" y="26"/>
                    </a:cubicBezTo>
                    <a:cubicBezTo>
                      <a:pt x="1834" y="26"/>
                      <a:pt x="1357" y="47"/>
                      <a:pt x="1268" y="68"/>
                    </a:cubicBezTo>
                    <a:cubicBezTo>
                      <a:pt x="1268" y="47"/>
                      <a:pt x="1116" y="0"/>
                      <a:pt x="91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3"/>
              <p:cNvSpPr/>
              <p:nvPr/>
            </p:nvSpPr>
            <p:spPr>
              <a:xfrm>
                <a:off x="1884837" y="3895105"/>
                <a:ext cx="282424" cy="168637"/>
              </a:xfrm>
              <a:custGeom>
                <a:avLst/>
                <a:gdLst/>
                <a:ahLst/>
                <a:cxnLst/>
                <a:rect l="l" t="t" r="r" b="b"/>
                <a:pathLst>
                  <a:path w="3316" h="1980" extrusionOk="0">
                    <a:moveTo>
                      <a:pt x="3316" y="0"/>
                    </a:moveTo>
                    <a:lnTo>
                      <a:pt x="111" y="131"/>
                    </a:lnTo>
                    <a:lnTo>
                      <a:pt x="1" y="1268"/>
                    </a:lnTo>
                    <a:cubicBezTo>
                      <a:pt x="1" y="1268"/>
                      <a:pt x="173" y="1661"/>
                      <a:pt x="676" y="1901"/>
                    </a:cubicBezTo>
                    <a:cubicBezTo>
                      <a:pt x="797" y="1957"/>
                      <a:pt x="924" y="1980"/>
                      <a:pt x="1054" y="1980"/>
                    </a:cubicBezTo>
                    <a:cubicBezTo>
                      <a:pt x="1441" y="1980"/>
                      <a:pt x="1860" y="1774"/>
                      <a:pt x="2268" y="1598"/>
                    </a:cubicBezTo>
                    <a:cubicBezTo>
                      <a:pt x="2714" y="1393"/>
                      <a:pt x="3100" y="1377"/>
                      <a:pt x="3204" y="1377"/>
                    </a:cubicBezTo>
                    <a:cubicBezTo>
                      <a:pt x="3222" y="1377"/>
                      <a:pt x="3232" y="1378"/>
                      <a:pt x="3232" y="1378"/>
                    </a:cubicBezTo>
                    <a:lnTo>
                      <a:pt x="3316" y="0"/>
                    </a:ln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3"/>
              <p:cNvSpPr/>
              <p:nvPr/>
            </p:nvSpPr>
            <p:spPr>
              <a:xfrm>
                <a:off x="1881260" y="3891528"/>
                <a:ext cx="291792" cy="176387"/>
              </a:xfrm>
              <a:custGeom>
                <a:avLst/>
                <a:gdLst/>
                <a:ahLst/>
                <a:cxnLst/>
                <a:rect l="l" t="t" r="r" b="b"/>
                <a:pathLst>
                  <a:path w="3426" h="2071" extrusionOk="0">
                    <a:moveTo>
                      <a:pt x="3295" y="111"/>
                    </a:moveTo>
                    <a:lnTo>
                      <a:pt x="3227" y="1378"/>
                    </a:lnTo>
                    <a:cubicBezTo>
                      <a:pt x="3143" y="1378"/>
                      <a:pt x="2771" y="1378"/>
                      <a:pt x="2289" y="1593"/>
                    </a:cubicBezTo>
                    <a:cubicBezTo>
                      <a:pt x="2027" y="1703"/>
                      <a:pt x="1745" y="1834"/>
                      <a:pt x="1483" y="1902"/>
                    </a:cubicBezTo>
                    <a:cubicBezTo>
                      <a:pt x="1354" y="1933"/>
                      <a:pt x="1225" y="1953"/>
                      <a:pt x="1101" y="1953"/>
                    </a:cubicBezTo>
                    <a:cubicBezTo>
                      <a:pt x="973" y="1953"/>
                      <a:pt x="851" y="1931"/>
                      <a:pt x="739" y="1875"/>
                    </a:cubicBezTo>
                    <a:cubicBezTo>
                      <a:pt x="263" y="1661"/>
                      <a:pt x="105" y="1310"/>
                      <a:pt x="105" y="1289"/>
                    </a:cubicBezTo>
                    <a:lnTo>
                      <a:pt x="194" y="241"/>
                    </a:lnTo>
                    <a:lnTo>
                      <a:pt x="3295" y="111"/>
                    </a:lnTo>
                    <a:close/>
                    <a:moveTo>
                      <a:pt x="3358" y="1"/>
                    </a:moveTo>
                    <a:lnTo>
                      <a:pt x="84" y="132"/>
                    </a:lnTo>
                    <a:lnTo>
                      <a:pt x="1" y="1310"/>
                    </a:lnTo>
                    <a:lnTo>
                      <a:pt x="1" y="1331"/>
                    </a:lnTo>
                    <a:cubicBezTo>
                      <a:pt x="1" y="1331"/>
                      <a:pt x="174" y="1744"/>
                      <a:pt x="697" y="1985"/>
                    </a:cubicBezTo>
                    <a:cubicBezTo>
                      <a:pt x="835" y="2043"/>
                      <a:pt x="979" y="2071"/>
                      <a:pt x="1122" y="2071"/>
                    </a:cubicBezTo>
                    <a:cubicBezTo>
                      <a:pt x="1251" y="2071"/>
                      <a:pt x="1380" y="2049"/>
                      <a:pt x="1504" y="2006"/>
                    </a:cubicBezTo>
                    <a:cubicBezTo>
                      <a:pt x="1786" y="1943"/>
                      <a:pt x="2069" y="1813"/>
                      <a:pt x="2331" y="1682"/>
                    </a:cubicBezTo>
                    <a:cubicBezTo>
                      <a:pt x="2771" y="1497"/>
                      <a:pt x="3137" y="1482"/>
                      <a:pt x="3243" y="1482"/>
                    </a:cubicBezTo>
                    <a:cubicBezTo>
                      <a:pt x="3263" y="1482"/>
                      <a:pt x="3274" y="1483"/>
                      <a:pt x="3274" y="1483"/>
                    </a:cubicBezTo>
                    <a:lnTo>
                      <a:pt x="3337" y="1483"/>
                    </a:lnTo>
                    <a:lnTo>
                      <a:pt x="342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3"/>
              <p:cNvSpPr/>
              <p:nvPr/>
            </p:nvSpPr>
            <p:spPr>
              <a:xfrm>
                <a:off x="1427650" y="4240805"/>
                <a:ext cx="583500" cy="155350"/>
              </a:xfrm>
              <a:custGeom>
                <a:avLst/>
                <a:gdLst/>
                <a:ahLst/>
                <a:cxnLst/>
                <a:rect l="l" t="t" r="r" b="b"/>
                <a:pathLst>
                  <a:path w="6851" h="1824" extrusionOk="0">
                    <a:moveTo>
                      <a:pt x="64" y="0"/>
                    </a:moveTo>
                    <a:cubicBezTo>
                      <a:pt x="64" y="0"/>
                      <a:pt x="1" y="393"/>
                      <a:pt x="111" y="550"/>
                    </a:cubicBezTo>
                    <a:cubicBezTo>
                      <a:pt x="242" y="681"/>
                      <a:pt x="1661" y="1309"/>
                      <a:pt x="1876" y="1309"/>
                    </a:cubicBezTo>
                    <a:cubicBezTo>
                      <a:pt x="1885" y="1310"/>
                      <a:pt x="1894" y="1311"/>
                      <a:pt x="1903" y="1311"/>
                    </a:cubicBezTo>
                    <a:cubicBezTo>
                      <a:pt x="2090" y="1311"/>
                      <a:pt x="2138" y="1072"/>
                      <a:pt x="2233" y="1072"/>
                    </a:cubicBezTo>
                    <a:cubicBezTo>
                      <a:pt x="2238" y="1072"/>
                      <a:pt x="2243" y="1073"/>
                      <a:pt x="2247" y="1074"/>
                    </a:cubicBezTo>
                    <a:cubicBezTo>
                      <a:pt x="2357" y="1074"/>
                      <a:pt x="4211" y="1728"/>
                      <a:pt x="5149" y="1812"/>
                    </a:cubicBezTo>
                    <a:cubicBezTo>
                      <a:pt x="5250" y="1820"/>
                      <a:pt x="5344" y="1823"/>
                      <a:pt x="5431" y="1823"/>
                    </a:cubicBezTo>
                    <a:cubicBezTo>
                      <a:pt x="6137" y="1823"/>
                      <a:pt x="6419" y="1596"/>
                      <a:pt x="6610" y="1419"/>
                    </a:cubicBezTo>
                    <a:cubicBezTo>
                      <a:pt x="6809" y="1246"/>
                      <a:pt x="6851" y="964"/>
                      <a:pt x="6851" y="964"/>
                    </a:cubicBezTo>
                    <a:lnTo>
                      <a:pt x="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3"/>
              <p:cNvSpPr/>
              <p:nvPr/>
            </p:nvSpPr>
            <p:spPr>
              <a:xfrm>
                <a:off x="1427650" y="4235439"/>
                <a:ext cx="589291" cy="165145"/>
              </a:xfrm>
              <a:custGeom>
                <a:avLst/>
                <a:gdLst/>
                <a:ahLst/>
                <a:cxnLst/>
                <a:rect l="l" t="t" r="r" b="b"/>
                <a:pathLst>
                  <a:path w="6919" h="1939" extrusionOk="0">
                    <a:moveTo>
                      <a:pt x="132" y="131"/>
                    </a:moveTo>
                    <a:lnTo>
                      <a:pt x="6767" y="1090"/>
                    </a:lnTo>
                    <a:cubicBezTo>
                      <a:pt x="6767" y="1137"/>
                      <a:pt x="6720" y="1309"/>
                      <a:pt x="6568" y="1461"/>
                    </a:cubicBezTo>
                    <a:cubicBezTo>
                      <a:pt x="6458" y="1550"/>
                      <a:pt x="6327" y="1660"/>
                      <a:pt x="6133" y="1723"/>
                    </a:cubicBezTo>
                    <a:cubicBezTo>
                      <a:pt x="5972" y="1789"/>
                      <a:pt x="5765" y="1829"/>
                      <a:pt x="5484" y="1829"/>
                    </a:cubicBezTo>
                    <a:cubicBezTo>
                      <a:pt x="5382" y="1829"/>
                      <a:pt x="5271" y="1823"/>
                      <a:pt x="5149" y="1812"/>
                    </a:cubicBezTo>
                    <a:cubicBezTo>
                      <a:pt x="4693" y="1765"/>
                      <a:pt x="3991" y="1592"/>
                      <a:pt x="3405" y="1419"/>
                    </a:cubicBezTo>
                    <a:cubicBezTo>
                      <a:pt x="3101" y="1330"/>
                      <a:pt x="2839" y="1241"/>
                      <a:pt x="2640" y="1179"/>
                    </a:cubicBezTo>
                    <a:cubicBezTo>
                      <a:pt x="2530" y="1158"/>
                      <a:pt x="2446" y="1137"/>
                      <a:pt x="2378" y="1110"/>
                    </a:cubicBezTo>
                    <a:cubicBezTo>
                      <a:pt x="2315" y="1090"/>
                      <a:pt x="2289" y="1069"/>
                      <a:pt x="2247" y="1069"/>
                    </a:cubicBezTo>
                    <a:cubicBezTo>
                      <a:pt x="2206" y="1069"/>
                      <a:pt x="2158" y="1090"/>
                      <a:pt x="2116" y="1137"/>
                    </a:cubicBezTo>
                    <a:cubicBezTo>
                      <a:pt x="2096" y="1158"/>
                      <a:pt x="2075" y="1179"/>
                      <a:pt x="2054" y="1220"/>
                    </a:cubicBezTo>
                    <a:cubicBezTo>
                      <a:pt x="2027" y="1241"/>
                      <a:pt x="2007" y="1289"/>
                      <a:pt x="1965" y="1289"/>
                    </a:cubicBezTo>
                    <a:cubicBezTo>
                      <a:pt x="1944" y="1309"/>
                      <a:pt x="1923" y="1330"/>
                      <a:pt x="1876" y="1330"/>
                    </a:cubicBezTo>
                    <a:cubicBezTo>
                      <a:pt x="1855" y="1330"/>
                      <a:pt x="1813" y="1309"/>
                      <a:pt x="1766" y="1289"/>
                    </a:cubicBezTo>
                    <a:cubicBezTo>
                      <a:pt x="1703" y="1268"/>
                      <a:pt x="1635" y="1241"/>
                      <a:pt x="1551" y="1220"/>
                    </a:cubicBezTo>
                    <a:cubicBezTo>
                      <a:pt x="1373" y="1158"/>
                      <a:pt x="1179" y="1069"/>
                      <a:pt x="980" y="980"/>
                    </a:cubicBezTo>
                    <a:cubicBezTo>
                      <a:pt x="786" y="896"/>
                      <a:pt x="587" y="807"/>
                      <a:pt x="435" y="744"/>
                    </a:cubicBezTo>
                    <a:cubicBezTo>
                      <a:pt x="373" y="697"/>
                      <a:pt x="305" y="655"/>
                      <a:pt x="242" y="634"/>
                    </a:cubicBezTo>
                    <a:cubicBezTo>
                      <a:pt x="195" y="587"/>
                      <a:pt x="174" y="566"/>
                      <a:pt x="153" y="566"/>
                    </a:cubicBezTo>
                    <a:cubicBezTo>
                      <a:pt x="132" y="524"/>
                      <a:pt x="111" y="393"/>
                      <a:pt x="111" y="283"/>
                    </a:cubicBezTo>
                    <a:cubicBezTo>
                      <a:pt x="111" y="194"/>
                      <a:pt x="111" y="152"/>
                      <a:pt x="132" y="131"/>
                    </a:cubicBezTo>
                    <a:close/>
                    <a:moveTo>
                      <a:pt x="22" y="0"/>
                    </a:moveTo>
                    <a:lnTo>
                      <a:pt x="22" y="42"/>
                    </a:lnTo>
                    <a:cubicBezTo>
                      <a:pt x="22" y="42"/>
                      <a:pt x="1" y="152"/>
                      <a:pt x="1" y="283"/>
                    </a:cubicBezTo>
                    <a:cubicBezTo>
                      <a:pt x="1" y="393"/>
                      <a:pt x="1" y="545"/>
                      <a:pt x="90" y="634"/>
                    </a:cubicBezTo>
                    <a:cubicBezTo>
                      <a:pt x="111" y="676"/>
                      <a:pt x="132" y="697"/>
                      <a:pt x="195" y="718"/>
                    </a:cubicBezTo>
                    <a:cubicBezTo>
                      <a:pt x="242" y="765"/>
                      <a:pt x="305" y="786"/>
                      <a:pt x="394" y="828"/>
                    </a:cubicBezTo>
                    <a:cubicBezTo>
                      <a:pt x="545" y="917"/>
                      <a:pt x="744" y="1006"/>
                      <a:pt x="938" y="1090"/>
                    </a:cubicBezTo>
                    <a:cubicBezTo>
                      <a:pt x="1137" y="1179"/>
                      <a:pt x="1331" y="1268"/>
                      <a:pt x="1504" y="1330"/>
                    </a:cubicBezTo>
                    <a:cubicBezTo>
                      <a:pt x="1593" y="1351"/>
                      <a:pt x="1661" y="1372"/>
                      <a:pt x="1724" y="1399"/>
                    </a:cubicBezTo>
                    <a:cubicBezTo>
                      <a:pt x="1792" y="1419"/>
                      <a:pt x="1834" y="1440"/>
                      <a:pt x="1876" y="1440"/>
                    </a:cubicBezTo>
                    <a:cubicBezTo>
                      <a:pt x="1944" y="1440"/>
                      <a:pt x="1986" y="1419"/>
                      <a:pt x="2027" y="1399"/>
                    </a:cubicBezTo>
                    <a:cubicBezTo>
                      <a:pt x="2075" y="1351"/>
                      <a:pt x="2116" y="1330"/>
                      <a:pt x="2137" y="1289"/>
                    </a:cubicBezTo>
                    <a:cubicBezTo>
                      <a:pt x="2158" y="1268"/>
                      <a:pt x="2185" y="1220"/>
                      <a:pt x="2206" y="1200"/>
                    </a:cubicBezTo>
                    <a:cubicBezTo>
                      <a:pt x="2226" y="1179"/>
                      <a:pt x="2226" y="1179"/>
                      <a:pt x="2247" y="1179"/>
                    </a:cubicBezTo>
                    <a:cubicBezTo>
                      <a:pt x="2226" y="1179"/>
                      <a:pt x="2289" y="1200"/>
                      <a:pt x="2357" y="1220"/>
                    </a:cubicBezTo>
                    <a:cubicBezTo>
                      <a:pt x="2399" y="1241"/>
                      <a:pt x="2488" y="1268"/>
                      <a:pt x="2598" y="1289"/>
                    </a:cubicBezTo>
                    <a:cubicBezTo>
                      <a:pt x="2792" y="1351"/>
                      <a:pt x="3075" y="1440"/>
                      <a:pt x="3384" y="1529"/>
                    </a:cubicBezTo>
                    <a:cubicBezTo>
                      <a:pt x="3970" y="1702"/>
                      <a:pt x="4672" y="1875"/>
                      <a:pt x="5149" y="1922"/>
                    </a:cubicBezTo>
                    <a:cubicBezTo>
                      <a:pt x="5271" y="1933"/>
                      <a:pt x="5384" y="1939"/>
                      <a:pt x="5487" y="1939"/>
                    </a:cubicBezTo>
                    <a:cubicBezTo>
                      <a:pt x="5774" y="1939"/>
                      <a:pt x="5993" y="1899"/>
                      <a:pt x="6154" y="1833"/>
                    </a:cubicBezTo>
                    <a:cubicBezTo>
                      <a:pt x="6395" y="1744"/>
                      <a:pt x="6547" y="1634"/>
                      <a:pt x="6636" y="1529"/>
                    </a:cubicBezTo>
                    <a:cubicBezTo>
                      <a:pt x="6851" y="1330"/>
                      <a:pt x="6919" y="1048"/>
                      <a:pt x="6919" y="1048"/>
                    </a:cubicBezTo>
                    <a:lnTo>
                      <a:pt x="6919" y="980"/>
                    </a:lnTo>
                    <a:lnTo>
                      <a:pt x="2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3"/>
              <p:cNvSpPr/>
              <p:nvPr/>
            </p:nvSpPr>
            <p:spPr>
              <a:xfrm>
                <a:off x="1431228" y="4028905"/>
                <a:ext cx="595083" cy="351582"/>
              </a:xfrm>
              <a:custGeom>
                <a:avLst/>
                <a:gdLst/>
                <a:ahLst/>
                <a:cxnLst/>
                <a:rect l="l" t="t" r="r" b="b"/>
                <a:pathLst>
                  <a:path w="6987" h="4128" extrusionOk="0">
                    <a:moveTo>
                      <a:pt x="961" y="0"/>
                    </a:moveTo>
                    <a:cubicBezTo>
                      <a:pt x="788" y="0"/>
                      <a:pt x="588" y="45"/>
                      <a:pt x="414" y="200"/>
                    </a:cubicBezTo>
                    <a:cubicBezTo>
                      <a:pt x="1" y="571"/>
                      <a:pt x="1" y="2184"/>
                      <a:pt x="22" y="2467"/>
                    </a:cubicBezTo>
                    <a:cubicBezTo>
                      <a:pt x="47" y="2741"/>
                      <a:pt x="1580" y="3344"/>
                      <a:pt x="1934" y="3344"/>
                    </a:cubicBezTo>
                    <a:cubicBezTo>
                      <a:pt x="1945" y="3344"/>
                      <a:pt x="1956" y="3343"/>
                      <a:pt x="1965" y="3342"/>
                    </a:cubicBezTo>
                    <a:cubicBezTo>
                      <a:pt x="2050" y="3335"/>
                      <a:pt x="2115" y="3331"/>
                      <a:pt x="2169" y="3331"/>
                    </a:cubicBezTo>
                    <a:cubicBezTo>
                      <a:pt x="2294" y="3331"/>
                      <a:pt x="2368" y="3354"/>
                      <a:pt x="2535" y="3431"/>
                    </a:cubicBezTo>
                    <a:cubicBezTo>
                      <a:pt x="2767" y="3559"/>
                      <a:pt x="4626" y="4128"/>
                      <a:pt x="5580" y="4128"/>
                    </a:cubicBezTo>
                    <a:cubicBezTo>
                      <a:pt x="5597" y="4128"/>
                      <a:pt x="5614" y="4128"/>
                      <a:pt x="5630" y="4127"/>
                    </a:cubicBezTo>
                    <a:cubicBezTo>
                      <a:pt x="6594" y="4127"/>
                      <a:pt x="6767" y="3583"/>
                      <a:pt x="6830" y="3342"/>
                    </a:cubicBezTo>
                    <a:cubicBezTo>
                      <a:pt x="6919" y="3122"/>
                      <a:pt x="6987" y="2425"/>
                      <a:pt x="6725" y="2095"/>
                    </a:cubicBezTo>
                    <a:cubicBezTo>
                      <a:pt x="6463" y="1750"/>
                      <a:pt x="4866" y="1074"/>
                      <a:pt x="4541" y="896"/>
                    </a:cubicBezTo>
                    <a:cubicBezTo>
                      <a:pt x="4211" y="723"/>
                      <a:pt x="4148" y="655"/>
                      <a:pt x="3756" y="440"/>
                    </a:cubicBezTo>
                    <a:cubicBezTo>
                      <a:pt x="3384" y="200"/>
                      <a:pt x="1551" y="90"/>
                      <a:pt x="1399" y="90"/>
                    </a:cubicBezTo>
                    <a:cubicBezTo>
                      <a:pt x="1399" y="90"/>
                      <a:pt x="1206" y="0"/>
                      <a:pt x="9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3"/>
              <p:cNvSpPr/>
              <p:nvPr/>
            </p:nvSpPr>
            <p:spPr>
              <a:xfrm>
                <a:off x="1427650" y="4024817"/>
                <a:ext cx="596446" cy="361036"/>
              </a:xfrm>
              <a:custGeom>
                <a:avLst/>
                <a:gdLst/>
                <a:ahLst/>
                <a:cxnLst/>
                <a:rect l="l" t="t" r="r" b="b"/>
                <a:pathLst>
                  <a:path w="7003" h="4239" extrusionOk="0">
                    <a:moveTo>
                      <a:pt x="993" y="110"/>
                    </a:moveTo>
                    <a:cubicBezTo>
                      <a:pt x="1033" y="110"/>
                      <a:pt x="1073" y="112"/>
                      <a:pt x="1111" y="117"/>
                    </a:cubicBezTo>
                    <a:cubicBezTo>
                      <a:pt x="1289" y="138"/>
                      <a:pt x="1420" y="206"/>
                      <a:pt x="1420" y="206"/>
                    </a:cubicBezTo>
                    <a:lnTo>
                      <a:pt x="1441" y="206"/>
                    </a:lnTo>
                    <a:cubicBezTo>
                      <a:pt x="1504" y="206"/>
                      <a:pt x="2007" y="227"/>
                      <a:pt x="2530" y="289"/>
                    </a:cubicBezTo>
                    <a:cubicBezTo>
                      <a:pt x="2792" y="310"/>
                      <a:pt x="3054" y="337"/>
                      <a:pt x="3274" y="378"/>
                    </a:cubicBezTo>
                    <a:cubicBezTo>
                      <a:pt x="3515" y="420"/>
                      <a:pt x="3688" y="488"/>
                      <a:pt x="3777" y="530"/>
                    </a:cubicBezTo>
                    <a:cubicBezTo>
                      <a:pt x="4148" y="771"/>
                      <a:pt x="4232" y="813"/>
                      <a:pt x="4562" y="991"/>
                    </a:cubicBezTo>
                    <a:cubicBezTo>
                      <a:pt x="4735" y="1096"/>
                      <a:pt x="5196" y="1295"/>
                      <a:pt x="5672" y="1536"/>
                    </a:cubicBezTo>
                    <a:cubicBezTo>
                      <a:pt x="5913" y="1667"/>
                      <a:pt x="6154" y="1777"/>
                      <a:pt x="6327" y="1881"/>
                    </a:cubicBezTo>
                    <a:cubicBezTo>
                      <a:pt x="6526" y="1991"/>
                      <a:pt x="6678" y="2101"/>
                      <a:pt x="6720" y="2170"/>
                    </a:cubicBezTo>
                    <a:cubicBezTo>
                      <a:pt x="6830" y="2321"/>
                      <a:pt x="6872" y="2583"/>
                      <a:pt x="6898" y="2824"/>
                    </a:cubicBezTo>
                    <a:cubicBezTo>
                      <a:pt x="6898" y="3039"/>
                      <a:pt x="6851" y="3280"/>
                      <a:pt x="6830" y="3369"/>
                    </a:cubicBezTo>
                    <a:cubicBezTo>
                      <a:pt x="6788" y="3500"/>
                      <a:pt x="6720" y="3673"/>
                      <a:pt x="6568" y="3824"/>
                    </a:cubicBezTo>
                    <a:cubicBezTo>
                      <a:pt x="6395" y="3976"/>
                      <a:pt x="6154" y="4133"/>
                      <a:pt x="5672" y="4133"/>
                    </a:cubicBezTo>
                    <a:cubicBezTo>
                      <a:pt x="5238" y="4133"/>
                      <a:pt x="4515" y="3976"/>
                      <a:pt x="3887" y="3824"/>
                    </a:cubicBezTo>
                    <a:cubicBezTo>
                      <a:pt x="3578" y="3741"/>
                      <a:pt x="3274" y="3652"/>
                      <a:pt x="3054" y="3583"/>
                    </a:cubicBezTo>
                    <a:cubicBezTo>
                      <a:pt x="2813" y="3521"/>
                      <a:pt x="2661" y="3453"/>
                      <a:pt x="2598" y="3432"/>
                    </a:cubicBezTo>
                    <a:cubicBezTo>
                      <a:pt x="2436" y="3358"/>
                      <a:pt x="2343" y="3333"/>
                      <a:pt x="2220" y="3333"/>
                    </a:cubicBezTo>
                    <a:cubicBezTo>
                      <a:pt x="2160" y="3333"/>
                      <a:pt x="2092" y="3339"/>
                      <a:pt x="2007" y="3348"/>
                    </a:cubicBezTo>
                    <a:cubicBezTo>
                      <a:pt x="1986" y="3348"/>
                      <a:pt x="1923" y="3348"/>
                      <a:pt x="1855" y="3322"/>
                    </a:cubicBezTo>
                    <a:cubicBezTo>
                      <a:pt x="1792" y="3301"/>
                      <a:pt x="1703" y="3280"/>
                      <a:pt x="1614" y="3259"/>
                    </a:cubicBezTo>
                    <a:cubicBezTo>
                      <a:pt x="1420" y="3191"/>
                      <a:pt x="1179" y="3107"/>
                      <a:pt x="959" y="3018"/>
                    </a:cubicBezTo>
                    <a:cubicBezTo>
                      <a:pt x="744" y="2929"/>
                      <a:pt x="524" y="2824"/>
                      <a:pt x="373" y="2735"/>
                    </a:cubicBezTo>
                    <a:cubicBezTo>
                      <a:pt x="284" y="2693"/>
                      <a:pt x="221" y="2646"/>
                      <a:pt x="174" y="2604"/>
                    </a:cubicBezTo>
                    <a:cubicBezTo>
                      <a:pt x="132" y="2562"/>
                      <a:pt x="132" y="2515"/>
                      <a:pt x="132" y="2515"/>
                    </a:cubicBezTo>
                    <a:cubicBezTo>
                      <a:pt x="111" y="2384"/>
                      <a:pt x="111" y="1908"/>
                      <a:pt x="153" y="1426"/>
                    </a:cubicBezTo>
                    <a:cubicBezTo>
                      <a:pt x="174" y="1185"/>
                      <a:pt x="221" y="944"/>
                      <a:pt x="284" y="729"/>
                    </a:cubicBezTo>
                    <a:cubicBezTo>
                      <a:pt x="325" y="530"/>
                      <a:pt x="414" y="378"/>
                      <a:pt x="504" y="289"/>
                    </a:cubicBezTo>
                    <a:cubicBezTo>
                      <a:pt x="659" y="151"/>
                      <a:pt x="831" y="110"/>
                      <a:pt x="993" y="110"/>
                    </a:cubicBezTo>
                    <a:close/>
                    <a:moveTo>
                      <a:pt x="993" y="0"/>
                    </a:moveTo>
                    <a:cubicBezTo>
                      <a:pt x="819" y="0"/>
                      <a:pt x="613" y="45"/>
                      <a:pt x="435" y="206"/>
                    </a:cubicBezTo>
                    <a:cubicBezTo>
                      <a:pt x="305" y="310"/>
                      <a:pt x="242" y="488"/>
                      <a:pt x="174" y="703"/>
                    </a:cubicBezTo>
                    <a:cubicBezTo>
                      <a:pt x="111" y="923"/>
                      <a:pt x="64" y="1164"/>
                      <a:pt x="43" y="1405"/>
                    </a:cubicBezTo>
                    <a:cubicBezTo>
                      <a:pt x="1" y="1908"/>
                      <a:pt x="1" y="2363"/>
                      <a:pt x="1" y="2536"/>
                    </a:cubicBezTo>
                    <a:cubicBezTo>
                      <a:pt x="22" y="2583"/>
                      <a:pt x="64" y="2646"/>
                      <a:pt x="111" y="2693"/>
                    </a:cubicBezTo>
                    <a:cubicBezTo>
                      <a:pt x="153" y="2735"/>
                      <a:pt x="242" y="2777"/>
                      <a:pt x="305" y="2824"/>
                    </a:cubicBezTo>
                    <a:cubicBezTo>
                      <a:pt x="483" y="2929"/>
                      <a:pt x="697" y="3039"/>
                      <a:pt x="917" y="3128"/>
                    </a:cubicBezTo>
                    <a:cubicBezTo>
                      <a:pt x="1158" y="3217"/>
                      <a:pt x="1373" y="3301"/>
                      <a:pt x="1572" y="3369"/>
                    </a:cubicBezTo>
                    <a:cubicBezTo>
                      <a:pt x="1682" y="3390"/>
                      <a:pt x="1766" y="3411"/>
                      <a:pt x="1834" y="3432"/>
                    </a:cubicBezTo>
                    <a:cubicBezTo>
                      <a:pt x="1897" y="3453"/>
                      <a:pt x="1965" y="3453"/>
                      <a:pt x="2007" y="3453"/>
                    </a:cubicBezTo>
                    <a:cubicBezTo>
                      <a:pt x="2112" y="3445"/>
                      <a:pt x="2181" y="3437"/>
                      <a:pt x="2239" y="3437"/>
                    </a:cubicBezTo>
                    <a:cubicBezTo>
                      <a:pt x="2338" y="3437"/>
                      <a:pt x="2403" y="3459"/>
                      <a:pt x="2551" y="3542"/>
                    </a:cubicBezTo>
                    <a:cubicBezTo>
                      <a:pt x="2619" y="3563"/>
                      <a:pt x="2792" y="3631"/>
                      <a:pt x="3012" y="3693"/>
                    </a:cubicBezTo>
                    <a:cubicBezTo>
                      <a:pt x="3253" y="3762"/>
                      <a:pt x="3536" y="3845"/>
                      <a:pt x="3860" y="3934"/>
                    </a:cubicBezTo>
                    <a:cubicBezTo>
                      <a:pt x="4494" y="4086"/>
                      <a:pt x="5196" y="4238"/>
                      <a:pt x="5693" y="4238"/>
                    </a:cubicBezTo>
                    <a:cubicBezTo>
                      <a:pt x="6175" y="4238"/>
                      <a:pt x="6458" y="4086"/>
                      <a:pt x="6636" y="3913"/>
                    </a:cubicBezTo>
                    <a:cubicBezTo>
                      <a:pt x="6830" y="3741"/>
                      <a:pt x="6898" y="3521"/>
                      <a:pt x="6940" y="3411"/>
                    </a:cubicBezTo>
                    <a:cubicBezTo>
                      <a:pt x="6961" y="3280"/>
                      <a:pt x="7003" y="3060"/>
                      <a:pt x="7003" y="2798"/>
                    </a:cubicBezTo>
                    <a:cubicBezTo>
                      <a:pt x="7003" y="2562"/>
                      <a:pt x="6961" y="2300"/>
                      <a:pt x="6809" y="2101"/>
                    </a:cubicBezTo>
                    <a:cubicBezTo>
                      <a:pt x="6741" y="2012"/>
                      <a:pt x="6589" y="1908"/>
                      <a:pt x="6395" y="1798"/>
                    </a:cubicBezTo>
                    <a:cubicBezTo>
                      <a:pt x="6196" y="1667"/>
                      <a:pt x="5955" y="1557"/>
                      <a:pt x="5719" y="1426"/>
                    </a:cubicBezTo>
                    <a:cubicBezTo>
                      <a:pt x="5259" y="1206"/>
                      <a:pt x="4756" y="991"/>
                      <a:pt x="4604" y="902"/>
                    </a:cubicBezTo>
                    <a:cubicBezTo>
                      <a:pt x="4279" y="729"/>
                      <a:pt x="4211" y="661"/>
                      <a:pt x="3839" y="420"/>
                    </a:cubicBezTo>
                    <a:cubicBezTo>
                      <a:pt x="3729" y="358"/>
                      <a:pt x="3536" y="310"/>
                      <a:pt x="3295" y="269"/>
                    </a:cubicBezTo>
                    <a:cubicBezTo>
                      <a:pt x="3075" y="227"/>
                      <a:pt x="2813" y="206"/>
                      <a:pt x="2551" y="159"/>
                    </a:cubicBezTo>
                    <a:cubicBezTo>
                      <a:pt x="2027" y="117"/>
                      <a:pt x="1530" y="96"/>
                      <a:pt x="1462" y="96"/>
                    </a:cubicBezTo>
                    <a:cubicBezTo>
                      <a:pt x="1441" y="75"/>
                      <a:pt x="1310" y="28"/>
                      <a:pt x="1111" y="7"/>
                    </a:cubicBezTo>
                    <a:cubicBezTo>
                      <a:pt x="1074" y="3"/>
                      <a:pt x="1035" y="0"/>
                      <a:pt x="99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3"/>
              <p:cNvSpPr/>
              <p:nvPr/>
            </p:nvSpPr>
            <p:spPr>
              <a:xfrm>
                <a:off x="1496382" y="3966051"/>
                <a:ext cx="275269" cy="175706"/>
              </a:xfrm>
              <a:custGeom>
                <a:avLst/>
                <a:gdLst/>
                <a:ahLst/>
                <a:cxnLst/>
                <a:rect l="l" t="t" r="r" b="b"/>
                <a:pathLst>
                  <a:path w="3232" h="2063" extrusionOk="0">
                    <a:moveTo>
                      <a:pt x="372" y="0"/>
                    </a:moveTo>
                    <a:lnTo>
                      <a:pt x="0" y="1131"/>
                    </a:lnTo>
                    <a:cubicBezTo>
                      <a:pt x="0" y="1131"/>
                      <a:pt x="199" y="1571"/>
                      <a:pt x="1090" y="1896"/>
                    </a:cubicBezTo>
                    <a:cubicBezTo>
                      <a:pt x="1436" y="2023"/>
                      <a:pt x="1798" y="2063"/>
                      <a:pt x="2113" y="2063"/>
                    </a:cubicBezTo>
                    <a:cubicBezTo>
                      <a:pt x="2612" y="2063"/>
                      <a:pt x="2991" y="1964"/>
                      <a:pt x="2991" y="1964"/>
                    </a:cubicBezTo>
                    <a:lnTo>
                      <a:pt x="3231" y="828"/>
                    </a:lnTo>
                    <a:lnTo>
                      <a:pt x="372" y="0"/>
                    </a:ln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3"/>
              <p:cNvSpPr/>
              <p:nvPr/>
            </p:nvSpPr>
            <p:spPr>
              <a:xfrm>
                <a:off x="1492805" y="3960259"/>
                <a:ext cx="284212" cy="186948"/>
              </a:xfrm>
              <a:custGeom>
                <a:avLst/>
                <a:gdLst/>
                <a:ahLst/>
                <a:cxnLst/>
                <a:rect l="l" t="t" r="r" b="b"/>
                <a:pathLst>
                  <a:path w="3337" h="2195" extrusionOk="0">
                    <a:moveTo>
                      <a:pt x="456" y="131"/>
                    </a:moveTo>
                    <a:lnTo>
                      <a:pt x="3205" y="937"/>
                    </a:lnTo>
                    <a:lnTo>
                      <a:pt x="2991" y="1985"/>
                    </a:lnTo>
                    <a:cubicBezTo>
                      <a:pt x="2950" y="2000"/>
                      <a:pt x="2609" y="2083"/>
                      <a:pt x="2160" y="2083"/>
                    </a:cubicBezTo>
                    <a:cubicBezTo>
                      <a:pt x="1855" y="2083"/>
                      <a:pt x="1501" y="2045"/>
                      <a:pt x="1158" y="1922"/>
                    </a:cubicBezTo>
                    <a:cubicBezTo>
                      <a:pt x="718" y="1770"/>
                      <a:pt x="456" y="1571"/>
                      <a:pt x="304" y="1419"/>
                    </a:cubicBezTo>
                    <a:cubicBezTo>
                      <a:pt x="152" y="1288"/>
                      <a:pt x="110" y="1199"/>
                      <a:pt x="110" y="1199"/>
                    </a:cubicBezTo>
                    <a:lnTo>
                      <a:pt x="456" y="131"/>
                    </a:lnTo>
                    <a:close/>
                    <a:moveTo>
                      <a:pt x="372" y="0"/>
                    </a:moveTo>
                    <a:lnTo>
                      <a:pt x="372" y="47"/>
                    </a:lnTo>
                    <a:lnTo>
                      <a:pt x="0" y="1199"/>
                    </a:lnTo>
                    <a:lnTo>
                      <a:pt x="0" y="1226"/>
                    </a:lnTo>
                    <a:cubicBezTo>
                      <a:pt x="0" y="1226"/>
                      <a:pt x="42" y="1356"/>
                      <a:pt x="215" y="1508"/>
                    </a:cubicBezTo>
                    <a:cubicBezTo>
                      <a:pt x="372" y="1660"/>
                      <a:pt x="655" y="1854"/>
                      <a:pt x="1111" y="2032"/>
                    </a:cubicBezTo>
                    <a:cubicBezTo>
                      <a:pt x="1461" y="2156"/>
                      <a:pt x="1825" y="2195"/>
                      <a:pt x="2141" y="2195"/>
                    </a:cubicBezTo>
                    <a:cubicBezTo>
                      <a:pt x="2649" y="2195"/>
                      <a:pt x="3033" y="2095"/>
                      <a:pt x="3033" y="2095"/>
                    </a:cubicBezTo>
                    <a:lnTo>
                      <a:pt x="3074" y="2074"/>
                    </a:lnTo>
                    <a:lnTo>
                      <a:pt x="3336" y="854"/>
                    </a:lnTo>
                    <a:lnTo>
                      <a:pt x="37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3"/>
              <p:cNvSpPr/>
              <p:nvPr/>
            </p:nvSpPr>
            <p:spPr>
              <a:xfrm>
                <a:off x="2072634" y="3968521"/>
                <a:ext cx="390334" cy="194273"/>
              </a:xfrm>
              <a:custGeom>
                <a:avLst/>
                <a:gdLst/>
                <a:ahLst/>
                <a:cxnLst/>
                <a:rect l="l" t="t" r="r" b="b"/>
                <a:pathLst>
                  <a:path w="4583" h="2281" extrusionOk="0">
                    <a:moveTo>
                      <a:pt x="978" y="1"/>
                    </a:moveTo>
                    <a:cubicBezTo>
                      <a:pt x="637" y="1"/>
                      <a:pt x="301" y="130"/>
                      <a:pt x="194" y="474"/>
                    </a:cubicBezTo>
                    <a:cubicBezTo>
                      <a:pt x="0" y="1060"/>
                      <a:pt x="477" y="1542"/>
                      <a:pt x="938" y="1736"/>
                    </a:cubicBezTo>
                    <a:cubicBezTo>
                      <a:pt x="1372" y="1956"/>
                      <a:pt x="3095" y="2260"/>
                      <a:pt x="3577" y="2281"/>
                    </a:cubicBezTo>
                    <a:cubicBezTo>
                      <a:pt x="4080" y="2281"/>
                      <a:pt x="4583" y="1825"/>
                      <a:pt x="4363" y="1411"/>
                    </a:cubicBezTo>
                    <a:cubicBezTo>
                      <a:pt x="4143" y="998"/>
                      <a:pt x="2488" y="537"/>
                      <a:pt x="2247" y="427"/>
                    </a:cubicBezTo>
                    <a:cubicBezTo>
                      <a:pt x="1985" y="296"/>
                      <a:pt x="1592" y="144"/>
                      <a:pt x="1592" y="144"/>
                    </a:cubicBezTo>
                    <a:cubicBezTo>
                      <a:pt x="1428" y="57"/>
                      <a:pt x="1202" y="1"/>
                      <a:pt x="9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p:nvPr/>
            </p:nvSpPr>
            <p:spPr>
              <a:xfrm>
                <a:off x="1336690" y="2795237"/>
                <a:ext cx="957226" cy="1149369"/>
              </a:xfrm>
              <a:custGeom>
                <a:avLst/>
                <a:gdLst/>
                <a:ahLst/>
                <a:cxnLst/>
                <a:rect l="l" t="t" r="r" b="b"/>
                <a:pathLst>
                  <a:path w="11239" h="13495" extrusionOk="0">
                    <a:moveTo>
                      <a:pt x="3729" y="0"/>
                    </a:moveTo>
                    <a:lnTo>
                      <a:pt x="456" y="241"/>
                    </a:lnTo>
                    <a:cubicBezTo>
                      <a:pt x="456" y="241"/>
                      <a:pt x="0" y="2310"/>
                      <a:pt x="1132" y="3818"/>
                    </a:cubicBezTo>
                    <a:cubicBezTo>
                      <a:pt x="2268" y="5300"/>
                      <a:pt x="2467" y="5300"/>
                      <a:pt x="3666" y="6740"/>
                    </a:cubicBezTo>
                    <a:cubicBezTo>
                      <a:pt x="4866" y="8180"/>
                      <a:pt x="5258" y="13203"/>
                      <a:pt x="5258" y="13203"/>
                    </a:cubicBezTo>
                    <a:cubicBezTo>
                      <a:pt x="6169" y="13418"/>
                      <a:pt x="7028" y="13494"/>
                      <a:pt x="7788" y="13494"/>
                    </a:cubicBezTo>
                    <a:cubicBezTo>
                      <a:pt x="9630" y="13494"/>
                      <a:pt x="10888" y="13045"/>
                      <a:pt x="10888" y="13045"/>
                    </a:cubicBezTo>
                    <a:cubicBezTo>
                      <a:pt x="10888" y="13045"/>
                      <a:pt x="11239" y="8097"/>
                      <a:pt x="10013" y="5106"/>
                    </a:cubicBezTo>
                    <a:cubicBezTo>
                      <a:pt x="8772" y="2137"/>
                      <a:pt x="5258" y="2268"/>
                      <a:pt x="4342" y="2095"/>
                    </a:cubicBezTo>
                    <a:cubicBezTo>
                      <a:pt x="3425" y="1917"/>
                      <a:pt x="3729" y="0"/>
                      <a:pt x="37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3"/>
              <p:cNvSpPr/>
              <p:nvPr/>
            </p:nvSpPr>
            <p:spPr>
              <a:xfrm>
                <a:off x="2076212" y="3963666"/>
                <a:ext cx="382754" cy="204919"/>
              </a:xfrm>
              <a:custGeom>
                <a:avLst/>
                <a:gdLst/>
                <a:ahLst/>
                <a:cxnLst/>
                <a:rect l="l" t="t" r="r" b="b"/>
                <a:pathLst>
                  <a:path w="4494" h="2406" extrusionOk="0">
                    <a:moveTo>
                      <a:pt x="942" y="123"/>
                    </a:moveTo>
                    <a:cubicBezTo>
                      <a:pt x="1155" y="123"/>
                      <a:pt x="1374" y="183"/>
                      <a:pt x="1529" y="269"/>
                    </a:cubicBezTo>
                    <a:cubicBezTo>
                      <a:pt x="1529" y="269"/>
                      <a:pt x="1922" y="421"/>
                      <a:pt x="2184" y="531"/>
                    </a:cubicBezTo>
                    <a:cubicBezTo>
                      <a:pt x="2247" y="573"/>
                      <a:pt x="2399" y="615"/>
                      <a:pt x="2577" y="683"/>
                    </a:cubicBezTo>
                    <a:cubicBezTo>
                      <a:pt x="2771" y="746"/>
                      <a:pt x="3011" y="835"/>
                      <a:pt x="3252" y="924"/>
                    </a:cubicBezTo>
                    <a:cubicBezTo>
                      <a:pt x="3493" y="1007"/>
                      <a:pt x="3708" y="1096"/>
                      <a:pt x="3907" y="1206"/>
                    </a:cubicBezTo>
                    <a:cubicBezTo>
                      <a:pt x="4080" y="1316"/>
                      <a:pt x="4232" y="1400"/>
                      <a:pt x="4279" y="1489"/>
                    </a:cubicBezTo>
                    <a:cubicBezTo>
                      <a:pt x="4363" y="1683"/>
                      <a:pt x="4300" y="1861"/>
                      <a:pt x="4148" y="2013"/>
                    </a:cubicBezTo>
                    <a:cubicBezTo>
                      <a:pt x="4028" y="2172"/>
                      <a:pt x="3815" y="2277"/>
                      <a:pt x="3594" y="2277"/>
                    </a:cubicBezTo>
                    <a:cubicBezTo>
                      <a:pt x="3575" y="2277"/>
                      <a:pt x="3555" y="2277"/>
                      <a:pt x="3535" y="2275"/>
                    </a:cubicBezTo>
                    <a:cubicBezTo>
                      <a:pt x="3294" y="2275"/>
                      <a:pt x="2750" y="2186"/>
                      <a:pt x="2205" y="2076"/>
                    </a:cubicBezTo>
                    <a:cubicBezTo>
                      <a:pt x="1660" y="1971"/>
                      <a:pt x="1116" y="1840"/>
                      <a:pt x="917" y="1751"/>
                    </a:cubicBezTo>
                    <a:cubicBezTo>
                      <a:pt x="697" y="1641"/>
                      <a:pt x="482" y="1489"/>
                      <a:pt x="330" y="1269"/>
                    </a:cubicBezTo>
                    <a:cubicBezTo>
                      <a:pt x="173" y="1076"/>
                      <a:pt x="110" y="835"/>
                      <a:pt x="199" y="552"/>
                    </a:cubicBezTo>
                    <a:cubicBezTo>
                      <a:pt x="283" y="290"/>
                      <a:pt x="503" y="159"/>
                      <a:pt x="765" y="138"/>
                    </a:cubicBezTo>
                    <a:cubicBezTo>
                      <a:pt x="822" y="128"/>
                      <a:pt x="882" y="123"/>
                      <a:pt x="942" y="123"/>
                    </a:cubicBezTo>
                    <a:close/>
                    <a:moveTo>
                      <a:pt x="916" y="0"/>
                    </a:moveTo>
                    <a:cubicBezTo>
                      <a:pt x="865" y="0"/>
                      <a:pt x="815" y="3"/>
                      <a:pt x="765" y="7"/>
                    </a:cubicBezTo>
                    <a:cubicBezTo>
                      <a:pt x="461" y="49"/>
                      <a:pt x="199" y="201"/>
                      <a:pt x="89" y="531"/>
                    </a:cubicBezTo>
                    <a:cubicBezTo>
                      <a:pt x="0" y="835"/>
                      <a:pt x="68" y="1117"/>
                      <a:pt x="241" y="1337"/>
                    </a:cubicBezTo>
                    <a:cubicBezTo>
                      <a:pt x="393" y="1578"/>
                      <a:pt x="634" y="1751"/>
                      <a:pt x="875" y="1861"/>
                    </a:cubicBezTo>
                    <a:cubicBezTo>
                      <a:pt x="1116" y="1971"/>
                      <a:pt x="1639" y="2102"/>
                      <a:pt x="2184" y="2186"/>
                    </a:cubicBezTo>
                    <a:cubicBezTo>
                      <a:pt x="2729" y="2296"/>
                      <a:pt x="3273" y="2385"/>
                      <a:pt x="3535" y="2406"/>
                    </a:cubicBezTo>
                    <a:cubicBezTo>
                      <a:pt x="3797" y="2406"/>
                      <a:pt x="4059" y="2275"/>
                      <a:pt x="4232" y="2102"/>
                    </a:cubicBezTo>
                    <a:cubicBezTo>
                      <a:pt x="4410" y="1924"/>
                      <a:pt x="4493" y="1662"/>
                      <a:pt x="4363" y="1447"/>
                    </a:cubicBezTo>
                    <a:cubicBezTo>
                      <a:pt x="4300" y="1316"/>
                      <a:pt x="4148" y="1206"/>
                      <a:pt x="3949" y="1096"/>
                    </a:cubicBezTo>
                    <a:cubicBezTo>
                      <a:pt x="3755" y="1007"/>
                      <a:pt x="3535" y="897"/>
                      <a:pt x="3294" y="814"/>
                    </a:cubicBezTo>
                    <a:cubicBezTo>
                      <a:pt x="3053" y="725"/>
                      <a:pt x="2818" y="636"/>
                      <a:pt x="2619" y="573"/>
                    </a:cubicBezTo>
                    <a:cubicBezTo>
                      <a:pt x="2425" y="505"/>
                      <a:pt x="2268" y="463"/>
                      <a:pt x="2226" y="421"/>
                    </a:cubicBezTo>
                    <a:cubicBezTo>
                      <a:pt x="1964" y="311"/>
                      <a:pt x="1571" y="159"/>
                      <a:pt x="1571" y="159"/>
                    </a:cubicBezTo>
                    <a:cubicBezTo>
                      <a:pt x="1390" y="51"/>
                      <a:pt x="1152" y="0"/>
                      <a:pt x="91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3"/>
              <p:cNvSpPr/>
              <p:nvPr/>
            </p:nvSpPr>
            <p:spPr>
              <a:xfrm>
                <a:off x="1330899" y="2789445"/>
                <a:ext cx="944280" cy="1158993"/>
              </a:xfrm>
              <a:custGeom>
                <a:avLst/>
                <a:gdLst/>
                <a:ahLst/>
                <a:cxnLst/>
                <a:rect l="l" t="t" r="r" b="b"/>
                <a:pathLst>
                  <a:path w="11087" h="13608" extrusionOk="0">
                    <a:moveTo>
                      <a:pt x="3734" y="131"/>
                    </a:moveTo>
                    <a:cubicBezTo>
                      <a:pt x="3734" y="178"/>
                      <a:pt x="3666" y="571"/>
                      <a:pt x="3687" y="1048"/>
                    </a:cubicBezTo>
                    <a:cubicBezTo>
                      <a:pt x="3713" y="1309"/>
                      <a:pt x="3755" y="1571"/>
                      <a:pt x="3865" y="1791"/>
                    </a:cubicBezTo>
                    <a:cubicBezTo>
                      <a:pt x="3975" y="2011"/>
                      <a:pt x="4148" y="2184"/>
                      <a:pt x="4389" y="2226"/>
                    </a:cubicBezTo>
                    <a:cubicBezTo>
                      <a:pt x="5347" y="2404"/>
                      <a:pt x="8819" y="2247"/>
                      <a:pt x="10019" y="5195"/>
                    </a:cubicBezTo>
                    <a:cubicBezTo>
                      <a:pt x="10626" y="6677"/>
                      <a:pt x="10846" y="8662"/>
                      <a:pt x="10914" y="10280"/>
                    </a:cubicBezTo>
                    <a:cubicBezTo>
                      <a:pt x="10977" y="11851"/>
                      <a:pt x="10888" y="13030"/>
                      <a:pt x="10888" y="13072"/>
                    </a:cubicBezTo>
                    <a:cubicBezTo>
                      <a:pt x="10844" y="13086"/>
                      <a:pt x="9650" y="13504"/>
                      <a:pt x="7872" y="13504"/>
                    </a:cubicBezTo>
                    <a:cubicBezTo>
                      <a:pt x="7126" y="13504"/>
                      <a:pt x="6278" y="13431"/>
                      <a:pt x="5368" y="13223"/>
                    </a:cubicBezTo>
                    <a:cubicBezTo>
                      <a:pt x="5368" y="13181"/>
                      <a:pt x="5284" y="11982"/>
                      <a:pt x="5023" y="10563"/>
                    </a:cubicBezTo>
                    <a:cubicBezTo>
                      <a:pt x="4782" y="9144"/>
                      <a:pt x="4389" y="7531"/>
                      <a:pt x="3776" y="6766"/>
                    </a:cubicBezTo>
                    <a:cubicBezTo>
                      <a:pt x="2577" y="5326"/>
                      <a:pt x="2378" y="5347"/>
                      <a:pt x="1247" y="3844"/>
                    </a:cubicBezTo>
                    <a:cubicBezTo>
                      <a:pt x="152" y="2378"/>
                      <a:pt x="571" y="440"/>
                      <a:pt x="592" y="372"/>
                    </a:cubicBezTo>
                    <a:lnTo>
                      <a:pt x="3734" y="131"/>
                    </a:lnTo>
                    <a:close/>
                    <a:moveTo>
                      <a:pt x="3865" y="0"/>
                    </a:moveTo>
                    <a:lnTo>
                      <a:pt x="482" y="262"/>
                    </a:lnTo>
                    <a:lnTo>
                      <a:pt x="482" y="309"/>
                    </a:lnTo>
                    <a:cubicBezTo>
                      <a:pt x="482" y="309"/>
                      <a:pt x="0" y="2378"/>
                      <a:pt x="1158" y="3907"/>
                    </a:cubicBezTo>
                    <a:cubicBezTo>
                      <a:pt x="2294" y="5415"/>
                      <a:pt x="2488" y="5389"/>
                      <a:pt x="3687" y="6855"/>
                    </a:cubicBezTo>
                    <a:cubicBezTo>
                      <a:pt x="4279" y="7552"/>
                      <a:pt x="4672" y="9165"/>
                      <a:pt x="4913" y="10584"/>
                    </a:cubicBezTo>
                    <a:cubicBezTo>
                      <a:pt x="5174" y="12024"/>
                      <a:pt x="5258" y="13271"/>
                      <a:pt x="5258" y="13271"/>
                    </a:cubicBezTo>
                    <a:lnTo>
                      <a:pt x="5258" y="13312"/>
                    </a:lnTo>
                    <a:lnTo>
                      <a:pt x="5305" y="13312"/>
                    </a:lnTo>
                    <a:cubicBezTo>
                      <a:pt x="6233" y="13531"/>
                      <a:pt x="7103" y="13608"/>
                      <a:pt x="7869" y="13608"/>
                    </a:cubicBezTo>
                    <a:cubicBezTo>
                      <a:pt x="9714" y="13608"/>
                      <a:pt x="10956" y="13161"/>
                      <a:pt x="10956" y="13161"/>
                    </a:cubicBezTo>
                    <a:lnTo>
                      <a:pt x="10998" y="13161"/>
                    </a:lnTo>
                    <a:lnTo>
                      <a:pt x="10998" y="13113"/>
                    </a:lnTo>
                    <a:cubicBezTo>
                      <a:pt x="10998" y="13113"/>
                      <a:pt x="11087" y="11872"/>
                      <a:pt x="11019" y="10259"/>
                    </a:cubicBezTo>
                    <a:cubicBezTo>
                      <a:pt x="10956" y="8641"/>
                      <a:pt x="10736" y="6656"/>
                      <a:pt x="10129" y="5153"/>
                    </a:cubicBezTo>
                    <a:cubicBezTo>
                      <a:pt x="8882" y="2142"/>
                      <a:pt x="5305" y="2273"/>
                      <a:pt x="4410" y="2095"/>
                    </a:cubicBezTo>
                    <a:cubicBezTo>
                      <a:pt x="4190" y="2074"/>
                      <a:pt x="4059" y="1943"/>
                      <a:pt x="3975" y="1749"/>
                    </a:cubicBezTo>
                    <a:cubicBezTo>
                      <a:pt x="3865" y="1550"/>
                      <a:pt x="3818" y="1288"/>
                      <a:pt x="3797" y="1048"/>
                    </a:cubicBezTo>
                    <a:cubicBezTo>
                      <a:pt x="3776" y="545"/>
                      <a:pt x="3844" y="68"/>
                      <a:pt x="3844" y="68"/>
                    </a:cubicBezTo>
                    <a:lnTo>
                      <a:pt x="386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3"/>
              <p:cNvSpPr/>
              <p:nvPr/>
            </p:nvSpPr>
            <p:spPr>
              <a:xfrm>
                <a:off x="1104349" y="2878617"/>
                <a:ext cx="921965" cy="1183948"/>
              </a:xfrm>
              <a:custGeom>
                <a:avLst/>
                <a:gdLst/>
                <a:ahLst/>
                <a:cxnLst/>
                <a:rect l="l" t="t" r="r" b="b"/>
                <a:pathLst>
                  <a:path w="10825" h="13901" extrusionOk="0">
                    <a:moveTo>
                      <a:pt x="4802" y="1"/>
                    </a:moveTo>
                    <a:lnTo>
                      <a:pt x="1026" y="545"/>
                    </a:lnTo>
                    <a:cubicBezTo>
                      <a:pt x="1026" y="545"/>
                      <a:pt x="63" y="1441"/>
                      <a:pt x="21" y="2949"/>
                    </a:cubicBezTo>
                    <a:cubicBezTo>
                      <a:pt x="0" y="4452"/>
                      <a:pt x="587" y="5829"/>
                      <a:pt x="2289" y="6133"/>
                    </a:cubicBezTo>
                    <a:cubicBezTo>
                      <a:pt x="2820" y="6234"/>
                      <a:pt x="3324" y="6270"/>
                      <a:pt x="3767" y="6270"/>
                    </a:cubicBezTo>
                    <a:cubicBezTo>
                      <a:pt x="4766" y="6270"/>
                      <a:pt x="5457" y="6091"/>
                      <a:pt x="5457" y="6091"/>
                    </a:cubicBezTo>
                    <a:lnTo>
                      <a:pt x="5457" y="6091"/>
                    </a:lnTo>
                    <a:lnTo>
                      <a:pt x="3556" y="12789"/>
                    </a:lnTo>
                    <a:cubicBezTo>
                      <a:pt x="3556" y="12789"/>
                      <a:pt x="4320" y="13507"/>
                      <a:pt x="6216" y="13836"/>
                    </a:cubicBezTo>
                    <a:cubicBezTo>
                      <a:pt x="6502" y="13882"/>
                      <a:pt x="6761" y="13901"/>
                      <a:pt x="6994" y="13901"/>
                    </a:cubicBezTo>
                    <a:cubicBezTo>
                      <a:pt x="8330" y="13901"/>
                      <a:pt x="8835" y="13271"/>
                      <a:pt x="8835" y="13271"/>
                    </a:cubicBezTo>
                    <a:cubicBezTo>
                      <a:pt x="8835" y="13271"/>
                      <a:pt x="10322" y="7421"/>
                      <a:pt x="10584" y="5546"/>
                    </a:cubicBezTo>
                    <a:cubicBezTo>
                      <a:pt x="10825" y="3666"/>
                      <a:pt x="10081" y="2425"/>
                      <a:pt x="8924" y="2142"/>
                    </a:cubicBezTo>
                    <a:cubicBezTo>
                      <a:pt x="7773" y="1861"/>
                      <a:pt x="5873" y="1440"/>
                      <a:pt x="5336" y="1440"/>
                    </a:cubicBezTo>
                    <a:cubicBezTo>
                      <a:pt x="5323" y="1440"/>
                      <a:pt x="5311" y="1440"/>
                      <a:pt x="5300" y="1441"/>
                    </a:cubicBezTo>
                    <a:cubicBezTo>
                      <a:pt x="5296" y="1441"/>
                      <a:pt x="5293" y="1441"/>
                      <a:pt x="5290" y="1441"/>
                    </a:cubicBezTo>
                    <a:cubicBezTo>
                      <a:pt x="4823" y="1441"/>
                      <a:pt x="4802" y="1"/>
                      <a:pt x="4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3"/>
              <p:cNvSpPr/>
              <p:nvPr/>
            </p:nvSpPr>
            <p:spPr>
              <a:xfrm>
                <a:off x="1100772" y="2873251"/>
                <a:ext cx="919751" cy="1194083"/>
              </a:xfrm>
              <a:custGeom>
                <a:avLst/>
                <a:gdLst/>
                <a:ahLst/>
                <a:cxnLst/>
                <a:rect l="l" t="t" r="r" b="b"/>
                <a:pathLst>
                  <a:path w="10799" h="14020" extrusionOk="0">
                    <a:moveTo>
                      <a:pt x="4797" y="132"/>
                    </a:moveTo>
                    <a:cubicBezTo>
                      <a:pt x="4797" y="194"/>
                      <a:pt x="4797" y="456"/>
                      <a:pt x="4865" y="807"/>
                    </a:cubicBezTo>
                    <a:cubicBezTo>
                      <a:pt x="4886" y="980"/>
                      <a:pt x="4949" y="1179"/>
                      <a:pt x="5017" y="1310"/>
                    </a:cubicBezTo>
                    <a:cubicBezTo>
                      <a:pt x="5059" y="1394"/>
                      <a:pt x="5106" y="1441"/>
                      <a:pt x="5148" y="1483"/>
                    </a:cubicBezTo>
                    <a:cubicBezTo>
                      <a:pt x="5211" y="1551"/>
                      <a:pt x="5279" y="1572"/>
                      <a:pt x="5342" y="1572"/>
                    </a:cubicBezTo>
                    <a:cubicBezTo>
                      <a:pt x="5362" y="1568"/>
                      <a:pt x="5386" y="1566"/>
                      <a:pt x="5413" y="1566"/>
                    </a:cubicBezTo>
                    <a:cubicBezTo>
                      <a:pt x="5534" y="1566"/>
                      <a:pt x="5720" y="1600"/>
                      <a:pt x="5934" y="1635"/>
                    </a:cubicBezTo>
                    <a:cubicBezTo>
                      <a:pt x="6195" y="1656"/>
                      <a:pt x="6520" y="1724"/>
                      <a:pt x="6871" y="1813"/>
                    </a:cubicBezTo>
                    <a:cubicBezTo>
                      <a:pt x="7567" y="1944"/>
                      <a:pt x="8353" y="2116"/>
                      <a:pt x="8945" y="2268"/>
                    </a:cubicBezTo>
                    <a:cubicBezTo>
                      <a:pt x="9510" y="2399"/>
                      <a:pt x="9971" y="2771"/>
                      <a:pt x="10275" y="3337"/>
                    </a:cubicBezTo>
                    <a:cubicBezTo>
                      <a:pt x="10558" y="3907"/>
                      <a:pt x="10689" y="4667"/>
                      <a:pt x="10558" y="5609"/>
                    </a:cubicBezTo>
                    <a:cubicBezTo>
                      <a:pt x="10317" y="7463"/>
                      <a:pt x="8856" y="13287"/>
                      <a:pt x="8835" y="13308"/>
                    </a:cubicBezTo>
                    <a:cubicBezTo>
                      <a:pt x="8835" y="13308"/>
                      <a:pt x="8683" y="13507"/>
                      <a:pt x="8269" y="13680"/>
                    </a:cubicBezTo>
                    <a:cubicBezTo>
                      <a:pt x="8000" y="13802"/>
                      <a:pt x="7607" y="13902"/>
                      <a:pt x="7084" y="13902"/>
                    </a:cubicBezTo>
                    <a:cubicBezTo>
                      <a:pt x="6845" y="13902"/>
                      <a:pt x="6579" y="13881"/>
                      <a:pt x="6284" y="13831"/>
                    </a:cubicBezTo>
                    <a:cubicBezTo>
                      <a:pt x="5321" y="13680"/>
                      <a:pt x="4666" y="13418"/>
                      <a:pt x="4232" y="13203"/>
                    </a:cubicBezTo>
                    <a:cubicBezTo>
                      <a:pt x="3839" y="12983"/>
                      <a:pt x="3687" y="12831"/>
                      <a:pt x="3666" y="12831"/>
                    </a:cubicBezTo>
                    <a:lnTo>
                      <a:pt x="5583" y="6065"/>
                    </a:lnTo>
                    <a:lnTo>
                      <a:pt x="5473" y="6086"/>
                    </a:lnTo>
                    <a:cubicBezTo>
                      <a:pt x="5473" y="6086"/>
                      <a:pt x="4760" y="6273"/>
                      <a:pt x="3737" y="6273"/>
                    </a:cubicBezTo>
                    <a:cubicBezTo>
                      <a:pt x="3320" y="6273"/>
                      <a:pt x="2850" y="6242"/>
                      <a:pt x="2357" y="6154"/>
                    </a:cubicBezTo>
                    <a:cubicBezTo>
                      <a:pt x="1503" y="5976"/>
                      <a:pt x="938" y="5583"/>
                      <a:pt x="587" y="5018"/>
                    </a:cubicBezTo>
                    <a:cubicBezTo>
                      <a:pt x="236" y="4452"/>
                      <a:pt x="105" y="3750"/>
                      <a:pt x="131" y="3012"/>
                    </a:cubicBezTo>
                    <a:cubicBezTo>
                      <a:pt x="173" y="1551"/>
                      <a:pt x="1068" y="697"/>
                      <a:pt x="1089" y="676"/>
                    </a:cubicBezTo>
                    <a:lnTo>
                      <a:pt x="4797" y="132"/>
                    </a:lnTo>
                    <a:close/>
                    <a:moveTo>
                      <a:pt x="4907" y="1"/>
                    </a:moveTo>
                    <a:lnTo>
                      <a:pt x="1021" y="566"/>
                    </a:lnTo>
                    <a:lnTo>
                      <a:pt x="1021" y="587"/>
                    </a:lnTo>
                    <a:cubicBezTo>
                      <a:pt x="1021" y="587"/>
                      <a:pt x="42" y="1483"/>
                      <a:pt x="21" y="3012"/>
                    </a:cubicBezTo>
                    <a:cubicBezTo>
                      <a:pt x="0" y="3777"/>
                      <a:pt x="131" y="4494"/>
                      <a:pt x="498" y="5086"/>
                    </a:cubicBezTo>
                    <a:cubicBezTo>
                      <a:pt x="869" y="5651"/>
                      <a:pt x="1461" y="6086"/>
                      <a:pt x="2331" y="6264"/>
                    </a:cubicBezTo>
                    <a:cubicBezTo>
                      <a:pt x="2842" y="6359"/>
                      <a:pt x="3322" y="6392"/>
                      <a:pt x="3744" y="6392"/>
                    </a:cubicBezTo>
                    <a:cubicBezTo>
                      <a:pt x="4674" y="6392"/>
                      <a:pt x="5326" y="6231"/>
                      <a:pt x="5431" y="6217"/>
                    </a:cubicBezTo>
                    <a:lnTo>
                      <a:pt x="5431" y="6217"/>
                    </a:lnTo>
                    <a:lnTo>
                      <a:pt x="3535" y="12852"/>
                    </a:lnTo>
                    <a:lnTo>
                      <a:pt x="3556" y="12873"/>
                    </a:lnTo>
                    <a:cubicBezTo>
                      <a:pt x="3556" y="12873"/>
                      <a:pt x="3750" y="13072"/>
                      <a:pt x="4190" y="13287"/>
                    </a:cubicBezTo>
                    <a:cubicBezTo>
                      <a:pt x="4624" y="13528"/>
                      <a:pt x="5300" y="13790"/>
                      <a:pt x="6258" y="13941"/>
                    </a:cubicBezTo>
                    <a:cubicBezTo>
                      <a:pt x="6559" y="13997"/>
                      <a:pt x="6832" y="14020"/>
                      <a:pt x="7077" y="14020"/>
                    </a:cubicBezTo>
                    <a:cubicBezTo>
                      <a:pt x="7618" y="14020"/>
                      <a:pt x="8026" y="13908"/>
                      <a:pt x="8311" y="13790"/>
                    </a:cubicBezTo>
                    <a:cubicBezTo>
                      <a:pt x="8746" y="13617"/>
                      <a:pt x="8924" y="13376"/>
                      <a:pt x="8924" y="13376"/>
                    </a:cubicBezTo>
                    <a:lnTo>
                      <a:pt x="8945" y="13376"/>
                    </a:lnTo>
                    <a:lnTo>
                      <a:pt x="8945" y="13355"/>
                    </a:lnTo>
                    <a:cubicBezTo>
                      <a:pt x="8945" y="13355"/>
                      <a:pt x="10427" y="7505"/>
                      <a:pt x="10668" y="5630"/>
                    </a:cubicBezTo>
                    <a:cubicBezTo>
                      <a:pt x="10799" y="4667"/>
                      <a:pt x="10668" y="3881"/>
                      <a:pt x="10364" y="3274"/>
                    </a:cubicBezTo>
                    <a:cubicBezTo>
                      <a:pt x="10055" y="2682"/>
                      <a:pt x="9578" y="2289"/>
                      <a:pt x="8966" y="2158"/>
                    </a:cubicBezTo>
                    <a:cubicBezTo>
                      <a:pt x="8379" y="2006"/>
                      <a:pt x="7594" y="1834"/>
                      <a:pt x="6892" y="1682"/>
                    </a:cubicBezTo>
                    <a:cubicBezTo>
                      <a:pt x="6546" y="1614"/>
                      <a:pt x="6216" y="1551"/>
                      <a:pt x="5954" y="1504"/>
                    </a:cubicBezTo>
                    <a:cubicBezTo>
                      <a:pt x="5672" y="1462"/>
                      <a:pt x="5473" y="1441"/>
                      <a:pt x="5342" y="1441"/>
                    </a:cubicBezTo>
                    <a:cubicBezTo>
                      <a:pt x="5331" y="1446"/>
                      <a:pt x="5320" y="1449"/>
                      <a:pt x="5309" y="1449"/>
                    </a:cubicBezTo>
                    <a:cubicBezTo>
                      <a:pt x="5277" y="1449"/>
                      <a:pt x="5246" y="1428"/>
                      <a:pt x="5211" y="1394"/>
                    </a:cubicBezTo>
                    <a:cubicBezTo>
                      <a:pt x="5190" y="1373"/>
                      <a:pt x="5148" y="1331"/>
                      <a:pt x="5127" y="1263"/>
                    </a:cubicBezTo>
                    <a:cubicBezTo>
                      <a:pt x="5059" y="1132"/>
                      <a:pt x="4996" y="959"/>
                      <a:pt x="4975" y="786"/>
                    </a:cubicBezTo>
                    <a:cubicBezTo>
                      <a:pt x="4907" y="435"/>
                      <a:pt x="4907" y="64"/>
                      <a:pt x="4907" y="64"/>
                    </a:cubicBezTo>
                    <a:lnTo>
                      <a:pt x="490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1639551" y="4063143"/>
                <a:ext cx="378155" cy="219398"/>
              </a:xfrm>
              <a:custGeom>
                <a:avLst/>
                <a:gdLst/>
                <a:ahLst/>
                <a:cxnLst/>
                <a:rect l="l" t="t" r="r" b="b"/>
                <a:pathLst>
                  <a:path w="4440" h="2576" extrusionOk="0">
                    <a:moveTo>
                      <a:pt x="927" y="1"/>
                    </a:moveTo>
                    <a:cubicBezTo>
                      <a:pt x="639" y="1"/>
                      <a:pt x="367" y="113"/>
                      <a:pt x="241" y="410"/>
                    </a:cubicBezTo>
                    <a:cubicBezTo>
                      <a:pt x="0" y="976"/>
                      <a:pt x="414" y="1500"/>
                      <a:pt x="828" y="1740"/>
                    </a:cubicBezTo>
                    <a:cubicBezTo>
                      <a:pt x="1268" y="2002"/>
                      <a:pt x="2922" y="2505"/>
                      <a:pt x="3404" y="2568"/>
                    </a:cubicBezTo>
                    <a:cubicBezTo>
                      <a:pt x="3441" y="2573"/>
                      <a:pt x="3477" y="2575"/>
                      <a:pt x="3514" y="2575"/>
                    </a:cubicBezTo>
                    <a:cubicBezTo>
                      <a:pt x="3982" y="2575"/>
                      <a:pt x="4439" y="2186"/>
                      <a:pt x="4279" y="1782"/>
                    </a:cubicBezTo>
                    <a:cubicBezTo>
                      <a:pt x="4101" y="1348"/>
                      <a:pt x="2509" y="714"/>
                      <a:pt x="2268" y="562"/>
                    </a:cubicBezTo>
                    <a:cubicBezTo>
                      <a:pt x="2053" y="431"/>
                      <a:pt x="1660" y="232"/>
                      <a:pt x="1660" y="232"/>
                    </a:cubicBezTo>
                    <a:cubicBezTo>
                      <a:pt x="1472" y="97"/>
                      <a:pt x="1193" y="1"/>
                      <a:pt x="9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1643128" y="4058799"/>
                <a:ext cx="373811" cy="227745"/>
              </a:xfrm>
              <a:custGeom>
                <a:avLst/>
                <a:gdLst/>
                <a:ahLst/>
                <a:cxnLst/>
                <a:rect l="l" t="t" r="r" b="b"/>
                <a:pathLst>
                  <a:path w="4389" h="2674" extrusionOk="0">
                    <a:moveTo>
                      <a:pt x="854" y="110"/>
                    </a:moveTo>
                    <a:cubicBezTo>
                      <a:pt x="1116" y="110"/>
                      <a:pt x="1419" y="199"/>
                      <a:pt x="1592" y="330"/>
                    </a:cubicBezTo>
                    <a:cubicBezTo>
                      <a:pt x="1592" y="330"/>
                      <a:pt x="1985" y="524"/>
                      <a:pt x="2205" y="676"/>
                    </a:cubicBezTo>
                    <a:cubicBezTo>
                      <a:pt x="2273" y="723"/>
                      <a:pt x="2425" y="786"/>
                      <a:pt x="2598" y="854"/>
                    </a:cubicBezTo>
                    <a:cubicBezTo>
                      <a:pt x="2797" y="938"/>
                      <a:pt x="3011" y="1048"/>
                      <a:pt x="3231" y="1158"/>
                    </a:cubicBezTo>
                    <a:cubicBezTo>
                      <a:pt x="3451" y="1289"/>
                      <a:pt x="3687" y="1399"/>
                      <a:pt x="3865" y="1530"/>
                    </a:cubicBezTo>
                    <a:cubicBezTo>
                      <a:pt x="4038" y="1640"/>
                      <a:pt x="4148" y="1771"/>
                      <a:pt x="4190" y="1854"/>
                    </a:cubicBezTo>
                    <a:cubicBezTo>
                      <a:pt x="4258" y="2032"/>
                      <a:pt x="4190" y="2226"/>
                      <a:pt x="4017" y="2357"/>
                    </a:cubicBezTo>
                    <a:cubicBezTo>
                      <a:pt x="3883" y="2491"/>
                      <a:pt x="3663" y="2560"/>
                      <a:pt x="3463" y="2560"/>
                    </a:cubicBezTo>
                    <a:cubicBezTo>
                      <a:pt x="3436" y="2560"/>
                      <a:pt x="3409" y="2559"/>
                      <a:pt x="3383" y="2556"/>
                    </a:cubicBezTo>
                    <a:cubicBezTo>
                      <a:pt x="3142" y="2530"/>
                      <a:pt x="2598" y="2378"/>
                      <a:pt x="2074" y="2226"/>
                    </a:cubicBezTo>
                    <a:cubicBezTo>
                      <a:pt x="1550" y="2053"/>
                      <a:pt x="1027" y="1854"/>
                      <a:pt x="833" y="1744"/>
                    </a:cubicBezTo>
                    <a:cubicBezTo>
                      <a:pt x="613" y="1613"/>
                      <a:pt x="414" y="1441"/>
                      <a:pt x="283" y="1221"/>
                    </a:cubicBezTo>
                    <a:cubicBezTo>
                      <a:pt x="178" y="985"/>
                      <a:pt x="131" y="744"/>
                      <a:pt x="241" y="482"/>
                    </a:cubicBezTo>
                    <a:cubicBezTo>
                      <a:pt x="351" y="220"/>
                      <a:pt x="592" y="131"/>
                      <a:pt x="854" y="110"/>
                    </a:cubicBezTo>
                    <a:close/>
                    <a:moveTo>
                      <a:pt x="854" y="0"/>
                    </a:moveTo>
                    <a:cubicBezTo>
                      <a:pt x="545" y="0"/>
                      <a:pt x="262" y="131"/>
                      <a:pt x="131" y="435"/>
                    </a:cubicBezTo>
                    <a:cubicBezTo>
                      <a:pt x="0" y="744"/>
                      <a:pt x="68" y="1027"/>
                      <a:pt x="199" y="1268"/>
                    </a:cubicBezTo>
                    <a:cubicBezTo>
                      <a:pt x="330" y="1509"/>
                      <a:pt x="545" y="1702"/>
                      <a:pt x="765" y="1833"/>
                    </a:cubicBezTo>
                    <a:cubicBezTo>
                      <a:pt x="985" y="1964"/>
                      <a:pt x="1508" y="2163"/>
                      <a:pt x="2053" y="2336"/>
                    </a:cubicBezTo>
                    <a:cubicBezTo>
                      <a:pt x="2577" y="2488"/>
                      <a:pt x="3100" y="2640"/>
                      <a:pt x="3362" y="2661"/>
                    </a:cubicBezTo>
                    <a:cubicBezTo>
                      <a:pt x="3409" y="2669"/>
                      <a:pt x="3457" y="2673"/>
                      <a:pt x="3504" y="2673"/>
                    </a:cubicBezTo>
                    <a:cubicBezTo>
                      <a:pt x="3722" y="2673"/>
                      <a:pt x="3938" y="2588"/>
                      <a:pt x="4080" y="2446"/>
                    </a:cubicBezTo>
                    <a:cubicBezTo>
                      <a:pt x="4279" y="2294"/>
                      <a:pt x="4389" y="2053"/>
                      <a:pt x="4300" y="1812"/>
                    </a:cubicBezTo>
                    <a:cubicBezTo>
                      <a:pt x="4237" y="1681"/>
                      <a:pt x="4106" y="1551"/>
                      <a:pt x="3907" y="1420"/>
                    </a:cubicBezTo>
                    <a:cubicBezTo>
                      <a:pt x="3734" y="1310"/>
                      <a:pt x="3514" y="1179"/>
                      <a:pt x="3273" y="1069"/>
                    </a:cubicBezTo>
                    <a:cubicBezTo>
                      <a:pt x="3059" y="959"/>
                      <a:pt x="2839" y="854"/>
                      <a:pt x="2640" y="765"/>
                    </a:cubicBezTo>
                    <a:cubicBezTo>
                      <a:pt x="2467" y="676"/>
                      <a:pt x="2315" y="613"/>
                      <a:pt x="2273" y="566"/>
                    </a:cubicBezTo>
                    <a:cubicBezTo>
                      <a:pt x="2032" y="435"/>
                      <a:pt x="1660" y="241"/>
                      <a:pt x="1660" y="241"/>
                    </a:cubicBezTo>
                    <a:cubicBezTo>
                      <a:pt x="1440" y="89"/>
                      <a:pt x="1137" y="0"/>
                      <a:pt x="8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1901360" y="3100907"/>
                <a:ext cx="85681" cy="108762"/>
              </a:xfrm>
              <a:custGeom>
                <a:avLst/>
                <a:gdLst/>
                <a:ahLst/>
                <a:cxnLst/>
                <a:rect l="l" t="t" r="r" b="b"/>
                <a:pathLst>
                  <a:path w="1006" h="1277" extrusionOk="0">
                    <a:moveTo>
                      <a:pt x="67" y="0"/>
                    </a:moveTo>
                    <a:cubicBezTo>
                      <a:pt x="45" y="0"/>
                      <a:pt x="19" y="15"/>
                      <a:pt x="0" y="30"/>
                    </a:cubicBezTo>
                    <a:cubicBezTo>
                      <a:pt x="0" y="56"/>
                      <a:pt x="0" y="98"/>
                      <a:pt x="27" y="119"/>
                    </a:cubicBezTo>
                    <a:cubicBezTo>
                      <a:pt x="461" y="360"/>
                      <a:pt x="702" y="795"/>
                      <a:pt x="896" y="1234"/>
                    </a:cubicBezTo>
                    <a:cubicBezTo>
                      <a:pt x="896" y="1276"/>
                      <a:pt x="943" y="1276"/>
                      <a:pt x="964" y="1276"/>
                    </a:cubicBezTo>
                    <a:cubicBezTo>
                      <a:pt x="985" y="1255"/>
                      <a:pt x="1006" y="1234"/>
                      <a:pt x="985" y="1187"/>
                    </a:cubicBezTo>
                    <a:cubicBezTo>
                      <a:pt x="812" y="732"/>
                      <a:pt x="550" y="292"/>
                      <a:pt x="89" y="9"/>
                    </a:cubicBezTo>
                    <a:cubicBezTo>
                      <a:pt x="83" y="3"/>
                      <a:pt x="75" y="0"/>
                      <a:pt x="6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1975797" y="3219973"/>
                <a:ext cx="18823" cy="78867"/>
              </a:xfrm>
              <a:custGeom>
                <a:avLst/>
                <a:gdLst/>
                <a:ahLst/>
                <a:cxnLst/>
                <a:rect l="l" t="t" r="r" b="b"/>
                <a:pathLst>
                  <a:path w="221" h="926" extrusionOk="0">
                    <a:moveTo>
                      <a:pt x="68" y="1"/>
                    </a:moveTo>
                    <a:cubicBezTo>
                      <a:pt x="60" y="1"/>
                      <a:pt x="50" y="3"/>
                      <a:pt x="43" y="9"/>
                    </a:cubicBezTo>
                    <a:cubicBezTo>
                      <a:pt x="22" y="9"/>
                      <a:pt x="1" y="51"/>
                      <a:pt x="22" y="72"/>
                    </a:cubicBezTo>
                    <a:cubicBezTo>
                      <a:pt x="111" y="313"/>
                      <a:pt x="69" y="596"/>
                      <a:pt x="90" y="884"/>
                    </a:cubicBezTo>
                    <a:cubicBezTo>
                      <a:pt x="90" y="905"/>
                      <a:pt x="111" y="926"/>
                      <a:pt x="132" y="926"/>
                    </a:cubicBezTo>
                    <a:cubicBezTo>
                      <a:pt x="174" y="926"/>
                      <a:pt x="200" y="905"/>
                      <a:pt x="200" y="884"/>
                    </a:cubicBezTo>
                    <a:cubicBezTo>
                      <a:pt x="174" y="596"/>
                      <a:pt x="221" y="313"/>
                      <a:pt x="111" y="30"/>
                    </a:cubicBezTo>
                    <a:cubicBezTo>
                      <a:pt x="111" y="15"/>
                      <a:pt x="90" y="1"/>
                      <a:pt x="6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1975797" y="3086599"/>
                <a:ext cx="106292" cy="23422"/>
              </a:xfrm>
              <a:custGeom>
                <a:avLst/>
                <a:gdLst/>
                <a:ahLst/>
                <a:cxnLst/>
                <a:rect l="l" t="t" r="r" b="b"/>
                <a:pathLst>
                  <a:path w="1248" h="275" extrusionOk="0">
                    <a:moveTo>
                      <a:pt x="878" y="1"/>
                    </a:moveTo>
                    <a:cubicBezTo>
                      <a:pt x="588" y="1"/>
                      <a:pt x="316" y="60"/>
                      <a:pt x="43" y="156"/>
                    </a:cubicBezTo>
                    <a:cubicBezTo>
                      <a:pt x="1" y="177"/>
                      <a:pt x="1" y="198"/>
                      <a:pt x="1" y="245"/>
                    </a:cubicBezTo>
                    <a:cubicBezTo>
                      <a:pt x="16" y="260"/>
                      <a:pt x="31" y="275"/>
                      <a:pt x="55" y="275"/>
                    </a:cubicBezTo>
                    <a:cubicBezTo>
                      <a:pt x="65" y="275"/>
                      <a:pt x="76" y="272"/>
                      <a:pt x="90" y="266"/>
                    </a:cubicBezTo>
                    <a:cubicBezTo>
                      <a:pt x="342" y="170"/>
                      <a:pt x="598" y="108"/>
                      <a:pt x="870" y="108"/>
                    </a:cubicBezTo>
                    <a:cubicBezTo>
                      <a:pt x="971" y="108"/>
                      <a:pt x="1073" y="117"/>
                      <a:pt x="1179" y="135"/>
                    </a:cubicBezTo>
                    <a:cubicBezTo>
                      <a:pt x="1200" y="135"/>
                      <a:pt x="1247" y="114"/>
                      <a:pt x="1247" y="93"/>
                    </a:cubicBezTo>
                    <a:cubicBezTo>
                      <a:pt x="1247" y="46"/>
                      <a:pt x="1221" y="25"/>
                      <a:pt x="1200" y="25"/>
                    </a:cubicBezTo>
                    <a:cubicBezTo>
                      <a:pt x="1090" y="8"/>
                      <a:pt x="983" y="1"/>
                      <a:pt x="87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1992746" y="3132590"/>
                <a:ext cx="38923" cy="101182"/>
              </a:xfrm>
              <a:custGeom>
                <a:avLst/>
                <a:gdLst/>
                <a:ahLst/>
                <a:cxnLst/>
                <a:rect l="l" t="t" r="r" b="b"/>
                <a:pathLst>
                  <a:path w="457" h="1188" extrusionOk="0">
                    <a:moveTo>
                      <a:pt x="54" y="0"/>
                    </a:moveTo>
                    <a:cubicBezTo>
                      <a:pt x="45" y="0"/>
                      <a:pt x="34" y="3"/>
                      <a:pt x="22" y="9"/>
                    </a:cubicBezTo>
                    <a:cubicBezTo>
                      <a:pt x="1" y="30"/>
                      <a:pt x="1" y="77"/>
                      <a:pt x="22" y="98"/>
                    </a:cubicBezTo>
                    <a:cubicBezTo>
                      <a:pt x="263" y="402"/>
                      <a:pt x="284" y="752"/>
                      <a:pt x="347" y="1145"/>
                    </a:cubicBezTo>
                    <a:cubicBezTo>
                      <a:pt x="347" y="1166"/>
                      <a:pt x="368" y="1187"/>
                      <a:pt x="415" y="1187"/>
                    </a:cubicBezTo>
                    <a:cubicBezTo>
                      <a:pt x="436" y="1187"/>
                      <a:pt x="457" y="1145"/>
                      <a:pt x="457" y="1124"/>
                    </a:cubicBezTo>
                    <a:cubicBezTo>
                      <a:pt x="394" y="752"/>
                      <a:pt x="368" y="360"/>
                      <a:pt x="106" y="30"/>
                    </a:cubicBezTo>
                    <a:cubicBezTo>
                      <a:pt x="91" y="15"/>
                      <a:pt x="76" y="0"/>
                      <a:pt x="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1147104" y="2760062"/>
                <a:ext cx="620549" cy="204664"/>
              </a:xfrm>
              <a:custGeom>
                <a:avLst/>
                <a:gdLst/>
                <a:ahLst/>
                <a:cxnLst/>
                <a:rect l="l" t="t" r="r" b="b"/>
                <a:pathLst>
                  <a:path w="7286" h="2403" extrusionOk="0">
                    <a:moveTo>
                      <a:pt x="5489" y="1"/>
                    </a:moveTo>
                    <a:cubicBezTo>
                      <a:pt x="5252" y="1"/>
                      <a:pt x="4993" y="18"/>
                      <a:pt x="4714" y="62"/>
                    </a:cubicBezTo>
                    <a:cubicBezTo>
                      <a:pt x="3316" y="282"/>
                      <a:pt x="132" y="586"/>
                      <a:pt x="132" y="586"/>
                    </a:cubicBezTo>
                    <a:cubicBezTo>
                      <a:pt x="132" y="586"/>
                      <a:pt x="1" y="1702"/>
                      <a:pt x="43" y="2047"/>
                    </a:cubicBezTo>
                    <a:cubicBezTo>
                      <a:pt x="85" y="2377"/>
                      <a:pt x="587" y="2377"/>
                      <a:pt x="1917" y="2398"/>
                    </a:cubicBezTo>
                    <a:cubicBezTo>
                      <a:pt x="2008" y="2401"/>
                      <a:pt x="2109" y="2402"/>
                      <a:pt x="2219" y="2402"/>
                    </a:cubicBezTo>
                    <a:cubicBezTo>
                      <a:pt x="3743" y="2402"/>
                      <a:pt x="7011" y="2145"/>
                      <a:pt x="7133" y="1984"/>
                    </a:cubicBezTo>
                    <a:cubicBezTo>
                      <a:pt x="7264" y="1806"/>
                      <a:pt x="7285" y="1110"/>
                      <a:pt x="7023" y="282"/>
                    </a:cubicBezTo>
                    <a:cubicBezTo>
                      <a:pt x="7023" y="282"/>
                      <a:pt x="6437" y="1"/>
                      <a:pt x="54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3"/>
              <p:cNvSpPr/>
              <p:nvPr/>
            </p:nvSpPr>
            <p:spPr>
              <a:xfrm>
                <a:off x="1143101" y="2755292"/>
                <a:ext cx="624552" cy="214884"/>
              </a:xfrm>
              <a:custGeom>
                <a:avLst/>
                <a:gdLst/>
                <a:ahLst/>
                <a:cxnLst/>
                <a:rect l="l" t="t" r="r" b="b"/>
                <a:pathLst>
                  <a:path w="7333" h="2523" extrusionOk="0">
                    <a:moveTo>
                      <a:pt x="5698" y="118"/>
                    </a:moveTo>
                    <a:cubicBezTo>
                      <a:pt x="6526" y="139"/>
                      <a:pt x="7008" y="380"/>
                      <a:pt x="7029" y="380"/>
                    </a:cubicBezTo>
                    <a:cubicBezTo>
                      <a:pt x="7139" y="773"/>
                      <a:pt x="7201" y="1145"/>
                      <a:pt x="7201" y="1428"/>
                    </a:cubicBezTo>
                    <a:cubicBezTo>
                      <a:pt x="7228" y="1579"/>
                      <a:pt x="7201" y="1710"/>
                      <a:pt x="7201" y="1799"/>
                    </a:cubicBezTo>
                    <a:cubicBezTo>
                      <a:pt x="7180" y="1909"/>
                      <a:pt x="7159" y="1972"/>
                      <a:pt x="7139" y="2019"/>
                    </a:cubicBezTo>
                    <a:cubicBezTo>
                      <a:pt x="7139" y="2011"/>
                      <a:pt x="7136" y="2008"/>
                      <a:pt x="7132" y="2008"/>
                    </a:cubicBezTo>
                    <a:cubicBezTo>
                      <a:pt x="7125" y="2008"/>
                      <a:pt x="7111" y="2019"/>
                      <a:pt x="7097" y="2019"/>
                    </a:cubicBezTo>
                    <a:cubicBezTo>
                      <a:pt x="7070" y="2040"/>
                      <a:pt x="7029" y="2040"/>
                      <a:pt x="6966" y="2061"/>
                    </a:cubicBezTo>
                    <a:cubicBezTo>
                      <a:pt x="6856" y="2082"/>
                      <a:pt x="6678" y="2103"/>
                      <a:pt x="6484" y="2124"/>
                    </a:cubicBezTo>
                    <a:cubicBezTo>
                      <a:pt x="6112" y="2192"/>
                      <a:pt x="5588" y="2234"/>
                      <a:pt x="5023" y="2281"/>
                    </a:cubicBezTo>
                    <a:cubicBezTo>
                      <a:pt x="4046" y="2355"/>
                      <a:pt x="2956" y="2416"/>
                      <a:pt x="2261" y="2416"/>
                    </a:cubicBezTo>
                    <a:cubicBezTo>
                      <a:pt x="2162" y="2416"/>
                      <a:pt x="2072" y="2415"/>
                      <a:pt x="1991" y="2412"/>
                    </a:cubicBezTo>
                    <a:cubicBezTo>
                      <a:pt x="1310" y="2386"/>
                      <a:pt x="854" y="2386"/>
                      <a:pt x="551" y="2344"/>
                    </a:cubicBezTo>
                    <a:cubicBezTo>
                      <a:pt x="420" y="2323"/>
                      <a:pt x="310" y="2281"/>
                      <a:pt x="242" y="2234"/>
                    </a:cubicBezTo>
                    <a:cubicBezTo>
                      <a:pt x="179" y="2192"/>
                      <a:pt x="158" y="2150"/>
                      <a:pt x="132" y="2082"/>
                    </a:cubicBezTo>
                    <a:cubicBezTo>
                      <a:pt x="111" y="1930"/>
                      <a:pt x="132" y="1559"/>
                      <a:pt x="179" y="1255"/>
                    </a:cubicBezTo>
                    <a:cubicBezTo>
                      <a:pt x="200" y="946"/>
                      <a:pt x="221" y="731"/>
                      <a:pt x="221" y="684"/>
                    </a:cubicBezTo>
                    <a:cubicBezTo>
                      <a:pt x="289" y="684"/>
                      <a:pt x="3384" y="401"/>
                      <a:pt x="4761" y="186"/>
                    </a:cubicBezTo>
                    <a:cubicBezTo>
                      <a:pt x="5107" y="118"/>
                      <a:pt x="5437" y="118"/>
                      <a:pt x="5698" y="118"/>
                    </a:cubicBezTo>
                    <a:close/>
                    <a:moveTo>
                      <a:pt x="5502" y="1"/>
                    </a:moveTo>
                    <a:cubicBezTo>
                      <a:pt x="5273" y="1"/>
                      <a:pt x="5022" y="25"/>
                      <a:pt x="4761" y="76"/>
                    </a:cubicBezTo>
                    <a:cubicBezTo>
                      <a:pt x="3363" y="291"/>
                      <a:pt x="179" y="579"/>
                      <a:pt x="179" y="579"/>
                    </a:cubicBezTo>
                    <a:lnTo>
                      <a:pt x="111" y="600"/>
                    </a:lnTo>
                    <a:lnTo>
                      <a:pt x="111" y="642"/>
                    </a:lnTo>
                    <a:cubicBezTo>
                      <a:pt x="111" y="642"/>
                      <a:pt x="90" y="904"/>
                      <a:pt x="48" y="1234"/>
                    </a:cubicBezTo>
                    <a:cubicBezTo>
                      <a:pt x="27" y="1559"/>
                      <a:pt x="1" y="1909"/>
                      <a:pt x="27" y="2103"/>
                    </a:cubicBezTo>
                    <a:cubicBezTo>
                      <a:pt x="48" y="2192"/>
                      <a:pt x="90" y="2281"/>
                      <a:pt x="179" y="2344"/>
                    </a:cubicBezTo>
                    <a:cubicBezTo>
                      <a:pt x="262" y="2386"/>
                      <a:pt x="372" y="2433"/>
                      <a:pt x="551" y="2454"/>
                    </a:cubicBezTo>
                    <a:cubicBezTo>
                      <a:pt x="854" y="2496"/>
                      <a:pt x="1310" y="2496"/>
                      <a:pt x="1964" y="2517"/>
                    </a:cubicBezTo>
                    <a:cubicBezTo>
                      <a:pt x="2065" y="2521"/>
                      <a:pt x="2178" y="2523"/>
                      <a:pt x="2301" y="2523"/>
                    </a:cubicBezTo>
                    <a:cubicBezTo>
                      <a:pt x="3014" y="2523"/>
                      <a:pt x="4075" y="2462"/>
                      <a:pt x="5044" y="2386"/>
                    </a:cubicBezTo>
                    <a:cubicBezTo>
                      <a:pt x="5588" y="2344"/>
                      <a:pt x="6112" y="2302"/>
                      <a:pt x="6505" y="2234"/>
                    </a:cubicBezTo>
                    <a:cubicBezTo>
                      <a:pt x="6704" y="2213"/>
                      <a:pt x="6877" y="2192"/>
                      <a:pt x="6987" y="2171"/>
                    </a:cubicBezTo>
                    <a:cubicBezTo>
                      <a:pt x="7050" y="2150"/>
                      <a:pt x="7097" y="2150"/>
                      <a:pt x="7139" y="2124"/>
                    </a:cubicBezTo>
                    <a:cubicBezTo>
                      <a:pt x="7180" y="2124"/>
                      <a:pt x="7201" y="2103"/>
                      <a:pt x="7228" y="2082"/>
                    </a:cubicBezTo>
                    <a:cubicBezTo>
                      <a:pt x="7269" y="2019"/>
                      <a:pt x="7290" y="1930"/>
                      <a:pt x="7311" y="1820"/>
                    </a:cubicBezTo>
                    <a:cubicBezTo>
                      <a:pt x="7332" y="1710"/>
                      <a:pt x="7332" y="1579"/>
                      <a:pt x="7332" y="1428"/>
                    </a:cubicBezTo>
                    <a:cubicBezTo>
                      <a:pt x="7311" y="1124"/>
                      <a:pt x="7269" y="731"/>
                      <a:pt x="7139" y="317"/>
                    </a:cubicBezTo>
                    <a:lnTo>
                      <a:pt x="7118" y="291"/>
                    </a:lnTo>
                    <a:lnTo>
                      <a:pt x="7097" y="291"/>
                    </a:lnTo>
                    <a:cubicBezTo>
                      <a:pt x="7097" y="291"/>
                      <a:pt x="6573" y="29"/>
                      <a:pt x="5719" y="8"/>
                    </a:cubicBezTo>
                    <a:cubicBezTo>
                      <a:pt x="5650" y="3"/>
                      <a:pt x="5577" y="1"/>
                      <a:pt x="550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3"/>
              <p:cNvSpPr/>
              <p:nvPr/>
            </p:nvSpPr>
            <p:spPr>
              <a:xfrm>
                <a:off x="1230766" y="1096491"/>
                <a:ext cx="2248867" cy="2399609"/>
              </a:xfrm>
              <a:custGeom>
                <a:avLst/>
                <a:gdLst/>
                <a:ahLst/>
                <a:cxnLst/>
                <a:rect l="l" t="t" r="r" b="b"/>
                <a:pathLst>
                  <a:path w="26406" h="28176" extrusionOk="0">
                    <a:moveTo>
                      <a:pt x="6960" y="0"/>
                    </a:moveTo>
                    <a:lnTo>
                      <a:pt x="1" y="28175"/>
                    </a:lnTo>
                    <a:lnTo>
                      <a:pt x="21540" y="28175"/>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1225401" y="1091126"/>
                <a:ext cx="2259513" cy="2408466"/>
              </a:xfrm>
              <a:custGeom>
                <a:avLst/>
                <a:gdLst/>
                <a:ahLst/>
                <a:cxnLst/>
                <a:rect l="l" t="t" r="r" b="b"/>
                <a:pathLst>
                  <a:path w="26531" h="28280" extrusionOk="0">
                    <a:moveTo>
                      <a:pt x="26400" y="132"/>
                    </a:moveTo>
                    <a:lnTo>
                      <a:pt x="21556" y="28170"/>
                    </a:lnTo>
                    <a:lnTo>
                      <a:pt x="153" y="28170"/>
                    </a:lnTo>
                    <a:lnTo>
                      <a:pt x="7071" y="132"/>
                    </a:lnTo>
                    <a:close/>
                    <a:moveTo>
                      <a:pt x="6982" y="1"/>
                    </a:moveTo>
                    <a:lnTo>
                      <a:pt x="6961" y="42"/>
                    </a:lnTo>
                    <a:lnTo>
                      <a:pt x="1" y="28280"/>
                    </a:lnTo>
                    <a:lnTo>
                      <a:pt x="21645" y="28280"/>
                    </a:lnTo>
                    <a:lnTo>
                      <a:pt x="2653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1905597" y="1163344"/>
                <a:ext cx="1445506" cy="65236"/>
              </a:xfrm>
              <a:custGeom>
                <a:avLst/>
                <a:gdLst/>
                <a:ahLst/>
                <a:cxnLst/>
                <a:rect l="l" t="t" r="r" b="b"/>
                <a:pathLst>
                  <a:path w="16973" h="766" extrusionOk="0">
                    <a:moveTo>
                      <a:pt x="173" y="1"/>
                    </a:moveTo>
                    <a:lnTo>
                      <a:pt x="0" y="766"/>
                    </a:lnTo>
                    <a:lnTo>
                      <a:pt x="16842" y="766"/>
                    </a:lnTo>
                    <a:lnTo>
                      <a:pt x="169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1899721" y="1159852"/>
                <a:ext cx="1457173" cy="72731"/>
              </a:xfrm>
              <a:custGeom>
                <a:avLst/>
                <a:gdLst/>
                <a:ahLst/>
                <a:cxnLst/>
                <a:rect l="l" t="t" r="r" b="b"/>
                <a:pathLst>
                  <a:path w="17110" h="854" extrusionOk="0">
                    <a:moveTo>
                      <a:pt x="16979" y="110"/>
                    </a:moveTo>
                    <a:lnTo>
                      <a:pt x="16869" y="744"/>
                    </a:lnTo>
                    <a:lnTo>
                      <a:pt x="132" y="744"/>
                    </a:lnTo>
                    <a:lnTo>
                      <a:pt x="284" y="110"/>
                    </a:lnTo>
                    <a:close/>
                    <a:moveTo>
                      <a:pt x="200" y="0"/>
                    </a:moveTo>
                    <a:lnTo>
                      <a:pt x="200" y="42"/>
                    </a:lnTo>
                    <a:lnTo>
                      <a:pt x="1" y="854"/>
                    </a:lnTo>
                    <a:lnTo>
                      <a:pt x="16958" y="854"/>
                    </a:lnTo>
                    <a:lnTo>
                      <a:pt x="1711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3"/>
              <p:cNvSpPr/>
              <p:nvPr/>
            </p:nvSpPr>
            <p:spPr>
              <a:xfrm>
                <a:off x="1881070" y="1267754"/>
                <a:ext cx="1451808" cy="65151"/>
              </a:xfrm>
              <a:custGeom>
                <a:avLst/>
                <a:gdLst/>
                <a:ahLst/>
                <a:cxnLst/>
                <a:rect l="l" t="t" r="r" b="b"/>
                <a:pathLst>
                  <a:path w="17047" h="765" extrusionOk="0">
                    <a:moveTo>
                      <a:pt x="178" y="0"/>
                    </a:moveTo>
                    <a:lnTo>
                      <a:pt x="0" y="765"/>
                    </a:lnTo>
                    <a:lnTo>
                      <a:pt x="16915" y="765"/>
                    </a:lnTo>
                    <a:lnTo>
                      <a:pt x="170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1873916" y="1261963"/>
                <a:ext cx="1464242" cy="74519"/>
              </a:xfrm>
              <a:custGeom>
                <a:avLst/>
                <a:gdLst/>
                <a:ahLst/>
                <a:cxnLst/>
                <a:rect l="l" t="t" r="r" b="b"/>
                <a:pathLst>
                  <a:path w="17193" h="875" extrusionOk="0">
                    <a:moveTo>
                      <a:pt x="17062" y="110"/>
                    </a:moveTo>
                    <a:lnTo>
                      <a:pt x="16952" y="765"/>
                    </a:lnTo>
                    <a:lnTo>
                      <a:pt x="152" y="765"/>
                    </a:lnTo>
                    <a:lnTo>
                      <a:pt x="304" y="110"/>
                    </a:lnTo>
                    <a:close/>
                    <a:moveTo>
                      <a:pt x="215" y="0"/>
                    </a:moveTo>
                    <a:lnTo>
                      <a:pt x="215" y="47"/>
                    </a:lnTo>
                    <a:lnTo>
                      <a:pt x="0" y="875"/>
                    </a:lnTo>
                    <a:lnTo>
                      <a:pt x="17041" y="875"/>
                    </a:lnTo>
                    <a:lnTo>
                      <a:pt x="1719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1855181" y="1371653"/>
                <a:ext cx="1458962" cy="65236"/>
              </a:xfrm>
              <a:custGeom>
                <a:avLst/>
                <a:gdLst/>
                <a:ahLst/>
                <a:cxnLst/>
                <a:rect l="l" t="t" r="r" b="b"/>
                <a:pathLst>
                  <a:path w="17131" h="766" extrusionOk="0">
                    <a:moveTo>
                      <a:pt x="199" y="1"/>
                    </a:moveTo>
                    <a:lnTo>
                      <a:pt x="0" y="765"/>
                    </a:lnTo>
                    <a:lnTo>
                      <a:pt x="16999" y="765"/>
                    </a:lnTo>
                    <a:lnTo>
                      <a:pt x="171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3"/>
              <p:cNvSpPr/>
              <p:nvPr/>
            </p:nvSpPr>
            <p:spPr>
              <a:xfrm>
                <a:off x="1849815" y="1366288"/>
                <a:ext cx="1469607" cy="74179"/>
              </a:xfrm>
              <a:custGeom>
                <a:avLst/>
                <a:gdLst/>
                <a:ahLst/>
                <a:cxnLst/>
                <a:rect l="l" t="t" r="r" b="b"/>
                <a:pathLst>
                  <a:path w="17256" h="871" extrusionOk="0">
                    <a:moveTo>
                      <a:pt x="17125" y="106"/>
                    </a:moveTo>
                    <a:lnTo>
                      <a:pt x="17020" y="760"/>
                    </a:lnTo>
                    <a:lnTo>
                      <a:pt x="131" y="760"/>
                    </a:lnTo>
                    <a:lnTo>
                      <a:pt x="304" y="106"/>
                    </a:lnTo>
                    <a:close/>
                    <a:moveTo>
                      <a:pt x="215" y="1"/>
                    </a:moveTo>
                    <a:lnTo>
                      <a:pt x="194" y="43"/>
                    </a:lnTo>
                    <a:lnTo>
                      <a:pt x="0" y="870"/>
                    </a:lnTo>
                    <a:lnTo>
                      <a:pt x="17104" y="870"/>
                    </a:lnTo>
                    <a:lnTo>
                      <a:pt x="1725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a:off x="1829291" y="1475552"/>
                <a:ext cx="832318" cy="65236"/>
              </a:xfrm>
              <a:custGeom>
                <a:avLst/>
                <a:gdLst/>
                <a:ahLst/>
                <a:cxnLst/>
                <a:rect l="l" t="t" r="r" b="b"/>
                <a:pathLst>
                  <a:path w="9773" h="766" extrusionOk="0">
                    <a:moveTo>
                      <a:pt x="194" y="1"/>
                    </a:moveTo>
                    <a:lnTo>
                      <a:pt x="1" y="765"/>
                    </a:lnTo>
                    <a:lnTo>
                      <a:pt x="9621" y="765"/>
                    </a:lnTo>
                    <a:lnTo>
                      <a:pt x="9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3"/>
              <p:cNvSpPr/>
              <p:nvPr/>
            </p:nvSpPr>
            <p:spPr>
              <a:xfrm>
                <a:off x="1823500" y="1470187"/>
                <a:ext cx="845688" cy="76393"/>
              </a:xfrm>
              <a:custGeom>
                <a:avLst/>
                <a:gdLst/>
                <a:ahLst/>
                <a:cxnLst/>
                <a:rect l="l" t="t" r="r" b="b"/>
                <a:pathLst>
                  <a:path w="9930" h="897" extrusionOk="0">
                    <a:moveTo>
                      <a:pt x="9778" y="111"/>
                    </a:moveTo>
                    <a:lnTo>
                      <a:pt x="9647" y="787"/>
                    </a:lnTo>
                    <a:lnTo>
                      <a:pt x="152" y="787"/>
                    </a:lnTo>
                    <a:lnTo>
                      <a:pt x="309" y="111"/>
                    </a:lnTo>
                    <a:close/>
                    <a:moveTo>
                      <a:pt x="220" y="1"/>
                    </a:moveTo>
                    <a:lnTo>
                      <a:pt x="199" y="43"/>
                    </a:lnTo>
                    <a:lnTo>
                      <a:pt x="0" y="896"/>
                    </a:lnTo>
                    <a:lnTo>
                      <a:pt x="9736" y="896"/>
                    </a:lnTo>
                    <a:lnTo>
                      <a:pt x="993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3"/>
              <p:cNvSpPr/>
              <p:nvPr/>
            </p:nvSpPr>
            <p:spPr>
              <a:xfrm>
                <a:off x="1805190" y="1581750"/>
                <a:ext cx="1471907" cy="66940"/>
              </a:xfrm>
              <a:custGeom>
                <a:avLst/>
                <a:gdLst/>
                <a:ahLst/>
                <a:cxnLst/>
                <a:rect l="l" t="t" r="r" b="b"/>
                <a:pathLst>
                  <a:path w="17283" h="786" extrusionOk="0">
                    <a:moveTo>
                      <a:pt x="174" y="0"/>
                    </a:moveTo>
                    <a:lnTo>
                      <a:pt x="1" y="786"/>
                    </a:lnTo>
                    <a:lnTo>
                      <a:pt x="17152" y="786"/>
                    </a:lnTo>
                    <a:lnTo>
                      <a:pt x="172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3"/>
              <p:cNvSpPr/>
              <p:nvPr/>
            </p:nvSpPr>
            <p:spPr>
              <a:xfrm>
                <a:off x="1797610" y="1575959"/>
                <a:ext cx="1484852" cy="76308"/>
              </a:xfrm>
              <a:custGeom>
                <a:avLst/>
                <a:gdLst/>
                <a:ahLst/>
                <a:cxnLst/>
                <a:rect l="l" t="t" r="r" b="b"/>
                <a:pathLst>
                  <a:path w="17435" h="896" extrusionOk="0">
                    <a:moveTo>
                      <a:pt x="17303" y="110"/>
                    </a:moveTo>
                    <a:lnTo>
                      <a:pt x="17173" y="786"/>
                    </a:lnTo>
                    <a:lnTo>
                      <a:pt x="153" y="786"/>
                    </a:lnTo>
                    <a:lnTo>
                      <a:pt x="304" y="110"/>
                    </a:lnTo>
                    <a:close/>
                    <a:moveTo>
                      <a:pt x="221" y="0"/>
                    </a:moveTo>
                    <a:lnTo>
                      <a:pt x="221" y="47"/>
                    </a:lnTo>
                    <a:lnTo>
                      <a:pt x="1" y="896"/>
                    </a:lnTo>
                    <a:lnTo>
                      <a:pt x="17282" y="896"/>
                    </a:lnTo>
                    <a:lnTo>
                      <a:pt x="1743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p:nvPr/>
            </p:nvSpPr>
            <p:spPr>
              <a:xfrm>
                <a:off x="1778875" y="1687438"/>
                <a:ext cx="1479486" cy="66940"/>
              </a:xfrm>
              <a:custGeom>
                <a:avLst/>
                <a:gdLst/>
                <a:ahLst/>
                <a:cxnLst/>
                <a:rect l="l" t="t" r="r" b="b"/>
                <a:pathLst>
                  <a:path w="17372" h="786" extrusionOk="0">
                    <a:moveTo>
                      <a:pt x="179" y="0"/>
                    </a:moveTo>
                    <a:lnTo>
                      <a:pt x="1" y="786"/>
                    </a:lnTo>
                    <a:lnTo>
                      <a:pt x="17220" y="786"/>
                    </a:lnTo>
                    <a:lnTo>
                      <a:pt x="17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3"/>
              <p:cNvSpPr/>
              <p:nvPr/>
            </p:nvSpPr>
            <p:spPr>
              <a:xfrm>
                <a:off x="1771721" y="1683861"/>
                <a:ext cx="1492006" cy="76308"/>
              </a:xfrm>
              <a:custGeom>
                <a:avLst/>
                <a:gdLst/>
                <a:ahLst/>
                <a:cxnLst/>
                <a:rect l="l" t="t" r="r" b="b"/>
                <a:pathLst>
                  <a:path w="17519" h="896" extrusionOk="0">
                    <a:moveTo>
                      <a:pt x="17387" y="110"/>
                    </a:moveTo>
                    <a:lnTo>
                      <a:pt x="17257" y="786"/>
                    </a:lnTo>
                    <a:lnTo>
                      <a:pt x="153" y="786"/>
                    </a:lnTo>
                    <a:lnTo>
                      <a:pt x="305" y="110"/>
                    </a:lnTo>
                    <a:close/>
                    <a:moveTo>
                      <a:pt x="216" y="0"/>
                    </a:moveTo>
                    <a:lnTo>
                      <a:pt x="216" y="42"/>
                    </a:lnTo>
                    <a:lnTo>
                      <a:pt x="1" y="896"/>
                    </a:lnTo>
                    <a:lnTo>
                      <a:pt x="17367" y="896"/>
                    </a:lnTo>
                    <a:lnTo>
                      <a:pt x="17518"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a:off x="1751282" y="1795339"/>
                <a:ext cx="1486555" cy="68813"/>
              </a:xfrm>
              <a:custGeom>
                <a:avLst/>
                <a:gdLst/>
                <a:ahLst/>
                <a:cxnLst/>
                <a:rect l="l" t="t" r="r" b="b"/>
                <a:pathLst>
                  <a:path w="17455" h="808" extrusionOk="0">
                    <a:moveTo>
                      <a:pt x="194" y="1"/>
                    </a:moveTo>
                    <a:lnTo>
                      <a:pt x="0" y="807"/>
                    </a:lnTo>
                    <a:lnTo>
                      <a:pt x="17324" y="807"/>
                    </a:lnTo>
                    <a:lnTo>
                      <a:pt x="174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3"/>
              <p:cNvSpPr/>
              <p:nvPr/>
            </p:nvSpPr>
            <p:spPr>
              <a:xfrm>
                <a:off x="1745491" y="1791762"/>
                <a:ext cx="1499926" cy="76393"/>
              </a:xfrm>
              <a:custGeom>
                <a:avLst/>
                <a:gdLst/>
                <a:ahLst/>
                <a:cxnLst/>
                <a:rect l="l" t="t" r="r" b="b"/>
                <a:pathLst>
                  <a:path w="17612" h="897" extrusionOk="0">
                    <a:moveTo>
                      <a:pt x="17460" y="111"/>
                    </a:moveTo>
                    <a:lnTo>
                      <a:pt x="17350" y="786"/>
                    </a:lnTo>
                    <a:lnTo>
                      <a:pt x="152" y="786"/>
                    </a:lnTo>
                    <a:lnTo>
                      <a:pt x="309" y="111"/>
                    </a:lnTo>
                    <a:close/>
                    <a:moveTo>
                      <a:pt x="220" y="1"/>
                    </a:moveTo>
                    <a:lnTo>
                      <a:pt x="220" y="43"/>
                    </a:lnTo>
                    <a:lnTo>
                      <a:pt x="0" y="896"/>
                    </a:lnTo>
                    <a:lnTo>
                      <a:pt x="17434" y="896"/>
                    </a:lnTo>
                    <a:lnTo>
                      <a:pt x="1761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3"/>
              <p:cNvSpPr/>
              <p:nvPr/>
            </p:nvSpPr>
            <p:spPr>
              <a:xfrm>
                <a:off x="1724966" y="1905029"/>
                <a:ext cx="1291698" cy="68813"/>
              </a:xfrm>
              <a:custGeom>
                <a:avLst/>
                <a:gdLst/>
                <a:ahLst/>
                <a:cxnLst/>
                <a:rect l="l" t="t" r="r" b="b"/>
                <a:pathLst>
                  <a:path w="15167" h="808" extrusionOk="0">
                    <a:moveTo>
                      <a:pt x="199" y="1"/>
                    </a:moveTo>
                    <a:lnTo>
                      <a:pt x="0" y="807"/>
                    </a:lnTo>
                    <a:lnTo>
                      <a:pt x="15014" y="807"/>
                    </a:lnTo>
                    <a:lnTo>
                      <a:pt x="151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3"/>
              <p:cNvSpPr/>
              <p:nvPr/>
            </p:nvSpPr>
            <p:spPr>
              <a:xfrm>
                <a:off x="1719601" y="1899238"/>
                <a:ext cx="1302854" cy="78181"/>
              </a:xfrm>
              <a:custGeom>
                <a:avLst/>
                <a:gdLst/>
                <a:ahLst/>
                <a:cxnLst/>
                <a:rect l="l" t="t" r="r" b="b"/>
                <a:pathLst>
                  <a:path w="15298" h="918" extrusionOk="0">
                    <a:moveTo>
                      <a:pt x="15166" y="111"/>
                    </a:moveTo>
                    <a:lnTo>
                      <a:pt x="15035" y="813"/>
                    </a:lnTo>
                    <a:lnTo>
                      <a:pt x="152" y="813"/>
                    </a:lnTo>
                    <a:lnTo>
                      <a:pt x="304" y="111"/>
                    </a:lnTo>
                    <a:close/>
                    <a:moveTo>
                      <a:pt x="220" y="1"/>
                    </a:moveTo>
                    <a:lnTo>
                      <a:pt x="220" y="48"/>
                    </a:lnTo>
                    <a:lnTo>
                      <a:pt x="0" y="917"/>
                    </a:lnTo>
                    <a:lnTo>
                      <a:pt x="15145" y="917"/>
                    </a:lnTo>
                    <a:lnTo>
                      <a:pt x="1529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3"/>
              <p:cNvSpPr/>
              <p:nvPr/>
            </p:nvSpPr>
            <p:spPr>
              <a:xfrm>
                <a:off x="1699077" y="2014804"/>
                <a:ext cx="1501714" cy="68728"/>
              </a:xfrm>
              <a:custGeom>
                <a:avLst/>
                <a:gdLst/>
                <a:ahLst/>
                <a:cxnLst/>
                <a:rect l="l" t="t" r="r" b="b"/>
                <a:pathLst>
                  <a:path w="17633" h="807" extrusionOk="0">
                    <a:moveTo>
                      <a:pt x="199" y="0"/>
                    </a:moveTo>
                    <a:lnTo>
                      <a:pt x="0" y="807"/>
                    </a:lnTo>
                    <a:lnTo>
                      <a:pt x="17481" y="807"/>
                    </a:lnTo>
                    <a:lnTo>
                      <a:pt x="176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3"/>
              <p:cNvSpPr/>
              <p:nvPr/>
            </p:nvSpPr>
            <p:spPr>
              <a:xfrm>
                <a:off x="1693712" y="2009013"/>
                <a:ext cx="1512445" cy="79885"/>
              </a:xfrm>
              <a:custGeom>
                <a:avLst/>
                <a:gdLst/>
                <a:ahLst/>
                <a:cxnLst/>
                <a:rect l="l" t="t" r="r" b="b"/>
                <a:pathLst>
                  <a:path w="17759" h="938" extrusionOk="0">
                    <a:moveTo>
                      <a:pt x="17607" y="110"/>
                    </a:moveTo>
                    <a:lnTo>
                      <a:pt x="17497" y="807"/>
                    </a:lnTo>
                    <a:lnTo>
                      <a:pt x="131" y="807"/>
                    </a:lnTo>
                    <a:lnTo>
                      <a:pt x="304" y="110"/>
                    </a:lnTo>
                    <a:close/>
                    <a:moveTo>
                      <a:pt x="215" y="0"/>
                    </a:moveTo>
                    <a:lnTo>
                      <a:pt x="194" y="47"/>
                    </a:lnTo>
                    <a:lnTo>
                      <a:pt x="1" y="938"/>
                    </a:lnTo>
                    <a:lnTo>
                      <a:pt x="17586" y="938"/>
                    </a:lnTo>
                    <a:lnTo>
                      <a:pt x="177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3"/>
              <p:cNvSpPr/>
              <p:nvPr/>
            </p:nvSpPr>
            <p:spPr>
              <a:xfrm>
                <a:off x="1671399" y="2124494"/>
                <a:ext cx="1508953" cy="70517"/>
              </a:xfrm>
              <a:custGeom>
                <a:avLst/>
                <a:gdLst/>
                <a:ahLst/>
                <a:cxnLst/>
                <a:rect l="l" t="t" r="r" b="b"/>
                <a:pathLst>
                  <a:path w="17718" h="828" extrusionOk="0">
                    <a:moveTo>
                      <a:pt x="194" y="1"/>
                    </a:moveTo>
                    <a:lnTo>
                      <a:pt x="1" y="828"/>
                    </a:lnTo>
                    <a:lnTo>
                      <a:pt x="17565" y="828"/>
                    </a:lnTo>
                    <a:lnTo>
                      <a:pt x="177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3"/>
              <p:cNvSpPr/>
              <p:nvPr/>
            </p:nvSpPr>
            <p:spPr>
              <a:xfrm>
                <a:off x="1665608" y="2120492"/>
                <a:ext cx="1520025" cy="79885"/>
              </a:xfrm>
              <a:custGeom>
                <a:avLst/>
                <a:gdLst/>
                <a:ahLst/>
                <a:cxnLst/>
                <a:rect l="l" t="t" r="r" b="b"/>
                <a:pathLst>
                  <a:path w="17848" h="938" extrusionOk="0">
                    <a:moveTo>
                      <a:pt x="17717" y="110"/>
                    </a:moveTo>
                    <a:lnTo>
                      <a:pt x="17586" y="807"/>
                    </a:lnTo>
                    <a:lnTo>
                      <a:pt x="152" y="807"/>
                    </a:lnTo>
                    <a:lnTo>
                      <a:pt x="331" y="110"/>
                    </a:lnTo>
                    <a:close/>
                    <a:moveTo>
                      <a:pt x="221" y="0"/>
                    </a:moveTo>
                    <a:lnTo>
                      <a:pt x="221" y="48"/>
                    </a:lnTo>
                    <a:lnTo>
                      <a:pt x="1" y="938"/>
                    </a:lnTo>
                    <a:lnTo>
                      <a:pt x="17675" y="938"/>
                    </a:lnTo>
                    <a:lnTo>
                      <a:pt x="17848"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p:nvPr/>
            </p:nvSpPr>
            <p:spPr>
              <a:xfrm>
                <a:off x="1645084" y="2237761"/>
                <a:ext cx="1514745" cy="70602"/>
              </a:xfrm>
              <a:custGeom>
                <a:avLst/>
                <a:gdLst/>
                <a:ahLst/>
                <a:cxnLst/>
                <a:rect l="l" t="t" r="r" b="b"/>
                <a:pathLst>
                  <a:path w="17786" h="829" extrusionOk="0">
                    <a:moveTo>
                      <a:pt x="200" y="1"/>
                    </a:moveTo>
                    <a:lnTo>
                      <a:pt x="1" y="828"/>
                    </a:lnTo>
                    <a:lnTo>
                      <a:pt x="17633" y="828"/>
                    </a:lnTo>
                    <a:lnTo>
                      <a:pt x="17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3"/>
              <p:cNvSpPr/>
              <p:nvPr/>
            </p:nvSpPr>
            <p:spPr>
              <a:xfrm>
                <a:off x="1637930" y="2231970"/>
                <a:ext cx="1527690" cy="79970"/>
              </a:xfrm>
              <a:custGeom>
                <a:avLst/>
                <a:gdLst/>
                <a:ahLst/>
                <a:cxnLst/>
                <a:rect l="l" t="t" r="r" b="b"/>
                <a:pathLst>
                  <a:path w="17938" h="939" extrusionOk="0">
                    <a:moveTo>
                      <a:pt x="17806" y="111"/>
                    </a:moveTo>
                    <a:lnTo>
                      <a:pt x="17675" y="833"/>
                    </a:lnTo>
                    <a:lnTo>
                      <a:pt x="153" y="833"/>
                    </a:lnTo>
                    <a:lnTo>
                      <a:pt x="326" y="111"/>
                    </a:lnTo>
                    <a:close/>
                    <a:moveTo>
                      <a:pt x="237" y="1"/>
                    </a:moveTo>
                    <a:lnTo>
                      <a:pt x="216" y="48"/>
                    </a:lnTo>
                    <a:lnTo>
                      <a:pt x="1" y="938"/>
                    </a:lnTo>
                    <a:lnTo>
                      <a:pt x="17780" y="938"/>
                    </a:lnTo>
                    <a:lnTo>
                      <a:pt x="1793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3"/>
              <p:cNvSpPr/>
              <p:nvPr/>
            </p:nvSpPr>
            <p:spPr>
              <a:xfrm>
                <a:off x="1617491" y="2349240"/>
                <a:ext cx="919697" cy="72390"/>
              </a:xfrm>
              <a:custGeom>
                <a:avLst/>
                <a:gdLst/>
                <a:ahLst/>
                <a:cxnLst/>
                <a:rect l="l" t="t" r="r" b="b"/>
                <a:pathLst>
                  <a:path w="10799" h="850" extrusionOk="0">
                    <a:moveTo>
                      <a:pt x="194" y="1"/>
                    </a:moveTo>
                    <a:lnTo>
                      <a:pt x="0" y="849"/>
                    </a:lnTo>
                    <a:lnTo>
                      <a:pt x="10626" y="849"/>
                    </a:lnTo>
                    <a:lnTo>
                      <a:pt x="107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3"/>
              <p:cNvSpPr/>
              <p:nvPr/>
            </p:nvSpPr>
            <p:spPr>
              <a:xfrm>
                <a:off x="1611615" y="2345237"/>
                <a:ext cx="931364" cy="80396"/>
              </a:xfrm>
              <a:custGeom>
                <a:avLst/>
                <a:gdLst/>
                <a:ahLst/>
                <a:cxnLst/>
                <a:rect l="l" t="t" r="r" b="b"/>
                <a:pathLst>
                  <a:path w="10936" h="944" extrusionOk="0">
                    <a:moveTo>
                      <a:pt x="10805" y="111"/>
                    </a:moveTo>
                    <a:lnTo>
                      <a:pt x="10653" y="833"/>
                    </a:lnTo>
                    <a:lnTo>
                      <a:pt x="132" y="833"/>
                    </a:lnTo>
                    <a:lnTo>
                      <a:pt x="310" y="111"/>
                    </a:lnTo>
                    <a:close/>
                    <a:moveTo>
                      <a:pt x="221" y="1"/>
                    </a:moveTo>
                    <a:lnTo>
                      <a:pt x="221" y="48"/>
                    </a:lnTo>
                    <a:lnTo>
                      <a:pt x="1" y="943"/>
                    </a:lnTo>
                    <a:lnTo>
                      <a:pt x="10737" y="943"/>
                    </a:lnTo>
                    <a:lnTo>
                      <a:pt x="1093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3"/>
              <p:cNvSpPr/>
              <p:nvPr/>
            </p:nvSpPr>
            <p:spPr>
              <a:xfrm>
                <a:off x="1589387" y="2464380"/>
                <a:ext cx="1531607" cy="72731"/>
              </a:xfrm>
              <a:custGeom>
                <a:avLst/>
                <a:gdLst/>
                <a:ahLst/>
                <a:cxnLst/>
                <a:rect l="l" t="t" r="r" b="b"/>
                <a:pathLst>
                  <a:path w="17984" h="854" extrusionOk="0">
                    <a:moveTo>
                      <a:pt x="199" y="0"/>
                    </a:moveTo>
                    <a:lnTo>
                      <a:pt x="0" y="854"/>
                    </a:lnTo>
                    <a:lnTo>
                      <a:pt x="17826" y="854"/>
                    </a:lnTo>
                    <a:lnTo>
                      <a:pt x="179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3"/>
              <p:cNvSpPr/>
              <p:nvPr/>
            </p:nvSpPr>
            <p:spPr>
              <a:xfrm>
                <a:off x="1584022" y="2459015"/>
                <a:ext cx="1542338" cy="81673"/>
              </a:xfrm>
              <a:custGeom>
                <a:avLst/>
                <a:gdLst/>
                <a:ahLst/>
                <a:cxnLst/>
                <a:rect l="l" t="t" r="r" b="b"/>
                <a:pathLst>
                  <a:path w="18110" h="959" extrusionOk="0">
                    <a:moveTo>
                      <a:pt x="17958" y="105"/>
                    </a:moveTo>
                    <a:lnTo>
                      <a:pt x="17827" y="849"/>
                    </a:lnTo>
                    <a:lnTo>
                      <a:pt x="131" y="849"/>
                    </a:lnTo>
                    <a:lnTo>
                      <a:pt x="304" y="105"/>
                    </a:lnTo>
                    <a:close/>
                    <a:moveTo>
                      <a:pt x="215" y="0"/>
                    </a:moveTo>
                    <a:lnTo>
                      <a:pt x="215" y="42"/>
                    </a:lnTo>
                    <a:lnTo>
                      <a:pt x="0" y="959"/>
                    </a:lnTo>
                    <a:lnTo>
                      <a:pt x="17937" y="959"/>
                    </a:lnTo>
                    <a:lnTo>
                      <a:pt x="1810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3"/>
              <p:cNvSpPr/>
              <p:nvPr/>
            </p:nvSpPr>
            <p:spPr>
              <a:xfrm>
                <a:off x="1561709" y="2579435"/>
                <a:ext cx="1536973" cy="72731"/>
              </a:xfrm>
              <a:custGeom>
                <a:avLst/>
                <a:gdLst/>
                <a:ahLst/>
                <a:cxnLst/>
                <a:rect l="l" t="t" r="r" b="b"/>
                <a:pathLst>
                  <a:path w="18047" h="854" extrusionOk="0">
                    <a:moveTo>
                      <a:pt x="194" y="0"/>
                    </a:moveTo>
                    <a:lnTo>
                      <a:pt x="0" y="854"/>
                    </a:lnTo>
                    <a:lnTo>
                      <a:pt x="17916" y="854"/>
                    </a:lnTo>
                    <a:lnTo>
                      <a:pt x="180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3"/>
              <p:cNvSpPr/>
              <p:nvPr/>
            </p:nvSpPr>
            <p:spPr>
              <a:xfrm>
                <a:off x="1555918" y="2574070"/>
                <a:ext cx="1549918" cy="81673"/>
              </a:xfrm>
              <a:custGeom>
                <a:avLst/>
                <a:gdLst/>
                <a:ahLst/>
                <a:cxnLst/>
                <a:rect l="l" t="t" r="r" b="b"/>
                <a:pathLst>
                  <a:path w="18199" h="959" extrusionOk="0">
                    <a:moveTo>
                      <a:pt x="18047" y="110"/>
                    </a:moveTo>
                    <a:lnTo>
                      <a:pt x="17916" y="849"/>
                    </a:lnTo>
                    <a:lnTo>
                      <a:pt x="131" y="849"/>
                    </a:lnTo>
                    <a:lnTo>
                      <a:pt x="330" y="110"/>
                    </a:lnTo>
                    <a:close/>
                    <a:moveTo>
                      <a:pt x="220" y="0"/>
                    </a:moveTo>
                    <a:lnTo>
                      <a:pt x="220" y="42"/>
                    </a:lnTo>
                    <a:lnTo>
                      <a:pt x="0" y="959"/>
                    </a:lnTo>
                    <a:lnTo>
                      <a:pt x="18026" y="959"/>
                    </a:lnTo>
                    <a:lnTo>
                      <a:pt x="1819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3"/>
              <p:cNvSpPr/>
              <p:nvPr/>
            </p:nvSpPr>
            <p:spPr>
              <a:xfrm>
                <a:off x="1533605" y="2694917"/>
                <a:ext cx="1544552" cy="74094"/>
              </a:xfrm>
              <a:custGeom>
                <a:avLst/>
                <a:gdLst/>
                <a:ahLst/>
                <a:cxnLst/>
                <a:rect l="l" t="t" r="r" b="b"/>
                <a:pathLst>
                  <a:path w="18136" h="870" extrusionOk="0">
                    <a:moveTo>
                      <a:pt x="199" y="1"/>
                    </a:moveTo>
                    <a:lnTo>
                      <a:pt x="0" y="870"/>
                    </a:lnTo>
                    <a:lnTo>
                      <a:pt x="17984" y="870"/>
                    </a:lnTo>
                    <a:lnTo>
                      <a:pt x="181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3"/>
              <p:cNvSpPr/>
              <p:nvPr/>
            </p:nvSpPr>
            <p:spPr>
              <a:xfrm>
                <a:off x="1528240" y="2690914"/>
                <a:ext cx="1555283" cy="82184"/>
              </a:xfrm>
              <a:custGeom>
                <a:avLst/>
                <a:gdLst/>
                <a:ahLst/>
                <a:cxnLst/>
                <a:rect l="l" t="t" r="r" b="b"/>
                <a:pathLst>
                  <a:path w="18262" h="965" extrusionOk="0">
                    <a:moveTo>
                      <a:pt x="18131" y="110"/>
                    </a:moveTo>
                    <a:lnTo>
                      <a:pt x="18000" y="854"/>
                    </a:lnTo>
                    <a:lnTo>
                      <a:pt x="132" y="854"/>
                    </a:lnTo>
                    <a:lnTo>
                      <a:pt x="304" y="110"/>
                    </a:lnTo>
                    <a:close/>
                    <a:moveTo>
                      <a:pt x="215" y="0"/>
                    </a:moveTo>
                    <a:lnTo>
                      <a:pt x="215" y="48"/>
                    </a:lnTo>
                    <a:lnTo>
                      <a:pt x="1" y="964"/>
                    </a:lnTo>
                    <a:lnTo>
                      <a:pt x="18110" y="964"/>
                    </a:lnTo>
                    <a:lnTo>
                      <a:pt x="1826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3"/>
              <p:cNvSpPr/>
              <p:nvPr/>
            </p:nvSpPr>
            <p:spPr>
              <a:xfrm>
                <a:off x="1504139" y="2813549"/>
                <a:ext cx="1553495" cy="72816"/>
              </a:xfrm>
              <a:custGeom>
                <a:avLst/>
                <a:gdLst/>
                <a:ahLst/>
                <a:cxnLst/>
                <a:rect l="l" t="t" r="r" b="b"/>
                <a:pathLst>
                  <a:path w="18241" h="855" extrusionOk="0">
                    <a:moveTo>
                      <a:pt x="216" y="1"/>
                    </a:moveTo>
                    <a:lnTo>
                      <a:pt x="1" y="854"/>
                    </a:lnTo>
                    <a:lnTo>
                      <a:pt x="18089" y="854"/>
                    </a:lnTo>
                    <a:lnTo>
                      <a:pt x="18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3"/>
              <p:cNvSpPr/>
              <p:nvPr/>
            </p:nvSpPr>
            <p:spPr>
              <a:xfrm>
                <a:off x="1498348" y="2808183"/>
                <a:ext cx="1564651" cy="83547"/>
              </a:xfrm>
              <a:custGeom>
                <a:avLst/>
                <a:gdLst/>
                <a:ahLst/>
                <a:cxnLst/>
                <a:rect l="l" t="t" r="r" b="b"/>
                <a:pathLst>
                  <a:path w="18372" h="981" extrusionOk="0">
                    <a:moveTo>
                      <a:pt x="18241" y="111"/>
                    </a:moveTo>
                    <a:lnTo>
                      <a:pt x="18110" y="875"/>
                    </a:lnTo>
                    <a:lnTo>
                      <a:pt x="153" y="875"/>
                    </a:lnTo>
                    <a:lnTo>
                      <a:pt x="331" y="111"/>
                    </a:lnTo>
                    <a:close/>
                    <a:moveTo>
                      <a:pt x="242" y="1"/>
                    </a:moveTo>
                    <a:lnTo>
                      <a:pt x="242" y="43"/>
                    </a:lnTo>
                    <a:lnTo>
                      <a:pt x="1" y="980"/>
                    </a:lnTo>
                    <a:lnTo>
                      <a:pt x="18199" y="980"/>
                    </a:lnTo>
                    <a:lnTo>
                      <a:pt x="1837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3"/>
              <p:cNvSpPr/>
              <p:nvPr/>
            </p:nvSpPr>
            <p:spPr>
              <a:xfrm>
                <a:off x="1476035" y="2930818"/>
                <a:ext cx="804724" cy="76393"/>
              </a:xfrm>
              <a:custGeom>
                <a:avLst/>
                <a:gdLst/>
                <a:ahLst/>
                <a:cxnLst/>
                <a:rect l="l" t="t" r="r" b="b"/>
                <a:pathLst>
                  <a:path w="9449" h="897" extrusionOk="0">
                    <a:moveTo>
                      <a:pt x="221" y="1"/>
                    </a:moveTo>
                    <a:lnTo>
                      <a:pt x="1" y="896"/>
                    </a:lnTo>
                    <a:lnTo>
                      <a:pt x="9255" y="896"/>
                    </a:lnTo>
                    <a:lnTo>
                      <a:pt x="94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3"/>
              <p:cNvSpPr/>
              <p:nvPr/>
            </p:nvSpPr>
            <p:spPr>
              <a:xfrm>
                <a:off x="1470755" y="2927241"/>
                <a:ext cx="815796" cy="83547"/>
              </a:xfrm>
              <a:custGeom>
                <a:avLst/>
                <a:gdLst/>
                <a:ahLst/>
                <a:cxnLst/>
                <a:rect l="l" t="t" r="r" b="b"/>
                <a:pathLst>
                  <a:path w="9579" h="981" extrusionOk="0">
                    <a:moveTo>
                      <a:pt x="9426" y="106"/>
                    </a:moveTo>
                    <a:lnTo>
                      <a:pt x="9269" y="870"/>
                    </a:lnTo>
                    <a:lnTo>
                      <a:pt x="131" y="870"/>
                    </a:lnTo>
                    <a:lnTo>
                      <a:pt x="325" y="106"/>
                    </a:lnTo>
                    <a:close/>
                    <a:moveTo>
                      <a:pt x="236" y="1"/>
                    </a:moveTo>
                    <a:lnTo>
                      <a:pt x="215" y="43"/>
                    </a:lnTo>
                    <a:lnTo>
                      <a:pt x="0" y="980"/>
                    </a:lnTo>
                    <a:lnTo>
                      <a:pt x="9358" y="980"/>
                    </a:lnTo>
                    <a:lnTo>
                      <a:pt x="957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3"/>
              <p:cNvSpPr/>
              <p:nvPr/>
            </p:nvSpPr>
            <p:spPr>
              <a:xfrm>
                <a:off x="1446228" y="3051750"/>
                <a:ext cx="1568654" cy="74094"/>
              </a:xfrm>
              <a:custGeom>
                <a:avLst/>
                <a:gdLst/>
                <a:ahLst/>
                <a:cxnLst/>
                <a:rect l="l" t="t" r="r" b="b"/>
                <a:pathLst>
                  <a:path w="18419" h="870" extrusionOk="0">
                    <a:moveTo>
                      <a:pt x="220" y="0"/>
                    </a:moveTo>
                    <a:lnTo>
                      <a:pt x="0" y="869"/>
                    </a:lnTo>
                    <a:lnTo>
                      <a:pt x="18266" y="869"/>
                    </a:lnTo>
                    <a:lnTo>
                      <a:pt x="18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3"/>
              <p:cNvSpPr/>
              <p:nvPr/>
            </p:nvSpPr>
            <p:spPr>
              <a:xfrm>
                <a:off x="1440863" y="3045959"/>
                <a:ext cx="1579811" cy="85676"/>
              </a:xfrm>
              <a:custGeom>
                <a:avLst/>
                <a:gdLst/>
                <a:ahLst/>
                <a:cxnLst/>
                <a:rect l="l" t="t" r="r" b="b"/>
                <a:pathLst>
                  <a:path w="18550" h="1006" extrusionOk="0">
                    <a:moveTo>
                      <a:pt x="18418" y="110"/>
                    </a:moveTo>
                    <a:lnTo>
                      <a:pt x="18287" y="896"/>
                    </a:lnTo>
                    <a:lnTo>
                      <a:pt x="152" y="896"/>
                    </a:lnTo>
                    <a:lnTo>
                      <a:pt x="325" y="110"/>
                    </a:lnTo>
                    <a:close/>
                    <a:moveTo>
                      <a:pt x="241" y="0"/>
                    </a:moveTo>
                    <a:lnTo>
                      <a:pt x="241" y="47"/>
                    </a:lnTo>
                    <a:lnTo>
                      <a:pt x="0" y="1005"/>
                    </a:lnTo>
                    <a:lnTo>
                      <a:pt x="18371" y="1005"/>
                    </a:lnTo>
                    <a:lnTo>
                      <a:pt x="1854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3"/>
              <p:cNvSpPr/>
              <p:nvPr/>
            </p:nvSpPr>
            <p:spPr>
              <a:xfrm>
                <a:off x="1416762" y="3172596"/>
                <a:ext cx="1577596" cy="75882"/>
              </a:xfrm>
              <a:custGeom>
                <a:avLst/>
                <a:gdLst/>
                <a:ahLst/>
                <a:cxnLst/>
                <a:rect l="l" t="t" r="r" b="b"/>
                <a:pathLst>
                  <a:path w="18524" h="891" extrusionOk="0">
                    <a:moveTo>
                      <a:pt x="215" y="0"/>
                    </a:moveTo>
                    <a:lnTo>
                      <a:pt x="0" y="891"/>
                    </a:lnTo>
                    <a:lnTo>
                      <a:pt x="18350" y="891"/>
                    </a:lnTo>
                    <a:lnTo>
                      <a:pt x="18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3"/>
              <p:cNvSpPr/>
              <p:nvPr/>
            </p:nvSpPr>
            <p:spPr>
              <a:xfrm>
                <a:off x="1410971" y="3166805"/>
                <a:ext cx="1589179" cy="87464"/>
              </a:xfrm>
              <a:custGeom>
                <a:avLst/>
                <a:gdLst/>
                <a:ahLst/>
                <a:cxnLst/>
                <a:rect l="l" t="t" r="r" b="b"/>
                <a:pathLst>
                  <a:path w="18660" h="1027" extrusionOk="0">
                    <a:moveTo>
                      <a:pt x="18528" y="131"/>
                    </a:moveTo>
                    <a:lnTo>
                      <a:pt x="18377" y="896"/>
                    </a:lnTo>
                    <a:lnTo>
                      <a:pt x="152" y="896"/>
                    </a:lnTo>
                    <a:lnTo>
                      <a:pt x="330" y="131"/>
                    </a:lnTo>
                    <a:close/>
                    <a:moveTo>
                      <a:pt x="241" y="0"/>
                    </a:moveTo>
                    <a:lnTo>
                      <a:pt x="241" y="42"/>
                    </a:lnTo>
                    <a:lnTo>
                      <a:pt x="0" y="1027"/>
                    </a:lnTo>
                    <a:lnTo>
                      <a:pt x="18481" y="1027"/>
                    </a:lnTo>
                    <a:lnTo>
                      <a:pt x="186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3"/>
              <p:cNvSpPr/>
              <p:nvPr/>
            </p:nvSpPr>
            <p:spPr>
              <a:xfrm>
                <a:off x="1386870" y="3295231"/>
                <a:ext cx="1585176" cy="75882"/>
              </a:xfrm>
              <a:custGeom>
                <a:avLst/>
                <a:gdLst/>
                <a:ahLst/>
                <a:cxnLst/>
                <a:rect l="l" t="t" r="r" b="b"/>
                <a:pathLst>
                  <a:path w="18613" h="891" extrusionOk="0">
                    <a:moveTo>
                      <a:pt x="241" y="0"/>
                    </a:moveTo>
                    <a:lnTo>
                      <a:pt x="1" y="891"/>
                    </a:lnTo>
                    <a:lnTo>
                      <a:pt x="18461" y="891"/>
                    </a:lnTo>
                    <a:lnTo>
                      <a:pt x="186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3"/>
              <p:cNvSpPr/>
              <p:nvPr/>
            </p:nvSpPr>
            <p:spPr>
              <a:xfrm>
                <a:off x="1381504" y="3289440"/>
                <a:ext cx="1596333" cy="87464"/>
              </a:xfrm>
              <a:custGeom>
                <a:avLst/>
                <a:gdLst/>
                <a:ahLst/>
                <a:cxnLst/>
                <a:rect l="l" t="t" r="r" b="b"/>
                <a:pathLst>
                  <a:path w="18744" h="1027" extrusionOk="0">
                    <a:moveTo>
                      <a:pt x="18613" y="110"/>
                    </a:moveTo>
                    <a:lnTo>
                      <a:pt x="18482" y="896"/>
                    </a:lnTo>
                    <a:lnTo>
                      <a:pt x="153" y="896"/>
                    </a:lnTo>
                    <a:lnTo>
                      <a:pt x="346" y="110"/>
                    </a:lnTo>
                    <a:close/>
                    <a:moveTo>
                      <a:pt x="236" y="0"/>
                    </a:moveTo>
                    <a:lnTo>
                      <a:pt x="236" y="42"/>
                    </a:lnTo>
                    <a:lnTo>
                      <a:pt x="1" y="1027"/>
                    </a:lnTo>
                    <a:lnTo>
                      <a:pt x="18565" y="1027"/>
                    </a:lnTo>
                    <a:lnTo>
                      <a:pt x="1874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3"/>
              <p:cNvSpPr/>
              <p:nvPr/>
            </p:nvSpPr>
            <p:spPr>
              <a:xfrm>
                <a:off x="1593390" y="1951443"/>
                <a:ext cx="53569" cy="196135"/>
              </a:xfrm>
              <a:custGeom>
                <a:avLst/>
                <a:gdLst/>
                <a:ahLst/>
                <a:cxnLst/>
                <a:rect l="l" t="t" r="r" b="b"/>
                <a:pathLst>
                  <a:path w="629" h="2303" extrusionOk="0">
                    <a:moveTo>
                      <a:pt x="566" y="1"/>
                    </a:moveTo>
                    <a:cubicBezTo>
                      <a:pt x="545" y="1"/>
                      <a:pt x="498" y="22"/>
                      <a:pt x="498" y="43"/>
                    </a:cubicBezTo>
                    <a:lnTo>
                      <a:pt x="0" y="2226"/>
                    </a:lnTo>
                    <a:cubicBezTo>
                      <a:pt x="0" y="2268"/>
                      <a:pt x="0" y="2294"/>
                      <a:pt x="42" y="2294"/>
                    </a:cubicBezTo>
                    <a:cubicBezTo>
                      <a:pt x="48" y="2300"/>
                      <a:pt x="55" y="2302"/>
                      <a:pt x="62" y="2302"/>
                    </a:cubicBezTo>
                    <a:cubicBezTo>
                      <a:pt x="82" y="2302"/>
                      <a:pt x="105" y="2282"/>
                      <a:pt x="105" y="2247"/>
                    </a:cubicBezTo>
                    <a:lnTo>
                      <a:pt x="608" y="69"/>
                    </a:lnTo>
                    <a:cubicBezTo>
                      <a:pt x="629" y="43"/>
                      <a:pt x="608" y="1"/>
                      <a:pt x="5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3"/>
              <p:cNvSpPr/>
              <p:nvPr/>
            </p:nvSpPr>
            <p:spPr>
              <a:xfrm>
                <a:off x="1972306" y="1752431"/>
                <a:ext cx="492453" cy="652573"/>
              </a:xfrm>
              <a:custGeom>
                <a:avLst/>
                <a:gdLst/>
                <a:ahLst/>
                <a:cxnLst/>
                <a:rect l="l" t="t" r="r" b="b"/>
                <a:pathLst>
                  <a:path w="5782" h="7662" extrusionOk="0">
                    <a:moveTo>
                      <a:pt x="5520" y="0"/>
                    </a:moveTo>
                    <a:cubicBezTo>
                      <a:pt x="5321" y="0"/>
                      <a:pt x="5059" y="351"/>
                      <a:pt x="4451" y="896"/>
                    </a:cubicBezTo>
                    <a:cubicBezTo>
                      <a:pt x="4142" y="1179"/>
                      <a:pt x="3839" y="1509"/>
                      <a:pt x="3598" y="1791"/>
                    </a:cubicBezTo>
                    <a:cubicBezTo>
                      <a:pt x="3619" y="1749"/>
                      <a:pt x="3645" y="1702"/>
                      <a:pt x="3645" y="1640"/>
                    </a:cubicBezTo>
                    <a:cubicBezTo>
                      <a:pt x="3661" y="1422"/>
                      <a:pt x="3497" y="1266"/>
                      <a:pt x="3361" y="1266"/>
                    </a:cubicBezTo>
                    <a:cubicBezTo>
                      <a:pt x="3320" y="1266"/>
                      <a:pt x="3282" y="1280"/>
                      <a:pt x="3252" y="1310"/>
                    </a:cubicBezTo>
                    <a:cubicBezTo>
                      <a:pt x="3121" y="1440"/>
                      <a:pt x="2901" y="1619"/>
                      <a:pt x="2529" y="1833"/>
                    </a:cubicBezTo>
                    <a:cubicBezTo>
                      <a:pt x="2137" y="2032"/>
                      <a:pt x="1985" y="2357"/>
                      <a:pt x="1812" y="2729"/>
                    </a:cubicBezTo>
                    <a:cubicBezTo>
                      <a:pt x="1655" y="3101"/>
                      <a:pt x="1634" y="3321"/>
                      <a:pt x="1482" y="3645"/>
                    </a:cubicBezTo>
                    <a:cubicBezTo>
                      <a:pt x="1288" y="3886"/>
                      <a:pt x="848" y="4389"/>
                      <a:pt x="608" y="4583"/>
                    </a:cubicBezTo>
                    <a:cubicBezTo>
                      <a:pt x="262" y="4824"/>
                      <a:pt x="0" y="4735"/>
                      <a:pt x="283" y="5436"/>
                    </a:cubicBezTo>
                    <a:cubicBezTo>
                      <a:pt x="566" y="6133"/>
                      <a:pt x="869" y="6656"/>
                      <a:pt x="1393" y="7117"/>
                    </a:cubicBezTo>
                    <a:cubicBezTo>
                      <a:pt x="1896" y="7552"/>
                      <a:pt x="2509" y="7662"/>
                      <a:pt x="2509" y="7662"/>
                    </a:cubicBezTo>
                    <a:cubicBezTo>
                      <a:pt x="2509" y="7662"/>
                      <a:pt x="3053" y="7222"/>
                      <a:pt x="3446" y="6855"/>
                    </a:cubicBezTo>
                    <a:cubicBezTo>
                      <a:pt x="3708" y="6615"/>
                      <a:pt x="3949" y="6264"/>
                      <a:pt x="4080" y="6070"/>
                    </a:cubicBezTo>
                    <a:cubicBezTo>
                      <a:pt x="4320" y="6002"/>
                      <a:pt x="4603" y="5850"/>
                      <a:pt x="4907" y="5588"/>
                    </a:cubicBezTo>
                    <a:cubicBezTo>
                      <a:pt x="5389" y="5195"/>
                      <a:pt x="5520" y="4892"/>
                      <a:pt x="5347" y="4389"/>
                    </a:cubicBezTo>
                    <a:cubicBezTo>
                      <a:pt x="5190" y="3865"/>
                      <a:pt x="4645" y="3163"/>
                      <a:pt x="4514" y="2949"/>
                    </a:cubicBezTo>
                    <a:cubicBezTo>
                      <a:pt x="4383" y="2729"/>
                      <a:pt x="4755" y="2378"/>
                      <a:pt x="4907" y="2184"/>
                    </a:cubicBezTo>
                    <a:cubicBezTo>
                      <a:pt x="5085" y="2011"/>
                      <a:pt x="5562" y="1268"/>
                      <a:pt x="5672" y="854"/>
                    </a:cubicBezTo>
                    <a:cubicBezTo>
                      <a:pt x="5782" y="414"/>
                      <a:pt x="5761" y="131"/>
                      <a:pt x="5583" y="21"/>
                    </a:cubicBezTo>
                    <a:cubicBezTo>
                      <a:pt x="5562" y="21"/>
                      <a:pt x="5541" y="0"/>
                      <a:pt x="5520"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3"/>
              <p:cNvSpPr/>
              <p:nvPr/>
            </p:nvSpPr>
            <p:spPr>
              <a:xfrm>
                <a:off x="2271504" y="1748854"/>
                <a:ext cx="195039" cy="527713"/>
              </a:xfrm>
              <a:custGeom>
                <a:avLst/>
                <a:gdLst/>
                <a:ahLst/>
                <a:cxnLst/>
                <a:rect l="l" t="t" r="r" b="b"/>
                <a:pathLst>
                  <a:path w="2290" h="6196" extrusionOk="0">
                    <a:moveTo>
                      <a:pt x="2007" y="0"/>
                    </a:moveTo>
                    <a:cubicBezTo>
                      <a:pt x="1965" y="0"/>
                      <a:pt x="1918" y="0"/>
                      <a:pt x="1897" y="21"/>
                    </a:cubicBezTo>
                    <a:cubicBezTo>
                      <a:pt x="1808" y="42"/>
                      <a:pt x="1745" y="110"/>
                      <a:pt x="1656" y="173"/>
                    </a:cubicBezTo>
                    <a:cubicBezTo>
                      <a:pt x="1483" y="351"/>
                      <a:pt x="1242" y="587"/>
                      <a:pt x="891" y="917"/>
                    </a:cubicBezTo>
                    <a:cubicBezTo>
                      <a:pt x="608" y="1158"/>
                      <a:pt x="347" y="1462"/>
                      <a:pt x="132" y="1723"/>
                    </a:cubicBezTo>
                    <a:cubicBezTo>
                      <a:pt x="132" y="1723"/>
                      <a:pt x="85" y="1854"/>
                      <a:pt x="1" y="2053"/>
                    </a:cubicBezTo>
                    <a:cubicBezTo>
                      <a:pt x="237" y="1744"/>
                      <a:pt x="608" y="1331"/>
                      <a:pt x="980" y="980"/>
                    </a:cubicBezTo>
                    <a:cubicBezTo>
                      <a:pt x="1331" y="676"/>
                      <a:pt x="1572" y="414"/>
                      <a:pt x="1724" y="262"/>
                    </a:cubicBezTo>
                    <a:cubicBezTo>
                      <a:pt x="1808" y="194"/>
                      <a:pt x="1876" y="152"/>
                      <a:pt x="1939" y="131"/>
                    </a:cubicBezTo>
                    <a:cubicBezTo>
                      <a:pt x="1986" y="110"/>
                      <a:pt x="2007" y="110"/>
                      <a:pt x="2028" y="110"/>
                    </a:cubicBezTo>
                    <a:cubicBezTo>
                      <a:pt x="2117" y="173"/>
                      <a:pt x="2159" y="241"/>
                      <a:pt x="2159" y="372"/>
                    </a:cubicBezTo>
                    <a:cubicBezTo>
                      <a:pt x="2180" y="503"/>
                      <a:pt x="2159" y="676"/>
                      <a:pt x="2096" y="875"/>
                    </a:cubicBezTo>
                    <a:cubicBezTo>
                      <a:pt x="1986" y="1289"/>
                      <a:pt x="1504" y="2027"/>
                      <a:pt x="1352" y="2205"/>
                    </a:cubicBezTo>
                    <a:cubicBezTo>
                      <a:pt x="1284" y="2289"/>
                      <a:pt x="1132" y="2420"/>
                      <a:pt x="1048" y="2577"/>
                    </a:cubicBezTo>
                    <a:cubicBezTo>
                      <a:pt x="1001" y="2640"/>
                      <a:pt x="959" y="2729"/>
                      <a:pt x="938" y="2792"/>
                    </a:cubicBezTo>
                    <a:cubicBezTo>
                      <a:pt x="917" y="2881"/>
                      <a:pt x="917" y="2944"/>
                      <a:pt x="959" y="3033"/>
                    </a:cubicBezTo>
                    <a:cubicBezTo>
                      <a:pt x="1022" y="3143"/>
                      <a:pt x="1200" y="3363"/>
                      <a:pt x="1352" y="3624"/>
                    </a:cubicBezTo>
                    <a:cubicBezTo>
                      <a:pt x="1525" y="3907"/>
                      <a:pt x="1703" y="4190"/>
                      <a:pt x="1787" y="4452"/>
                    </a:cubicBezTo>
                    <a:cubicBezTo>
                      <a:pt x="1855" y="4693"/>
                      <a:pt x="1876" y="4886"/>
                      <a:pt x="1808" y="5065"/>
                    </a:cubicBezTo>
                    <a:cubicBezTo>
                      <a:pt x="1745" y="5237"/>
                      <a:pt x="1593" y="5389"/>
                      <a:pt x="1352" y="5588"/>
                    </a:cubicBezTo>
                    <a:cubicBezTo>
                      <a:pt x="1069" y="5824"/>
                      <a:pt x="787" y="6002"/>
                      <a:pt x="546" y="6065"/>
                    </a:cubicBezTo>
                    <a:lnTo>
                      <a:pt x="546" y="6086"/>
                    </a:lnTo>
                    <a:lnTo>
                      <a:pt x="478" y="6196"/>
                    </a:lnTo>
                    <a:cubicBezTo>
                      <a:pt x="760" y="6133"/>
                      <a:pt x="1090" y="5955"/>
                      <a:pt x="1441" y="5672"/>
                    </a:cubicBezTo>
                    <a:cubicBezTo>
                      <a:pt x="1677" y="5478"/>
                      <a:pt x="1834" y="5300"/>
                      <a:pt x="1897" y="5085"/>
                    </a:cubicBezTo>
                    <a:cubicBezTo>
                      <a:pt x="1986" y="4886"/>
                      <a:pt x="1986" y="4672"/>
                      <a:pt x="1897" y="4410"/>
                    </a:cubicBezTo>
                    <a:cubicBezTo>
                      <a:pt x="1808" y="4148"/>
                      <a:pt x="1635" y="3839"/>
                      <a:pt x="1462" y="3577"/>
                    </a:cubicBezTo>
                    <a:cubicBezTo>
                      <a:pt x="1284" y="3294"/>
                      <a:pt x="1111" y="3075"/>
                      <a:pt x="1048" y="2970"/>
                    </a:cubicBezTo>
                    <a:cubicBezTo>
                      <a:pt x="1022" y="2923"/>
                      <a:pt x="1022" y="2881"/>
                      <a:pt x="1048" y="2813"/>
                    </a:cubicBezTo>
                    <a:cubicBezTo>
                      <a:pt x="1048" y="2771"/>
                      <a:pt x="1090" y="2708"/>
                      <a:pt x="1132" y="2640"/>
                    </a:cubicBezTo>
                    <a:cubicBezTo>
                      <a:pt x="1221" y="2509"/>
                      <a:pt x="1352" y="2357"/>
                      <a:pt x="1441" y="2268"/>
                    </a:cubicBezTo>
                    <a:cubicBezTo>
                      <a:pt x="1614" y="2074"/>
                      <a:pt x="2096" y="1352"/>
                      <a:pt x="2200" y="917"/>
                    </a:cubicBezTo>
                    <a:cubicBezTo>
                      <a:pt x="2269" y="697"/>
                      <a:pt x="2290" y="503"/>
                      <a:pt x="2269" y="351"/>
                    </a:cubicBezTo>
                    <a:cubicBezTo>
                      <a:pt x="2269" y="220"/>
                      <a:pt x="2200" y="89"/>
                      <a:pt x="2096" y="21"/>
                    </a:cubicBezTo>
                    <a:cubicBezTo>
                      <a:pt x="2070" y="0"/>
                      <a:pt x="2028" y="0"/>
                      <a:pt x="200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3"/>
              <p:cNvSpPr/>
              <p:nvPr/>
            </p:nvSpPr>
            <p:spPr>
              <a:xfrm>
                <a:off x="1981674" y="2044134"/>
                <a:ext cx="349282" cy="366231"/>
              </a:xfrm>
              <a:custGeom>
                <a:avLst/>
                <a:gdLst/>
                <a:ahLst/>
                <a:cxnLst/>
                <a:rect l="l" t="t" r="r" b="b"/>
                <a:pathLst>
                  <a:path w="4101" h="4300" extrusionOk="0">
                    <a:moveTo>
                      <a:pt x="1482" y="0"/>
                    </a:moveTo>
                    <a:lnTo>
                      <a:pt x="1440" y="47"/>
                    </a:lnTo>
                    <a:cubicBezTo>
                      <a:pt x="1440" y="47"/>
                      <a:pt x="1283" y="241"/>
                      <a:pt x="1068" y="482"/>
                    </a:cubicBezTo>
                    <a:cubicBezTo>
                      <a:pt x="869" y="723"/>
                      <a:pt x="607" y="985"/>
                      <a:pt x="456" y="1095"/>
                    </a:cubicBezTo>
                    <a:cubicBezTo>
                      <a:pt x="304" y="1226"/>
                      <a:pt x="152" y="1247"/>
                      <a:pt x="63" y="1378"/>
                    </a:cubicBezTo>
                    <a:cubicBezTo>
                      <a:pt x="21" y="1440"/>
                      <a:pt x="0" y="1509"/>
                      <a:pt x="0" y="1618"/>
                    </a:cubicBezTo>
                    <a:cubicBezTo>
                      <a:pt x="21" y="1728"/>
                      <a:pt x="42" y="1859"/>
                      <a:pt x="131" y="2032"/>
                    </a:cubicBezTo>
                    <a:cubicBezTo>
                      <a:pt x="414" y="2729"/>
                      <a:pt x="717" y="3273"/>
                      <a:pt x="1241" y="3734"/>
                    </a:cubicBezTo>
                    <a:cubicBezTo>
                      <a:pt x="1765" y="4190"/>
                      <a:pt x="2399" y="4300"/>
                      <a:pt x="2399" y="4300"/>
                    </a:cubicBezTo>
                    <a:lnTo>
                      <a:pt x="2419" y="4300"/>
                    </a:lnTo>
                    <a:lnTo>
                      <a:pt x="2440" y="4279"/>
                    </a:lnTo>
                    <a:cubicBezTo>
                      <a:pt x="2440" y="4279"/>
                      <a:pt x="2964" y="3844"/>
                      <a:pt x="3357" y="3472"/>
                    </a:cubicBezTo>
                    <a:cubicBezTo>
                      <a:pt x="3771" y="3101"/>
                      <a:pt x="4101" y="2556"/>
                      <a:pt x="4101" y="2556"/>
                    </a:cubicBezTo>
                    <a:lnTo>
                      <a:pt x="4101" y="2535"/>
                    </a:lnTo>
                    <a:lnTo>
                      <a:pt x="3928" y="2598"/>
                    </a:lnTo>
                    <a:cubicBezTo>
                      <a:pt x="3839" y="2729"/>
                      <a:pt x="3598" y="3121"/>
                      <a:pt x="3294" y="3383"/>
                    </a:cubicBezTo>
                    <a:cubicBezTo>
                      <a:pt x="2922" y="3734"/>
                      <a:pt x="2399" y="4148"/>
                      <a:pt x="2378" y="4169"/>
                    </a:cubicBezTo>
                    <a:cubicBezTo>
                      <a:pt x="2357" y="4169"/>
                      <a:pt x="1807" y="4059"/>
                      <a:pt x="1330" y="3645"/>
                    </a:cubicBezTo>
                    <a:cubicBezTo>
                      <a:pt x="827" y="3190"/>
                      <a:pt x="498" y="2666"/>
                      <a:pt x="236" y="1990"/>
                    </a:cubicBezTo>
                    <a:cubicBezTo>
                      <a:pt x="152" y="1812"/>
                      <a:pt x="131" y="1681"/>
                      <a:pt x="105" y="1598"/>
                    </a:cubicBezTo>
                    <a:cubicBezTo>
                      <a:pt x="105" y="1509"/>
                      <a:pt x="131" y="1467"/>
                      <a:pt x="152" y="1440"/>
                    </a:cubicBezTo>
                    <a:cubicBezTo>
                      <a:pt x="194" y="1378"/>
                      <a:pt x="346" y="1336"/>
                      <a:pt x="524" y="1205"/>
                    </a:cubicBezTo>
                    <a:cubicBezTo>
                      <a:pt x="697" y="1074"/>
                      <a:pt x="958" y="812"/>
                      <a:pt x="1152" y="571"/>
                    </a:cubicBezTo>
                    <a:cubicBezTo>
                      <a:pt x="1241" y="461"/>
                      <a:pt x="1309" y="393"/>
                      <a:pt x="1351" y="330"/>
                    </a:cubicBezTo>
                    <a:lnTo>
                      <a:pt x="1393" y="262"/>
                    </a:lnTo>
                    <a:cubicBezTo>
                      <a:pt x="1440" y="220"/>
                      <a:pt x="1482" y="178"/>
                      <a:pt x="1482" y="157"/>
                    </a:cubicBezTo>
                    <a:lnTo>
                      <a:pt x="1503" y="26"/>
                    </a:lnTo>
                    <a:lnTo>
                      <a:pt x="148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3"/>
              <p:cNvSpPr/>
              <p:nvPr/>
            </p:nvSpPr>
            <p:spPr>
              <a:xfrm>
                <a:off x="1533345" y="2170780"/>
                <a:ext cx="617397" cy="401236"/>
              </a:xfrm>
              <a:custGeom>
                <a:avLst/>
                <a:gdLst/>
                <a:ahLst/>
                <a:cxnLst/>
                <a:rect l="l" t="t" r="r" b="b"/>
                <a:pathLst>
                  <a:path w="7249" h="4711" extrusionOk="0">
                    <a:moveTo>
                      <a:pt x="5395" y="1"/>
                    </a:moveTo>
                    <a:cubicBezTo>
                      <a:pt x="5395" y="1"/>
                      <a:pt x="5086" y="372"/>
                      <a:pt x="3798" y="739"/>
                    </a:cubicBezTo>
                    <a:cubicBezTo>
                      <a:pt x="2536" y="1111"/>
                      <a:pt x="917" y="1111"/>
                      <a:pt x="917" y="1111"/>
                    </a:cubicBezTo>
                    <a:cubicBezTo>
                      <a:pt x="917" y="1111"/>
                      <a:pt x="1" y="1703"/>
                      <a:pt x="111" y="3054"/>
                    </a:cubicBezTo>
                    <a:cubicBezTo>
                      <a:pt x="200" y="4384"/>
                      <a:pt x="1158" y="4646"/>
                      <a:pt x="1467" y="4693"/>
                    </a:cubicBezTo>
                    <a:cubicBezTo>
                      <a:pt x="1539" y="4703"/>
                      <a:pt x="1695" y="4710"/>
                      <a:pt x="1909" y="4710"/>
                    </a:cubicBezTo>
                    <a:cubicBezTo>
                      <a:pt x="2600" y="4710"/>
                      <a:pt x="3903" y="4632"/>
                      <a:pt x="5002" y="4300"/>
                    </a:cubicBezTo>
                    <a:cubicBezTo>
                      <a:pt x="6416" y="3860"/>
                      <a:pt x="7249" y="3143"/>
                      <a:pt x="7249" y="3143"/>
                    </a:cubicBezTo>
                    <a:lnTo>
                      <a:pt x="53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3"/>
              <p:cNvSpPr/>
              <p:nvPr/>
            </p:nvSpPr>
            <p:spPr>
              <a:xfrm>
                <a:off x="1529853" y="2163200"/>
                <a:ext cx="628044" cy="413841"/>
              </a:xfrm>
              <a:custGeom>
                <a:avLst/>
                <a:gdLst/>
                <a:ahLst/>
                <a:cxnLst/>
                <a:rect l="l" t="t" r="r" b="b"/>
                <a:pathLst>
                  <a:path w="7374" h="4859" extrusionOk="0">
                    <a:moveTo>
                      <a:pt x="5410" y="173"/>
                    </a:moveTo>
                    <a:lnTo>
                      <a:pt x="7222" y="3211"/>
                    </a:lnTo>
                    <a:cubicBezTo>
                      <a:pt x="7180" y="3253"/>
                      <a:pt x="6394" y="3907"/>
                      <a:pt x="5017" y="4321"/>
                    </a:cubicBezTo>
                    <a:cubicBezTo>
                      <a:pt x="4320" y="4541"/>
                      <a:pt x="3514" y="4651"/>
                      <a:pt x="2859" y="4714"/>
                    </a:cubicBezTo>
                    <a:cubicBezTo>
                      <a:pt x="2464" y="4738"/>
                      <a:pt x="2120" y="4748"/>
                      <a:pt x="1877" y="4748"/>
                    </a:cubicBezTo>
                    <a:cubicBezTo>
                      <a:pt x="1705" y="4748"/>
                      <a:pt x="1583" y="4743"/>
                      <a:pt x="1529" y="4735"/>
                    </a:cubicBezTo>
                    <a:cubicBezTo>
                      <a:pt x="1377" y="4714"/>
                      <a:pt x="1068" y="4625"/>
                      <a:pt x="786" y="4410"/>
                    </a:cubicBezTo>
                    <a:cubicBezTo>
                      <a:pt x="503" y="4169"/>
                      <a:pt x="241" y="3797"/>
                      <a:pt x="199" y="3143"/>
                    </a:cubicBezTo>
                    <a:cubicBezTo>
                      <a:pt x="110" y="1833"/>
                      <a:pt x="958" y="1268"/>
                      <a:pt x="985" y="1247"/>
                    </a:cubicBezTo>
                    <a:cubicBezTo>
                      <a:pt x="1026" y="1247"/>
                      <a:pt x="2598" y="1247"/>
                      <a:pt x="3865" y="875"/>
                    </a:cubicBezTo>
                    <a:cubicBezTo>
                      <a:pt x="4493" y="697"/>
                      <a:pt x="4912" y="503"/>
                      <a:pt x="5148" y="372"/>
                    </a:cubicBezTo>
                    <a:cubicBezTo>
                      <a:pt x="5347" y="262"/>
                      <a:pt x="5389" y="200"/>
                      <a:pt x="5410" y="173"/>
                    </a:cubicBezTo>
                    <a:close/>
                    <a:moveTo>
                      <a:pt x="5436" y="1"/>
                    </a:moveTo>
                    <a:lnTo>
                      <a:pt x="5389" y="69"/>
                    </a:lnTo>
                    <a:cubicBezTo>
                      <a:pt x="5389" y="69"/>
                      <a:pt x="5326" y="131"/>
                      <a:pt x="5085" y="283"/>
                    </a:cubicBezTo>
                    <a:cubicBezTo>
                      <a:pt x="4865" y="414"/>
                      <a:pt x="4472" y="592"/>
                      <a:pt x="3839" y="765"/>
                    </a:cubicBezTo>
                    <a:cubicBezTo>
                      <a:pt x="2577" y="1137"/>
                      <a:pt x="958" y="1137"/>
                      <a:pt x="958" y="1137"/>
                    </a:cubicBezTo>
                    <a:lnTo>
                      <a:pt x="937" y="1137"/>
                    </a:lnTo>
                    <a:lnTo>
                      <a:pt x="937" y="1158"/>
                    </a:lnTo>
                    <a:cubicBezTo>
                      <a:pt x="937" y="1158"/>
                      <a:pt x="0" y="1771"/>
                      <a:pt x="89" y="3143"/>
                    </a:cubicBezTo>
                    <a:cubicBezTo>
                      <a:pt x="131" y="3818"/>
                      <a:pt x="414" y="4258"/>
                      <a:pt x="723" y="4494"/>
                    </a:cubicBezTo>
                    <a:cubicBezTo>
                      <a:pt x="1006" y="4735"/>
                      <a:pt x="1351" y="4824"/>
                      <a:pt x="1508" y="4845"/>
                    </a:cubicBezTo>
                    <a:cubicBezTo>
                      <a:pt x="1580" y="4853"/>
                      <a:pt x="1708" y="4858"/>
                      <a:pt x="1882" y="4858"/>
                    </a:cubicBezTo>
                    <a:cubicBezTo>
                      <a:pt x="2127" y="4858"/>
                      <a:pt x="2464" y="4848"/>
                      <a:pt x="2859" y="4824"/>
                    </a:cubicBezTo>
                    <a:cubicBezTo>
                      <a:pt x="3535" y="4782"/>
                      <a:pt x="4341" y="4651"/>
                      <a:pt x="5064" y="4431"/>
                    </a:cubicBezTo>
                    <a:cubicBezTo>
                      <a:pt x="6504" y="3996"/>
                      <a:pt x="7332" y="3253"/>
                      <a:pt x="7332" y="3253"/>
                    </a:cubicBezTo>
                    <a:lnTo>
                      <a:pt x="7374" y="3232"/>
                    </a:lnTo>
                    <a:lnTo>
                      <a:pt x="543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3"/>
              <p:cNvSpPr/>
              <p:nvPr/>
            </p:nvSpPr>
            <p:spPr>
              <a:xfrm>
                <a:off x="1907151" y="2140374"/>
                <a:ext cx="308741" cy="349282"/>
              </a:xfrm>
              <a:custGeom>
                <a:avLst/>
                <a:gdLst/>
                <a:ahLst/>
                <a:cxnLst/>
                <a:rect l="l" t="t" r="r" b="b"/>
                <a:pathLst>
                  <a:path w="3625" h="4101" extrusionOk="0">
                    <a:moveTo>
                      <a:pt x="1294" y="0"/>
                    </a:moveTo>
                    <a:cubicBezTo>
                      <a:pt x="1119" y="0"/>
                      <a:pt x="821" y="288"/>
                      <a:pt x="503" y="399"/>
                    </a:cubicBezTo>
                    <a:cubicBezTo>
                      <a:pt x="131" y="530"/>
                      <a:pt x="0" y="965"/>
                      <a:pt x="220" y="1405"/>
                    </a:cubicBezTo>
                    <a:cubicBezTo>
                      <a:pt x="435" y="1819"/>
                      <a:pt x="1833" y="3845"/>
                      <a:pt x="2027" y="4002"/>
                    </a:cubicBezTo>
                    <a:cubicBezTo>
                      <a:pt x="2110" y="4063"/>
                      <a:pt x="2168" y="4101"/>
                      <a:pt x="2242" y="4101"/>
                    </a:cubicBezTo>
                    <a:cubicBezTo>
                      <a:pt x="2326" y="4101"/>
                      <a:pt x="2432" y="4052"/>
                      <a:pt x="2619" y="3934"/>
                    </a:cubicBezTo>
                    <a:cubicBezTo>
                      <a:pt x="2944" y="3714"/>
                      <a:pt x="3404" y="3322"/>
                      <a:pt x="3514" y="3170"/>
                    </a:cubicBezTo>
                    <a:cubicBezTo>
                      <a:pt x="3624" y="2997"/>
                      <a:pt x="3624" y="2866"/>
                      <a:pt x="3624" y="2866"/>
                    </a:cubicBezTo>
                    <a:lnTo>
                      <a:pt x="3624" y="2866"/>
                    </a:lnTo>
                    <a:cubicBezTo>
                      <a:pt x="3624" y="2866"/>
                      <a:pt x="3582" y="2941"/>
                      <a:pt x="3502" y="2941"/>
                    </a:cubicBezTo>
                    <a:cubicBezTo>
                      <a:pt x="3453" y="2941"/>
                      <a:pt x="3391" y="2913"/>
                      <a:pt x="3315" y="2824"/>
                    </a:cubicBezTo>
                    <a:cubicBezTo>
                      <a:pt x="3122" y="2604"/>
                      <a:pt x="1833" y="1054"/>
                      <a:pt x="1572" y="619"/>
                    </a:cubicBezTo>
                    <a:cubicBezTo>
                      <a:pt x="1331" y="206"/>
                      <a:pt x="1373" y="28"/>
                      <a:pt x="1373" y="28"/>
                    </a:cubicBezTo>
                    <a:cubicBezTo>
                      <a:pt x="1350" y="9"/>
                      <a:pt x="1324" y="0"/>
                      <a:pt x="1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3"/>
              <p:cNvSpPr/>
              <p:nvPr/>
            </p:nvSpPr>
            <p:spPr>
              <a:xfrm>
                <a:off x="1908940" y="2136201"/>
                <a:ext cx="312318" cy="358055"/>
              </a:xfrm>
              <a:custGeom>
                <a:avLst/>
                <a:gdLst/>
                <a:ahLst/>
                <a:cxnLst/>
                <a:rect l="l" t="t" r="r" b="b"/>
                <a:pathLst>
                  <a:path w="3667" h="4204" extrusionOk="0">
                    <a:moveTo>
                      <a:pt x="1259" y="112"/>
                    </a:moveTo>
                    <a:cubicBezTo>
                      <a:pt x="1279" y="112"/>
                      <a:pt x="1289" y="124"/>
                      <a:pt x="1289" y="124"/>
                    </a:cubicBezTo>
                    <a:cubicBezTo>
                      <a:pt x="1310" y="145"/>
                      <a:pt x="1310" y="187"/>
                      <a:pt x="1310" y="229"/>
                    </a:cubicBezTo>
                    <a:cubicBezTo>
                      <a:pt x="1331" y="338"/>
                      <a:pt x="1399" y="490"/>
                      <a:pt x="1509" y="689"/>
                    </a:cubicBezTo>
                    <a:cubicBezTo>
                      <a:pt x="1640" y="930"/>
                      <a:pt x="2032" y="1407"/>
                      <a:pt x="2399" y="1889"/>
                    </a:cubicBezTo>
                    <a:cubicBezTo>
                      <a:pt x="2771" y="2349"/>
                      <a:pt x="3143" y="2805"/>
                      <a:pt x="3253" y="2915"/>
                    </a:cubicBezTo>
                    <a:cubicBezTo>
                      <a:pt x="3294" y="2978"/>
                      <a:pt x="3362" y="3025"/>
                      <a:pt x="3404" y="3025"/>
                    </a:cubicBezTo>
                    <a:cubicBezTo>
                      <a:pt x="3425" y="3036"/>
                      <a:pt x="3442" y="3041"/>
                      <a:pt x="3457" y="3041"/>
                    </a:cubicBezTo>
                    <a:cubicBezTo>
                      <a:pt x="3471" y="3041"/>
                      <a:pt x="3483" y="3036"/>
                      <a:pt x="3493" y="3025"/>
                    </a:cubicBezTo>
                    <a:lnTo>
                      <a:pt x="3493" y="3025"/>
                    </a:lnTo>
                    <a:cubicBezTo>
                      <a:pt x="3493" y="3088"/>
                      <a:pt x="3493" y="3109"/>
                      <a:pt x="3446" y="3177"/>
                    </a:cubicBezTo>
                    <a:cubicBezTo>
                      <a:pt x="3404" y="3240"/>
                      <a:pt x="3273" y="3397"/>
                      <a:pt x="3101" y="3528"/>
                    </a:cubicBezTo>
                    <a:cubicBezTo>
                      <a:pt x="2923" y="3680"/>
                      <a:pt x="2729" y="3811"/>
                      <a:pt x="2556" y="3921"/>
                    </a:cubicBezTo>
                    <a:cubicBezTo>
                      <a:pt x="2399" y="4025"/>
                      <a:pt x="2294" y="4093"/>
                      <a:pt x="2226" y="4093"/>
                    </a:cubicBezTo>
                    <a:cubicBezTo>
                      <a:pt x="2184" y="4093"/>
                      <a:pt x="2137" y="4072"/>
                      <a:pt x="2032" y="4004"/>
                    </a:cubicBezTo>
                    <a:cubicBezTo>
                      <a:pt x="2032" y="3983"/>
                      <a:pt x="1985" y="3941"/>
                      <a:pt x="1922" y="3873"/>
                    </a:cubicBezTo>
                    <a:cubicBezTo>
                      <a:pt x="1875" y="3811"/>
                      <a:pt x="1791" y="3701"/>
                      <a:pt x="1723" y="3591"/>
                    </a:cubicBezTo>
                    <a:cubicBezTo>
                      <a:pt x="1551" y="3397"/>
                      <a:pt x="1352" y="3109"/>
                      <a:pt x="1158" y="2826"/>
                    </a:cubicBezTo>
                    <a:cubicBezTo>
                      <a:pt x="765" y="2239"/>
                      <a:pt x="351" y="1627"/>
                      <a:pt x="241" y="1433"/>
                    </a:cubicBezTo>
                    <a:cubicBezTo>
                      <a:pt x="131" y="1213"/>
                      <a:pt x="131" y="1014"/>
                      <a:pt x="173" y="862"/>
                    </a:cubicBezTo>
                    <a:cubicBezTo>
                      <a:pt x="220" y="689"/>
                      <a:pt x="330" y="558"/>
                      <a:pt x="503" y="490"/>
                    </a:cubicBezTo>
                    <a:cubicBezTo>
                      <a:pt x="697" y="428"/>
                      <a:pt x="875" y="297"/>
                      <a:pt x="1027" y="208"/>
                    </a:cubicBezTo>
                    <a:cubicBezTo>
                      <a:pt x="1116" y="166"/>
                      <a:pt x="1179" y="124"/>
                      <a:pt x="1221" y="124"/>
                    </a:cubicBezTo>
                    <a:cubicBezTo>
                      <a:pt x="1236" y="115"/>
                      <a:pt x="1249" y="112"/>
                      <a:pt x="1259" y="112"/>
                    </a:cubicBezTo>
                    <a:close/>
                    <a:moveTo>
                      <a:pt x="1282" y="0"/>
                    </a:moveTo>
                    <a:cubicBezTo>
                      <a:pt x="1255" y="0"/>
                      <a:pt x="1228" y="5"/>
                      <a:pt x="1200" y="14"/>
                    </a:cubicBezTo>
                    <a:cubicBezTo>
                      <a:pt x="1116" y="35"/>
                      <a:pt x="1048" y="56"/>
                      <a:pt x="985" y="124"/>
                    </a:cubicBezTo>
                    <a:cubicBezTo>
                      <a:pt x="828" y="208"/>
                      <a:pt x="634" y="318"/>
                      <a:pt x="461" y="407"/>
                    </a:cubicBezTo>
                    <a:cubicBezTo>
                      <a:pt x="262" y="469"/>
                      <a:pt x="131" y="621"/>
                      <a:pt x="68" y="820"/>
                    </a:cubicBezTo>
                    <a:cubicBezTo>
                      <a:pt x="0" y="1014"/>
                      <a:pt x="21" y="1255"/>
                      <a:pt x="152" y="1475"/>
                    </a:cubicBezTo>
                    <a:cubicBezTo>
                      <a:pt x="262" y="1695"/>
                      <a:pt x="655" y="2302"/>
                      <a:pt x="1069" y="2873"/>
                    </a:cubicBezTo>
                    <a:cubicBezTo>
                      <a:pt x="1268" y="3177"/>
                      <a:pt x="1461" y="3460"/>
                      <a:pt x="1613" y="3680"/>
                    </a:cubicBezTo>
                    <a:cubicBezTo>
                      <a:pt x="1702" y="3790"/>
                      <a:pt x="1770" y="3873"/>
                      <a:pt x="1833" y="3941"/>
                    </a:cubicBezTo>
                    <a:cubicBezTo>
                      <a:pt x="1901" y="4004"/>
                      <a:pt x="1922" y="4051"/>
                      <a:pt x="1964" y="4093"/>
                    </a:cubicBezTo>
                    <a:cubicBezTo>
                      <a:pt x="2074" y="4156"/>
                      <a:pt x="2137" y="4203"/>
                      <a:pt x="2247" y="4203"/>
                    </a:cubicBezTo>
                    <a:cubicBezTo>
                      <a:pt x="2357" y="4203"/>
                      <a:pt x="2446" y="4135"/>
                      <a:pt x="2619" y="4025"/>
                    </a:cubicBezTo>
                    <a:cubicBezTo>
                      <a:pt x="2792" y="3921"/>
                      <a:pt x="2991" y="3763"/>
                      <a:pt x="3163" y="3612"/>
                    </a:cubicBezTo>
                    <a:cubicBezTo>
                      <a:pt x="3342" y="3460"/>
                      <a:pt x="3493" y="3329"/>
                      <a:pt x="3535" y="3240"/>
                    </a:cubicBezTo>
                    <a:cubicBezTo>
                      <a:pt x="3645" y="3088"/>
                      <a:pt x="3645" y="2957"/>
                      <a:pt x="3645" y="2936"/>
                    </a:cubicBezTo>
                    <a:lnTo>
                      <a:pt x="3666" y="2915"/>
                    </a:lnTo>
                    <a:lnTo>
                      <a:pt x="3556" y="2873"/>
                    </a:lnTo>
                    <a:cubicBezTo>
                      <a:pt x="3556" y="2873"/>
                      <a:pt x="3535" y="2915"/>
                      <a:pt x="3493" y="2936"/>
                    </a:cubicBezTo>
                    <a:lnTo>
                      <a:pt x="3446" y="2936"/>
                    </a:lnTo>
                    <a:cubicBezTo>
                      <a:pt x="3404" y="2915"/>
                      <a:pt x="3383" y="2894"/>
                      <a:pt x="3342" y="2847"/>
                    </a:cubicBezTo>
                    <a:cubicBezTo>
                      <a:pt x="3232" y="2716"/>
                      <a:pt x="2860" y="2281"/>
                      <a:pt x="2488" y="1800"/>
                    </a:cubicBezTo>
                    <a:cubicBezTo>
                      <a:pt x="2116" y="1344"/>
                      <a:pt x="1723" y="841"/>
                      <a:pt x="1613" y="647"/>
                    </a:cubicBezTo>
                    <a:cubicBezTo>
                      <a:pt x="1482" y="428"/>
                      <a:pt x="1441" y="297"/>
                      <a:pt x="1420" y="208"/>
                    </a:cubicBezTo>
                    <a:lnTo>
                      <a:pt x="1420" y="98"/>
                    </a:lnTo>
                    <a:lnTo>
                      <a:pt x="1420" y="56"/>
                    </a:lnTo>
                    <a:lnTo>
                      <a:pt x="1399" y="35"/>
                    </a:lnTo>
                    <a:cubicBezTo>
                      <a:pt x="1359" y="10"/>
                      <a:pt x="1321" y="0"/>
                      <a:pt x="12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3"/>
              <p:cNvSpPr/>
              <p:nvPr/>
            </p:nvSpPr>
            <p:spPr>
              <a:xfrm>
                <a:off x="2093160" y="1854548"/>
                <a:ext cx="194954" cy="286427"/>
              </a:xfrm>
              <a:custGeom>
                <a:avLst/>
                <a:gdLst/>
                <a:ahLst/>
                <a:cxnLst/>
                <a:rect l="l" t="t" r="r" b="b"/>
                <a:pathLst>
                  <a:path w="2289" h="3363" extrusionOk="0">
                    <a:moveTo>
                      <a:pt x="1938" y="1"/>
                    </a:moveTo>
                    <a:cubicBezTo>
                      <a:pt x="1896" y="1"/>
                      <a:pt x="1833" y="27"/>
                      <a:pt x="1786" y="69"/>
                    </a:cubicBezTo>
                    <a:cubicBezTo>
                      <a:pt x="1676" y="200"/>
                      <a:pt x="1461" y="372"/>
                      <a:pt x="1069" y="592"/>
                    </a:cubicBezTo>
                    <a:cubicBezTo>
                      <a:pt x="676" y="812"/>
                      <a:pt x="524" y="1137"/>
                      <a:pt x="346" y="1509"/>
                    </a:cubicBezTo>
                    <a:cubicBezTo>
                      <a:pt x="173" y="1902"/>
                      <a:pt x="152" y="2122"/>
                      <a:pt x="0" y="2467"/>
                    </a:cubicBezTo>
                    <a:lnTo>
                      <a:pt x="0" y="2488"/>
                    </a:lnTo>
                    <a:cubicBezTo>
                      <a:pt x="0" y="2488"/>
                      <a:pt x="0" y="2535"/>
                      <a:pt x="21" y="2577"/>
                    </a:cubicBezTo>
                    <a:lnTo>
                      <a:pt x="105" y="2467"/>
                    </a:lnTo>
                    <a:cubicBezTo>
                      <a:pt x="262" y="2142"/>
                      <a:pt x="283" y="1923"/>
                      <a:pt x="456" y="1551"/>
                    </a:cubicBezTo>
                    <a:cubicBezTo>
                      <a:pt x="608" y="1179"/>
                      <a:pt x="760" y="875"/>
                      <a:pt x="1131" y="681"/>
                    </a:cubicBezTo>
                    <a:cubicBezTo>
                      <a:pt x="1524" y="461"/>
                      <a:pt x="1744" y="289"/>
                      <a:pt x="1875" y="158"/>
                    </a:cubicBezTo>
                    <a:cubicBezTo>
                      <a:pt x="1890" y="139"/>
                      <a:pt x="1905" y="123"/>
                      <a:pt x="1929" y="123"/>
                    </a:cubicBezTo>
                    <a:cubicBezTo>
                      <a:pt x="1939" y="123"/>
                      <a:pt x="1951" y="126"/>
                      <a:pt x="1964" y="132"/>
                    </a:cubicBezTo>
                    <a:cubicBezTo>
                      <a:pt x="1985" y="132"/>
                      <a:pt x="2027" y="132"/>
                      <a:pt x="2048" y="158"/>
                    </a:cubicBezTo>
                    <a:cubicBezTo>
                      <a:pt x="2116" y="221"/>
                      <a:pt x="2179" y="310"/>
                      <a:pt x="2158" y="441"/>
                    </a:cubicBezTo>
                    <a:cubicBezTo>
                      <a:pt x="2158" y="571"/>
                      <a:pt x="2095" y="681"/>
                      <a:pt x="2027" y="812"/>
                    </a:cubicBezTo>
                    <a:cubicBezTo>
                      <a:pt x="1964" y="943"/>
                      <a:pt x="1875" y="1074"/>
                      <a:pt x="1833" y="1247"/>
                    </a:cubicBezTo>
                    <a:cubicBezTo>
                      <a:pt x="1744" y="1572"/>
                      <a:pt x="1786" y="1881"/>
                      <a:pt x="1702" y="2425"/>
                    </a:cubicBezTo>
                    <a:cubicBezTo>
                      <a:pt x="1655" y="2708"/>
                      <a:pt x="1634" y="2991"/>
                      <a:pt x="1524" y="3211"/>
                    </a:cubicBezTo>
                    <a:cubicBezTo>
                      <a:pt x="1503" y="3253"/>
                      <a:pt x="1482" y="3321"/>
                      <a:pt x="1440" y="3363"/>
                    </a:cubicBezTo>
                    <a:cubicBezTo>
                      <a:pt x="1545" y="3342"/>
                      <a:pt x="1634" y="3253"/>
                      <a:pt x="1634" y="3253"/>
                    </a:cubicBezTo>
                    <a:cubicBezTo>
                      <a:pt x="1744" y="3012"/>
                      <a:pt x="1786" y="2729"/>
                      <a:pt x="1833" y="2446"/>
                    </a:cubicBezTo>
                    <a:cubicBezTo>
                      <a:pt x="1917" y="1881"/>
                      <a:pt x="1854" y="1572"/>
                      <a:pt x="1938" y="1268"/>
                    </a:cubicBezTo>
                    <a:cubicBezTo>
                      <a:pt x="1985" y="1116"/>
                      <a:pt x="2048" y="985"/>
                      <a:pt x="2116" y="875"/>
                    </a:cubicBezTo>
                    <a:cubicBezTo>
                      <a:pt x="2200" y="744"/>
                      <a:pt x="2268" y="613"/>
                      <a:pt x="2268" y="441"/>
                    </a:cubicBezTo>
                    <a:cubicBezTo>
                      <a:pt x="2289" y="289"/>
                      <a:pt x="2226" y="158"/>
                      <a:pt x="2116" y="69"/>
                    </a:cubicBezTo>
                    <a:cubicBezTo>
                      <a:pt x="2069" y="48"/>
                      <a:pt x="2027" y="27"/>
                      <a:pt x="196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3"/>
              <p:cNvSpPr/>
              <p:nvPr/>
            </p:nvSpPr>
            <p:spPr>
              <a:xfrm>
                <a:off x="2421827" y="2018242"/>
                <a:ext cx="117449" cy="163782"/>
              </a:xfrm>
              <a:custGeom>
                <a:avLst/>
                <a:gdLst/>
                <a:ahLst/>
                <a:cxnLst/>
                <a:rect l="l" t="t" r="r" b="b"/>
                <a:pathLst>
                  <a:path w="1379" h="1923" extrusionOk="0">
                    <a:moveTo>
                      <a:pt x="938" y="1"/>
                    </a:moveTo>
                    <a:cubicBezTo>
                      <a:pt x="938" y="1"/>
                      <a:pt x="676" y="200"/>
                      <a:pt x="415" y="592"/>
                    </a:cubicBezTo>
                    <a:cubicBezTo>
                      <a:pt x="153" y="959"/>
                      <a:pt x="132" y="985"/>
                      <a:pt x="69" y="1310"/>
                    </a:cubicBezTo>
                    <a:cubicBezTo>
                      <a:pt x="1" y="1640"/>
                      <a:pt x="263" y="1922"/>
                      <a:pt x="483" y="1922"/>
                    </a:cubicBezTo>
                    <a:cubicBezTo>
                      <a:pt x="697" y="1922"/>
                      <a:pt x="1179" y="1158"/>
                      <a:pt x="1289" y="807"/>
                    </a:cubicBezTo>
                    <a:cubicBezTo>
                      <a:pt x="1378" y="461"/>
                      <a:pt x="1289" y="304"/>
                      <a:pt x="938"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3"/>
              <p:cNvSpPr/>
              <p:nvPr/>
            </p:nvSpPr>
            <p:spPr>
              <a:xfrm>
                <a:off x="2420038" y="2012877"/>
                <a:ext cx="121027" cy="172725"/>
              </a:xfrm>
              <a:custGeom>
                <a:avLst/>
                <a:gdLst/>
                <a:ahLst/>
                <a:cxnLst/>
                <a:rect l="l" t="t" r="r" b="b"/>
                <a:pathLst>
                  <a:path w="1421" h="2028" extrusionOk="0">
                    <a:moveTo>
                      <a:pt x="959" y="153"/>
                    </a:moveTo>
                    <a:cubicBezTo>
                      <a:pt x="1090" y="283"/>
                      <a:pt x="1200" y="393"/>
                      <a:pt x="1242" y="477"/>
                    </a:cubicBezTo>
                    <a:cubicBezTo>
                      <a:pt x="1289" y="587"/>
                      <a:pt x="1289" y="697"/>
                      <a:pt x="1242" y="870"/>
                    </a:cubicBezTo>
                    <a:cubicBezTo>
                      <a:pt x="1200" y="1022"/>
                      <a:pt x="1069" y="1310"/>
                      <a:pt x="917" y="1525"/>
                    </a:cubicBezTo>
                    <a:cubicBezTo>
                      <a:pt x="828" y="1635"/>
                      <a:pt x="745" y="1745"/>
                      <a:pt x="676" y="1807"/>
                    </a:cubicBezTo>
                    <a:cubicBezTo>
                      <a:pt x="587" y="1896"/>
                      <a:pt x="525" y="1917"/>
                      <a:pt x="504" y="1917"/>
                    </a:cubicBezTo>
                    <a:cubicBezTo>
                      <a:pt x="415" y="1917"/>
                      <a:pt x="305" y="1876"/>
                      <a:pt x="242" y="1766"/>
                    </a:cubicBezTo>
                    <a:cubicBezTo>
                      <a:pt x="153" y="1677"/>
                      <a:pt x="111" y="1546"/>
                      <a:pt x="153" y="1394"/>
                    </a:cubicBezTo>
                    <a:cubicBezTo>
                      <a:pt x="221" y="1069"/>
                      <a:pt x="221" y="1069"/>
                      <a:pt x="483" y="676"/>
                    </a:cubicBezTo>
                    <a:cubicBezTo>
                      <a:pt x="718" y="325"/>
                      <a:pt x="938" y="174"/>
                      <a:pt x="959" y="153"/>
                    </a:cubicBezTo>
                    <a:close/>
                    <a:moveTo>
                      <a:pt x="959" y="1"/>
                    </a:moveTo>
                    <a:lnTo>
                      <a:pt x="938" y="22"/>
                    </a:lnTo>
                    <a:cubicBezTo>
                      <a:pt x="938" y="22"/>
                      <a:pt x="655" y="215"/>
                      <a:pt x="394" y="608"/>
                    </a:cubicBezTo>
                    <a:cubicBezTo>
                      <a:pt x="132" y="1001"/>
                      <a:pt x="111" y="1048"/>
                      <a:pt x="22" y="1373"/>
                    </a:cubicBezTo>
                    <a:cubicBezTo>
                      <a:pt x="1" y="1546"/>
                      <a:pt x="43" y="1724"/>
                      <a:pt x="132" y="1834"/>
                    </a:cubicBezTo>
                    <a:cubicBezTo>
                      <a:pt x="242" y="1965"/>
                      <a:pt x="373" y="2027"/>
                      <a:pt x="504" y="2027"/>
                    </a:cubicBezTo>
                    <a:cubicBezTo>
                      <a:pt x="587" y="2027"/>
                      <a:pt x="676" y="1985"/>
                      <a:pt x="745" y="1896"/>
                    </a:cubicBezTo>
                    <a:cubicBezTo>
                      <a:pt x="828" y="1807"/>
                      <a:pt x="917" y="1703"/>
                      <a:pt x="1006" y="1593"/>
                    </a:cubicBezTo>
                    <a:cubicBezTo>
                      <a:pt x="1158" y="1352"/>
                      <a:pt x="1310" y="1090"/>
                      <a:pt x="1352" y="891"/>
                    </a:cubicBezTo>
                    <a:cubicBezTo>
                      <a:pt x="1399" y="718"/>
                      <a:pt x="1420" y="566"/>
                      <a:pt x="1352" y="435"/>
                    </a:cubicBezTo>
                    <a:cubicBezTo>
                      <a:pt x="1289" y="304"/>
                      <a:pt x="1179" y="174"/>
                      <a:pt x="1006" y="22"/>
                    </a:cubicBezTo>
                    <a:lnTo>
                      <a:pt x="959"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3"/>
              <p:cNvSpPr/>
              <p:nvPr/>
            </p:nvSpPr>
            <p:spPr>
              <a:xfrm>
                <a:off x="2379072" y="1946019"/>
                <a:ext cx="130310" cy="182179"/>
              </a:xfrm>
              <a:custGeom>
                <a:avLst/>
                <a:gdLst/>
                <a:ahLst/>
                <a:cxnLst/>
                <a:rect l="l" t="t" r="r" b="b"/>
                <a:pathLst>
                  <a:path w="1530" h="2139" extrusionOk="0">
                    <a:moveTo>
                      <a:pt x="1047" y="0"/>
                    </a:moveTo>
                    <a:cubicBezTo>
                      <a:pt x="1047" y="0"/>
                      <a:pt x="613" y="608"/>
                      <a:pt x="440" y="938"/>
                    </a:cubicBezTo>
                    <a:cubicBezTo>
                      <a:pt x="262" y="1241"/>
                      <a:pt x="0" y="1461"/>
                      <a:pt x="262" y="1896"/>
                    </a:cubicBezTo>
                    <a:cubicBezTo>
                      <a:pt x="351" y="2067"/>
                      <a:pt x="458" y="2138"/>
                      <a:pt x="570" y="2138"/>
                    </a:cubicBezTo>
                    <a:cubicBezTo>
                      <a:pt x="760" y="2138"/>
                      <a:pt x="964" y="1932"/>
                      <a:pt x="1116" y="1655"/>
                    </a:cubicBezTo>
                    <a:cubicBezTo>
                      <a:pt x="1330" y="1241"/>
                      <a:pt x="1508" y="979"/>
                      <a:pt x="1508" y="697"/>
                    </a:cubicBezTo>
                    <a:cubicBezTo>
                      <a:pt x="1529" y="435"/>
                      <a:pt x="1356" y="194"/>
                      <a:pt x="1047"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3"/>
              <p:cNvSpPr/>
              <p:nvPr/>
            </p:nvSpPr>
            <p:spPr>
              <a:xfrm>
                <a:off x="2384864" y="1940228"/>
                <a:ext cx="128096" cy="192314"/>
              </a:xfrm>
              <a:custGeom>
                <a:avLst/>
                <a:gdLst/>
                <a:ahLst/>
                <a:cxnLst/>
                <a:rect l="l" t="t" r="r" b="b"/>
                <a:pathLst>
                  <a:path w="1504" h="2258" extrusionOk="0">
                    <a:moveTo>
                      <a:pt x="979" y="152"/>
                    </a:moveTo>
                    <a:cubicBezTo>
                      <a:pt x="1262" y="351"/>
                      <a:pt x="1393" y="524"/>
                      <a:pt x="1393" y="765"/>
                    </a:cubicBezTo>
                    <a:cubicBezTo>
                      <a:pt x="1393" y="1027"/>
                      <a:pt x="1220" y="1288"/>
                      <a:pt x="979" y="1702"/>
                    </a:cubicBezTo>
                    <a:cubicBezTo>
                      <a:pt x="869" y="1901"/>
                      <a:pt x="718" y="2074"/>
                      <a:pt x="608" y="2116"/>
                    </a:cubicBezTo>
                    <a:cubicBezTo>
                      <a:pt x="572" y="2143"/>
                      <a:pt x="534" y="2154"/>
                      <a:pt x="496" y="2154"/>
                    </a:cubicBezTo>
                    <a:cubicBezTo>
                      <a:pt x="469" y="2154"/>
                      <a:pt x="441" y="2148"/>
                      <a:pt x="414" y="2137"/>
                    </a:cubicBezTo>
                    <a:cubicBezTo>
                      <a:pt x="372" y="2116"/>
                      <a:pt x="304" y="2053"/>
                      <a:pt x="241" y="1943"/>
                    </a:cubicBezTo>
                    <a:cubicBezTo>
                      <a:pt x="131" y="1744"/>
                      <a:pt x="131" y="1592"/>
                      <a:pt x="173" y="1461"/>
                    </a:cubicBezTo>
                    <a:cubicBezTo>
                      <a:pt x="215" y="1330"/>
                      <a:pt x="325" y="1178"/>
                      <a:pt x="414" y="1027"/>
                    </a:cubicBezTo>
                    <a:cubicBezTo>
                      <a:pt x="566" y="723"/>
                      <a:pt x="938" y="220"/>
                      <a:pt x="979" y="152"/>
                    </a:cubicBezTo>
                    <a:close/>
                    <a:moveTo>
                      <a:pt x="959" y="0"/>
                    </a:moveTo>
                    <a:lnTo>
                      <a:pt x="917" y="42"/>
                    </a:lnTo>
                    <a:cubicBezTo>
                      <a:pt x="917" y="42"/>
                      <a:pt x="503" y="634"/>
                      <a:pt x="304" y="958"/>
                    </a:cubicBezTo>
                    <a:cubicBezTo>
                      <a:pt x="215" y="1136"/>
                      <a:pt x="131" y="1267"/>
                      <a:pt x="63" y="1419"/>
                    </a:cubicBezTo>
                    <a:cubicBezTo>
                      <a:pt x="0" y="1592"/>
                      <a:pt x="21" y="1770"/>
                      <a:pt x="152" y="2006"/>
                    </a:cubicBezTo>
                    <a:cubicBezTo>
                      <a:pt x="215" y="2116"/>
                      <a:pt x="283" y="2205"/>
                      <a:pt x="372" y="2226"/>
                    </a:cubicBezTo>
                    <a:cubicBezTo>
                      <a:pt x="414" y="2247"/>
                      <a:pt x="462" y="2257"/>
                      <a:pt x="511" y="2257"/>
                    </a:cubicBezTo>
                    <a:cubicBezTo>
                      <a:pt x="561" y="2257"/>
                      <a:pt x="610" y="2247"/>
                      <a:pt x="655" y="2226"/>
                    </a:cubicBezTo>
                    <a:cubicBezTo>
                      <a:pt x="807" y="2163"/>
                      <a:pt x="959" y="1985"/>
                      <a:pt x="1089" y="1770"/>
                    </a:cubicBezTo>
                    <a:cubicBezTo>
                      <a:pt x="1330" y="1330"/>
                      <a:pt x="1503" y="1068"/>
                      <a:pt x="1503" y="765"/>
                    </a:cubicBezTo>
                    <a:cubicBezTo>
                      <a:pt x="1503" y="482"/>
                      <a:pt x="1330" y="241"/>
                      <a:pt x="1000" y="21"/>
                    </a:cubicBezTo>
                    <a:lnTo>
                      <a:pt x="9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3"/>
              <p:cNvSpPr/>
              <p:nvPr/>
            </p:nvSpPr>
            <p:spPr>
              <a:xfrm>
                <a:off x="2340235" y="1867920"/>
                <a:ext cx="141042" cy="199383"/>
              </a:xfrm>
              <a:custGeom>
                <a:avLst/>
                <a:gdLst/>
                <a:ahLst/>
                <a:cxnLst/>
                <a:rect l="l" t="t" r="r" b="b"/>
                <a:pathLst>
                  <a:path w="1656" h="2341" extrusionOk="0">
                    <a:moveTo>
                      <a:pt x="1090" y="1"/>
                    </a:moveTo>
                    <a:cubicBezTo>
                      <a:pt x="1090" y="1"/>
                      <a:pt x="849" y="153"/>
                      <a:pt x="608" y="456"/>
                    </a:cubicBezTo>
                    <a:cubicBezTo>
                      <a:pt x="346" y="786"/>
                      <a:pt x="283" y="1069"/>
                      <a:pt x="152" y="1394"/>
                    </a:cubicBezTo>
                    <a:cubicBezTo>
                      <a:pt x="0" y="1724"/>
                      <a:pt x="131" y="1965"/>
                      <a:pt x="325" y="2226"/>
                    </a:cubicBezTo>
                    <a:cubicBezTo>
                      <a:pt x="379" y="2306"/>
                      <a:pt x="443" y="2341"/>
                      <a:pt x="513" y="2341"/>
                    </a:cubicBezTo>
                    <a:cubicBezTo>
                      <a:pt x="673" y="2341"/>
                      <a:pt x="865" y="2156"/>
                      <a:pt x="1048" y="1896"/>
                    </a:cubicBezTo>
                    <a:cubicBezTo>
                      <a:pt x="1289" y="1525"/>
                      <a:pt x="1634" y="1153"/>
                      <a:pt x="1634" y="786"/>
                    </a:cubicBezTo>
                    <a:cubicBezTo>
                      <a:pt x="1655" y="435"/>
                      <a:pt x="1503" y="215"/>
                      <a:pt x="1090"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3"/>
              <p:cNvSpPr/>
              <p:nvPr/>
            </p:nvSpPr>
            <p:spPr>
              <a:xfrm>
                <a:off x="2340235" y="1862128"/>
                <a:ext cx="145045" cy="209092"/>
              </a:xfrm>
              <a:custGeom>
                <a:avLst/>
                <a:gdLst/>
                <a:ahLst/>
                <a:cxnLst/>
                <a:rect l="l" t="t" r="r" b="b"/>
                <a:pathLst>
                  <a:path w="1703" h="2455" extrusionOk="0">
                    <a:moveTo>
                      <a:pt x="1090" y="132"/>
                    </a:moveTo>
                    <a:cubicBezTo>
                      <a:pt x="1263" y="242"/>
                      <a:pt x="1393" y="331"/>
                      <a:pt x="1483" y="435"/>
                    </a:cubicBezTo>
                    <a:cubicBezTo>
                      <a:pt x="1572" y="566"/>
                      <a:pt x="1592" y="676"/>
                      <a:pt x="1592" y="854"/>
                    </a:cubicBezTo>
                    <a:cubicBezTo>
                      <a:pt x="1572" y="1179"/>
                      <a:pt x="1242" y="1551"/>
                      <a:pt x="1001" y="1923"/>
                    </a:cubicBezTo>
                    <a:cubicBezTo>
                      <a:pt x="870" y="2116"/>
                      <a:pt x="739" y="2247"/>
                      <a:pt x="634" y="2315"/>
                    </a:cubicBezTo>
                    <a:cubicBezTo>
                      <a:pt x="586" y="2330"/>
                      <a:pt x="551" y="2345"/>
                      <a:pt x="518" y="2345"/>
                    </a:cubicBezTo>
                    <a:cubicBezTo>
                      <a:pt x="504" y="2345"/>
                      <a:pt x="491" y="2342"/>
                      <a:pt x="477" y="2336"/>
                    </a:cubicBezTo>
                    <a:cubicBezTo>
                      <a:pt x="435" y="2336"/>
                      <a:pt x="393" y="2315"/>
                      <a:pt x="372" y="2247"/>
                    </a:cubicBezTo>
                    <a:cubicBezTo>
                      <a:pt x="283" y="2116"/>
                      <a:pt x="194" y="2006"/>
                      <a:pt x="152" y="1875"/>
                    </a:cubicBezTo>
                    <a:cubicBezTo>
                      <a:pt x="131" y="1771"/>
                      <a:pt x="131" y="1640"/>
                      <a:pt x="194" y="1483"/>
                    </a:cubicBezTo>
                    <a:cubicBezTo>
                      <a:pt x="346" y="1137"/>
                      <a:pt x="393" y="896"/>
                      <a:pt x="655" y="566"/>
                    </a:cubicBezTo>
                    <a:cubicBezTo>
                      <a:pt x="870" y="262"/>
                      <a:pt x="1069" y="152"/>
                      <a:pt x="1090" y="132"/>
                    </a:cubicBezTo>
                    <a:close/>
                    <a:moveTo>
                      <a:pt x="1069" y="1"/>
                    </a:moveTo>
                    <a:lnTo>
                      <a:pt x="1048" y="22"/>
                    </a:lnTo>
                    <a:cubicBezTo>
                      <a:pt x="1048" y="22"/>
                      <a:pt x="807" y="173"/>
                      <a:pt x="566" y="503"/>
                    </a:cubicBezTo>
                    <a:cubicBezTo>
                      <a:pt x="304" y="828"/>
                      <a:pt x="241" y="1116"/>
                      <a:pt x="84" y="1441"/>
                    </a:cubicBezTo>
                    <a:cubicBezTo>
                      <a:pt x="21" y="1614"/>
                      <a:pt x="0" y="1771"/>
                      <a:pt x="42" y="1923"/>
                    </a:cubicBezTo>
                    <a:cubicBezTo>
                      <a:pt x="84" y="2053"/>
                      <a:pt x="173" y="2184"/>
                      <a:pt x="262" y="2315"/>
                    </a:cubicBezTo>
                    <a:cubicBezTo>
                      <a:pt x="325" y="2399"/>
                      <a:pt x="393" y="2446"/>
                      <a:pt x="456" y="2446"/>
                    </a:cubicBezTo>
                    <a:cubicBezTo>
                      <a:pt x="476" y="2452"/>
                      <a:pt x="497" y="2455"/>
                      <a:pt x="519" y="2455"/>
                    </a:cubicBezTo>
                    <a:cubicBezTo>
                      <a:pt x="572" y="2455"/>
                      <a:pt x="628" y="2440"/>
                      <a:pt x="676" y="2425"/>
                    </a:cubicBezTo>
                    <a:cubicBezTo>
                      <a:pt x="828" y="2336"/>
                      <a:pt x="959" y="2184"/>
                      <a:pt x="1090" y="1985"/>
                    </a:cubicBezTo>
                    <a:cubicBezTo>
                      <a:pt x="1331" y="1614"/>
                      <a:pt x="1682" y="1247"/>
                      <a:pt x="1702" y="854"/>
                    </a:cubicBezTo>
                    <a:cubicBezTo>
                      <a:pt x="1702" y="676"/>
                      <a:pt x="1655" y="503"/>
                      <a:pt x="1572" y="372"/>
                    </a:cubicBezTo>
                    <a:cubicBezTo>
                      <a:pt x="1462" y="242"/>
                      <a:pt x="1331" y="132"/>
                      <a:pt x="1111" y="22"/>
                    </a:cubicBezTo>
                    <a:lnTo>
                      <a:pt x="1069"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3"/>
              <p:cNvSpPr/>
              <p:nvPr/>
            </p:nvSpPr>
            <p:spPr>
              <a:xfrm>
                <a:off x="1031615" y="2202633"/>
                <a:ext cx="758354" cy="758780"/>
              </a:xfrm>
              <a:custGeom>
                <a:avLst/>
                <a:gdLst/>
                <a:ahLst/>
                <a:cxnLst/>
                <a:rect l="l" t="t" r="r" b="b"/>
                <a:pathLst>
                  <a:path w="8904" h="8909" extrusionOk="0">
                    <a:moveTo>
                      <a:pt x="1517" y="0"/>
                    </a:moveTo>
                    <a:cubicBezTo>
                      <a:pt x="1174" y="0"/>
                      <a:pt x="1088" y="135"/>
                      <a:pt x="786" y="606"/>
                    </a:cubicBezTo>
                    <a:cubicBezTo>
                      <a:pt x="330" y="1350"/>
                      <a:pt x="0" y="4581"/>
                      <a:pt x="419" y="6497"/>
                    </a:cubicBezTo>
                    <a:cubicBezTo>
                      <a:pt x="854" y="8419"/>
                      <a:pt x="1226" y="8723"/>
                      <a:pt x="2708" y="8875"/>
                    </a:cubicBezTo>
                    <a:cubicBezTo>
                      <a:pt x="2968" y="8898"/>
                      <a:pt x="3317" y="8909"/>
                      <a:pt x="3716" y="8909"/>
                    </a:cubicBezTo>
                    <a:cubicBezTo>
                      <a:pt x="5597" y="8909"/>
                      <a:pt x="8601" y="8668"/>
                      <a:pt x="8709" y="8309"/>
                    </a:cubicBezTo>
                    <a:cubicBezTo>
                      <a:pt x="8861" y="7875"/>
                      <a:pt x="8903" y="7021"/>
                      <a:pt x="8359" y="5780"/>
                    </a:cubicBezTo>
                    <a:cubicBezTo>
                      <a:pt x="7814" y="4513"/>
                      <a:pt x="7641" y="4078"/>
                      <a:pt x="7683" y="2983"/>
                    </a:cubicBezTo>
                    <a:cubicBezTo>
                      <a:pt x="7751" y="1915"/>
                      <a:pt x="7814" y="784"/>
                      <a:pt x="6856" y="391"/>
                    </a:cubicBezTo>
                    <a:cubicBezTo>
                      <a:pt x="6856" y="391"/>
                      <a:pt x="3472" y="192"/>
                      <a:pt x="2336" y="82"/>
                    </a:cubicBezTo>
                    <a:cubicBezTo>
                      <a:pt x="1947" y="37"/>
                      <a:pt x="1697" y="0"/>
                      <a:pt x="1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3"/>
              <p:cNvSpPr/>
              <p:nvPr/>
            </p:nvSpPr>
            <p:spPr>
              <a:xfrm>
                <a:off x="1042772" y="2197608"/>
                <a:ext cx="752988" cy="769341"/>
              </a:xfrm>
              <a:custGeom>
                <a:avLst/>
                <a:gdLst/>
                <a:ahLst/>
                <a:cxnLst/>
                <a:rect l="l" t="t" r="r" b="b"/>
                <a:pathLst>
                  <a:path w="8841" h="9033" extrusionOk="0">
                    <a:moveTo>
                      <a:pt x="1373" y="124"/>
                    </a:moveTo>
                    <a:cubicBezTo>
                      <a:pt x="1544" y="124"/>
                      <a:pt x="1803" y="155"/>
                      <a:pt x="2205" y="188"/>
                    </a:cubicBezTo>
                    <a:cubicBezTo>
                      <a:pt x="3341" y="293"/>
                      <a:pt x="6704" y="513"/>
                      <a:pt x="6725" y="513"/>
                    </a:cubicBezTo>
                    <a:cubicBezTo>
                      <a:pt x="7159" y="686"/>
                      <a:pt x="7379" y="1058"/>
                      <a:pt x="7463" y="1518"/>
                    </a:cubicBezTo>
                    <a:cubicBezTo>
                      <a:pt x="7552" y="1953"/>
                      <a:pt x="7531" y="2519"/>
                      <a:pt x="7510" y="3042"/>
                    </a:cubicBezTo>
                    <a:cubicBezTo>
                      <a:pt x="7442" y="4137"/>
                      <a:pt x="7641" y="4593"/>
                      <a:pt x="8186" y="5860"/>
                    </a:cubicBezTo>
                    <a:cubicBezTo>
                      <a:pt x="8709" y="7101"/>
                      <a:pt x="8688" y="7934"/>
                      <a:pt x="8536" y="8347"/>
                    </a:cubicBezTo>
                    <a:cubicBezTo>
                      <a:pt x="8536" y="8368"/>
                      <a:pt x="8510" y="8389"/>
                      <a:pt x="8489" y="8410"/>
                    </a:cubicBezTo>
                    <a:cubicBezTo>
                      <a:pt x="8447" y="8436"/>
                      <a:pt x="8406" y="8457"/>
                      <a:pt x="8337" y="8478"/>
                    </a:cubicBezTo>
                    <a:cubicBezTo>
                      <a:pt x="8186" y="8520"/>
                      <a:pt x="8013" y="8567"/>
                      <a:pt x="7793" y="8609"/>
                    </a:cubicBezTo>
                    <a:cubicBezTo>
                      <a:pt x="7332" y="8698"/>
                      <a:pt x="6725" y="8761"/>
                      <a:pt x="6070" y="8829"/>
                    </a:cubicBezTo>
                    <a:cubicBezTo>
                      <a:pt x="5271" y="8881"/>
                      <a:pt x="4405" y="8919"/>
                      <a:pt x="3685" y="8919"/>
                    </a:cubicBezTo>
                    <a:cubicBezTo>
                      <a:pt x="3245" y="8919"/>
                      <a:pt x="2859" y="8905"/>
                      <a:pt x="2577" y="8871"/>
                    </a:cubicBezTo>
                    <a:cubicBezTo>
                      <a:pt x="1833" y="8803"/>
                      <a:pt x="1399" y="8698"/>
                      <a:pt x="1074" y="8368"/>
                    </a:cubicBezTo>
                    <a:cubicBezTo>
                      <a:pt x="744" y="8044"/>
                      <a:pt x="550" y="7494"/>
                      <a:pt x="351" y="6535"/>
                    </a:cubicBezTo>
                    <a:cubicBezTo>
                      <a:pt x="131" y="5598"/>
                      <a:pt x="110" y="4310"/>
                      <a:pt x="199" y="3173"/>
                    </a:cubicBezTo>
                    <a:cubicBezTo>
                      <a:pt x="241" y="2608"/>
                      <a:pt x="330" y="2084"/>
                      <a:pt x="419" y="1649"/>
                    </a:cubicBezTo>
                    <a:cubicBezTo>
                      <a:pt x="503" y="1210"/>
                      <a:pt x="592" y="864"/>
                      <a:pt x="702" y="712"/>
                    </a:cubicBezTo>
                    <a:cubicBezTo>
                      <a:pt x="812" y="513"/>
                      <a:pt x="896" y="382"/>
                      <a:pt x="985" y="293"/>
                    </a:cubicBezTo>
                    <a:cubicBezTo>
                      <a:pt x="1048" y="209"/>
                      <a:pt x="1116" y="162"/>
                      <a:pt x="1205" y="141"/>
                    </a:cubicBezTo>
                    <a:cubicBezTo>
                      <a:pt x="1249" y="129"/>
                      <a:pt x="1304" y="124"/>
                      <a:pt x="1373" y="124"/>
                    </a:cubicBezTo>
                    <a:close/>
                    <a:moveTo>
                      <a:pt x="1411" y="0"/>
                    </a:moveTo>
                    <a:cubicBezTo>
                      <a:pt x="1314" y="0"/>
                      <a:pt x="1233" y="10"/>
                      <a:pt x="1158" y="31"/>
                    </a:cubicBezTo>
                    <a:cubicBezTo>
                      <a:pt x="1048" y="78"/>
                      <a:pt x="964" y="120"/>
                      <a:pt x="896" y="230"/>
                    </a:cubicBezTo>
                    <a:cubicBezTo>
                      <a:pt x="812" y="340"/>
                      <a:pt x="723" y="471"/>
                      <a:pt x="613" y="644"/>
                    </a:cubicBezTo>
                    <a:cubicBezTo>
                      <a:pt x="482" y="843"/>
                      <a:pt x="393" y="1189"/>
                      <a:pt x="288" y="1628"/>
                    </a:cubicBezTo>
                    <a:cubicBezTo>
                      <a:pt x="199" y="2063"/>
                      <a:pt x="131" y="2587"/>
                      <a:pt x="89" y="3152"/>
                    </a:cubicBezTo>
                    <a:cubicBezTo>
                      <a:pt x="0" y="4310"/>
                      <a:pt x="27" y="5598"/>
                      <a:pt x="241" y="6577"/>
                    </a:cubicBezTo>
                    <a:cubicBezTo>
                      <a:pt x="440" y="7541"/>
                      <a:pt x="634" y="8107"/>
                      <a:pt x="985" y="8457"/>
                    </a:cubicBezTo>
                    <a:cubicBezTo>
                      <a:pt x="1336" y="8803"/>
                      <a:pt x="1812" y="8913"/>
                      <a:pt x="2556" y="9002"/>
                    </a:cubicBezTo>
                    <a:cubicBezTo>
                      <a:pt x="2808" y="9023"/>
                      <a:pt x="3136" y="9032"/>
                      <a:pt x="3510" y="9032"/>
                    </a:cubicBezTo>
                    <a:cubicBezTo>
                      <a:pt x="4268" y="9032"/>
                      <a:pt x="5214" y="8994"/>
                      <a:pt x="6091" y="8934"/>
                    </a:cubicBezTo>
                    <a:cubicBezTo>
                      <a:pt x="6745" y="8871"/>
                      <a:pt x="7332" y="8803"/>
                      <a:pt x="7793" y="8719"/>
                    </a:cubicBezTo>
                    <a:cubicBezTo>
                      <a:pt x="8034" y="8672"/>
                      <a:pt x="8228" y="8630"/>
                      <a:pt x="8358" y="8588"/>
                    </a:cubicBezTo>
                    <a:cubicBezTo>
                      <a:pt x="8447" y="8567"/>
                      <a:pt x="8489" y="8520"/>
                      <a:pt x="8536" y="8499"/>
                    </a:cubicBezTo>
                    <a:cubicBezTo>
                      <a:pt x="8578" y="8478"/>
                      <a:pt x="8620" y="8436"/>
                      <a:pt x="8641" y="8389"/>
                    </a:cubicBezTo>
                    <a:cubicBezTo>
                      <a:pt x="8798" y="7934"/>
                      <a:pt x="8840" y="7080"/>
                      <a:pt x="8296" y="5818"/>
                    </a:cubicBezTo>
                    <a:cubicBezTo>
                      <a:pt x="7751" y="4551"/>
                      <a:pt x="7573" y="4137"/>
                      <a:pt x="7620" y="3069"/>
                    </a:cubicBezTo>
                    <a:cubicBezTo>
                      <a:pt x="7641" y="2519"/>
                      <a:pt x="7662" y="1953"/>
                      <a:pt x="7573" y="1471"/>
                    </a:cubicBezTo>
                    <a:cubicBezTo>
                      <a:pt x="7489" y="1016"/>
                      <a:pt x="7248" y="602"/>
                      <a:pt x="6745" y="403"/>
                    </a:cubicBezTo>
                    <a:lnTo>
                      <a:pt x="6725" y="403"/>
                    </a:lnTo>
                    <a:cubicBezTo>
                      <a:pt x="6725" y="403"/>
                      <a:pt x="3341" y="188"/>
                      <a:pt x="2205" y="78"/>
                    </a:cubicBezTo>
                    <a:cubicBezTo>
                      <a:pt x="1834" y="34"/>
                      <a:pt x="1594" y="0"/>
                      <a:pt x="141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3"/>
              <p:cNvSpPr/>
              <p:nvPr/>
            </p:nvSpPr>
            <p:spPr>
              <a:xfrm>
                <a:off x="1118998" y="2069770"/>
                <a:ext cx="535379" cy="319388"/>
              </a:xfrm>
              <a:custGeom>
                <a:avLst/>
                <a:gdLst/>
                <a:ahLst/>
                <a:cxnLst/>
                <a:rect l="l" t="t" r="r" b="b"/>
                <a:pathLst>
                  <a:path w="6286" h="3750" extrusionOk="0">
                    <a:moveTo>
                      <a:pt x="1108" y="0"/>
                    </a:moveTo>
                    <a:cubicBezTo>
                      <a:pt x="909" y="0"/>
                      <a:pt x="745" y="32"/>
                      <a:pt x="614" y="118"/>
                    </a:cubicBezTo>
                    <a:cubicBezTo>
                      <a:pt x="310" y="333"/>
                      <a:pt x="90" y="1056"/>
                      <a:pt x="48" y="1380"/>
                    </a:cubicBezTo>
                    <a:cubicBezTo>
                      <a:pt x="1" y="1731"/>
                      <a:pt x="90" y="1951"/>
                      <a:pt x="504" y="2082"/>
                    </a:cubicBezTo>
                    <a:cubicBezTo>
                      <a:pt x="938" y="2234"/>
                      <a:pt x="1902" y="2475"/>
                      <a:pt x="2577" y="2758"/>
                    </a:cubicBezTo>
                    <a:cubicBezTo>
                      <a:pt x="3232" y="3040"/>
                      <a:pt x="3819" y="3475"/>
                      <a:pt x="4128" y="3653"/>
                    </a:cubicBezTo>
                    <a:cubicBezTo>
                      <a:pt x="4243" y="3719"/>
                      <a:pt x="4337" y="3750"/>
                      <a:pt x="4418" y="3750"/>
                    </a:cubicBezTo>
                    <a:cubicBezTo>
                      <a:pt x="4551" y="3750"/>
                      <a:pt x="4651" y="3668"/>
                      <a:pt x="4761" y="3522"/>
                    </a:cubicBezTo>
                    <a:cubicBezTo>
                      <a:pt x="4934" y="3281"/>
                      <a:pt x="5416" y="2669"/>
                      <a:pt x="5850" y="2234"/>
                    </a:cubicBezTo>
                    <a:cubicBezTo>
                      <a:pt x="6285" y="1820"/>
                      <a:pt x="6285" y="1621"/>
                      <a:pt x="6264" y="1380"/>
                    </a:cubicBezTo>
                    <a:cubicBezTo>
                      <a:pt x="6243" y="1118"/>
                      <a:pt x="5678" y="878"/>
                      <a:pt x="5238" y="726"/>
                    </a:cubicBezTo>
                    <a:cubicBezTo>
                      <a:pt x="4824" y="574"/>
                      <a:pt x="3473" y="249"/>
                      <a:pt x="2949" y="118"/>
                    </a:cubicBezTo>
                    <a:cubicBezTo>
                      <a:pt x="2782" y="82"/>
                      <a:pt x="2629" y="69"/>
                      <a:pt x="2499" y="69"/>
                    </a:cubicBezTo>
                    <a:cubicBezTo>
                      <a:pt x="2240" y="69"/>
                      <a:pt x="2075" y="118"/>
                      <a:pt x="2075" y="118"/>
                    </a:cubicBezTo>
                    <a:cubicBezTo>
                      <a:pt x="1691" y="56"/>
                      <a:pt x="1370" y="0"/>
                      <a:pt x="11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3"/>
              <p:cNvSpPr/>
              <p:nvPr/>
            </p:nvSpPr>
            <p:spPr>
              <a:xfrm>
                <a:off x="1115421" y="2064659"/>
                <a:ext cx="544747" cy="329693"/>
              </a:xfrm>
              <a:custGeom>
                <a:avLst/>
                <a:gdLst/>
                <a:ahLst/>
                <a:cxnLst/>
                <a:rect l="l" t="t" r="r" b="b"/>
                <a:pathLst>
                  <a:path w="6396" h="3871" extrusionOk="0">
                    <a:moveTo>
                      <a:pt x="1242" y="110"/>
                    </a:moveTo>
                    <a:cubicBezTo>
                      <a:pt x="1462" y="131"/>
                      <a:pt x="1766" y="178"/>
                      <a:pt x="2096" y="241"/>
                    </a:cubicBezTo>
                    <a:lnTo>
                      <a:pt x="2159" y="241"/>
                    </a:lnTo>
                    <a:lnTo>
                      <a:pt x="2159" y="220"/>
                    </a:lnTo>
                    <a:cubicBezTo>
                      <a:pt x="2201" y="220"/>
                      <a:pt x="2333" y="186"/>
                      <a:pt x="2536" y="186"/>
                    </a:cubicBezTo>
                    <a:cubicBezTo>
                      <a:pt x="2662" y="186"/>
                      <a:pt x="2815" y="199"/>
                      <a:pt x="2991" y="241"/>
                    </a:cubicBezTo>
                    <a:cubicBezTo>
                      <a:pt x="3494" y="351"/>
                      <a:pt x="4866" y="676"/>
                      <a:pt x="5259" y="833"/>
                    </a:cubicBezTo>
                    <a:cubicBezTo>
                      <a:pt x="5479" y="917"/>
                      <a:pt x="5720" y="1027"/>
                      <a:pt x="5913" y="1116"/>
                    </a:cubicBezTo>
                    <a:cubicBezTo>
                      <a:pt x="6023" y="1178"/>
                      <a:pt x="6112" y="1226"/>
                      <a:pt x="6154" y="1288"/>
                    </a:cubicBezTo>
                    <a:cubicBezTo>
                      <a:pt x="6217" y="1330"/>
                      <a:pt x="6243" y="1398"/>
                      <a:pt x="6264" y="1440"/>
                    </a:cubicBezTo>
                    <a:cubicBezTo>
                      <a:pt x="6264" y="1571"/>
                      <a:pt x="6264" y="1660"/>
                      <a:pt x="6217" y="1770"/>
                    </a:cubicBezTo>
                    <a:cubicBezTo>
                      <a:pt x="6175" y="1901"/>
                      <a:pt x="6065" y="2053"/>
                      <a:pt x="5851" y="2273"/>
                    </a:cubicBezTo>
                    <a:cubicBezTo>
                      <a:pt x="5411" y="2708"/>
                      <a:pt x="4934" y="3320"/>
                      <a:pt x="4756" y="3556"/>
                    </a:cubicBezTo>
                    <a:cubicBezTo>
                      <a:pt x="4672" y="3666"/>
                      <a:pt x="4604" y="3734"/>
                      <a:pt x="4515" y="3755"/>
                    </a:cubicBezTo>
                    <a:cubicBezTo>
                      <a:pt x="4496" y="3760"/>
                      <a:pt x="4476" y="3763"/>
                      <a:pt x="4455" y="3763"/>
                    </a:cubicBezTo>
                    <a:cubicBezTo>
                      <a:pt x="4386" y="3763"/>
                      <a:pt x="4307" y="3734"/>
                      <a:pt x="4190" y="3666"/>
                    </a:cubicBezTo>
                    <a:cubicBezTo>
                      <a:pt x="3908" y="3493"/>
                      <a:pt x="3316" y="3059"/>
                      <a:pt x="2640" y="2771"/>
                    </a:cubicBezTo>
                    <a:cubicBezTo>
                      <a:pt x="1965" y="2488"/>
                      <a:pt x="980" y="2226"/>
                      <a:pt x="567" y="2095"/>
                    </a:cubicBezTo>
                    <a:cubicBezTo>
                      <a:pt x="373" y="2032"/>
                      <a:pt x="263" y="1943"/>
                      <a:pt x="195" y="1833"/>
                    </a:cubicBezTo>
                    <a:cubicBezTo>
                      <a:pt x="132" y="1749"/>
                      <a:pt x="132" y="1618"/>
                      <a:pt x="153" y="1461"/>
                    </a:cubicBezTo>
                    <a:cubicBezTo>
                      <a:pt x="174" y="1288"/>
                      <a:pt x="242" y="1027"/>
                      <a:pt x="326" y="786"/>
                    </a:cubicBezTo>
                    <a:cubicBezTo>
                      <a:pt x="415" y="545"/>
                      <a:pt x="546" y="330"/>
                      <a:pt x="677" y="241"/>
                    </a:cubicBezTo>
                    <a:cubicBezTo>
                      <a:pt x="807" y="131"/>
                      <a:pt x="1006" y="110"/>
                      <a:pt x="1242" y="110"/>
                    </a:cubicBezTo>
                    <a:close/>
                    <a:moveTo>
                      <a:pt x="1242" y="0"/>
                    </a:moveTo>
                    <a:cubicBezTo>
                      <a:pt x="980" y="0"/>
                      <a:pt x="786" y="21"/>
                      <a:pt x="614" y="131"/>
                    </a:cubicBezTo>
                    <a:cubicBezTo>
                      <a:pt x="436" y="262"/>
                      <a:pt x="305" y="503"/>
                      <a:pt x="221" y="744"/>
                    </a:cubicBezTo>
                    <a:cubicBezTo>
                      <a:pt x="132" y="1006"/>
                      <a:pt x="64" y="1268"/>
                      <a:pt x="43" y="1440"/>
                    </a:cubicBezTo>
                    <a:cubicBezTo>
                      <a:pt x="1" y="1618"/>
                      <a:pt x="22" y="1770"/>
                      <a:pt x="111" y="1901"/>
                    </a:cubicBezTo>
                    <a:cubicBezTo>
                      <a:pt x="174" y="2032"/>
                      <a:pt x="326" y="2116"/>
                      <a:pt x="546" y="2205"/>
                    </a:cubicBezTo>
                    <a:cubicBezTo>
                      <a:pt x="959" y="2336"/>
                      <a:pt x="1944" y="2598"/>
                      <a:pt x="2598" y="2880"/>
                    </a:cubicBezTo>
                    <a:cubicBezTo>
                      <a:pt x="3253" y="3142"/>
                      <a:pt x="3819" y="3582"/>
                      <a:pt x="4122" y="3755"/>
                    </a:cubicBezTo>
                    <a:cubicBezTo>
                      <a:pt x="4270" y="3829"/>
                      <a:pt x="4385" y="3870"/>
                      <a:pt x="4483" y="3870"/>
                    </a:cubicBezTo>
                    <a:cubicBezTo>
                      <a:pt x="4503" y="3870"/>
                      <a:pt x="4523" y="3869"/>
                      <a:pt x="4541" y="3865"/>
                    </a:cubicBezTo>
                    <a:cubicBezTo>
                      <a:pt x="4672" y="3844"/>
                      <a:pt x="4756" y="3755"/>
                      <a:pt x="4845" y="3624"/>
                    </a:cubicBezTo>
                    <a:cubicBezTo>
                      <a:pt x="5018" y="3383"/>
                      <a:pt x="5500" y="2771"/>
                      <a:pt x="5934" y="2336"/>
                    </a:cubicBezTo>
                    <a:cubicBezTo>
                      <a:pt x="6154" y="2116"/>
                      <a:pt x="6264" y="1964"/>
                      <a:pt x="6327" y="1812"/>
                    </a:cubicBezTo>
                    <a:cubicBezTo>
                      <a:pt x="6395" y="1681"/>
                      <a:pt x="6374" y="1550"/>
                      <a:pt x="6374" y="1419"/>
                    </a:cubicBezTo>
                    <a:cubicBezTo>
                      <a:pt x="6348" y="1330"/>
                      <a:pt x="6306" y="1268"/>
                      <a:pt x="6243" y="1199"/>
                    </a:cubicBezTo>
                    <a:cubicBezTo>
                      <a:pt x="6175" y="1137"/>
                      <a:pt x="6086" y="1069"/>
                      <a:pt x="5981" y="1027"/>
                    </a:cubicBezTo>
                    <a:cubicBezTo>
                      <a:pt x="5782" y="917"/>
                      <a:pt x="5521" y="807"/>
                      <a:pt x="5301" y="744"/>
                    </a:cubicBezTo>
                    <a:cubicBezTo>
                      <a:pt x="4866" y="571"/>
                      <a:pt x="3536" y="241"/>
                      <a:pt x="3012" y="131"/>
                    </a:cubicBezTo>
                    <a:cubicBezTo>
                      <a:pt x="2817" y="82"/>
                      <a:pt x="2645" y="67"/>
                      <a:pt x="2506" y="67"/>
                    </a:cubicBezTo>
                    <a:cubicBezTo>
                      <a:pt x="2273" y="67"/>
                      <a:pt x="2130" y="110"/>
                      <a:pt x="2117" y="110"/>
                    </a:cubicBezTo>
                    <a:cubicBezTo>
                      <a:pt x="1766" y="68"/>
                      <a:pt x="1483" y="21"/>
                      <a:pt x="124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3"/>
              <p:cNvSpPr/>
              <p:nvPr/>
            </p:nvSpPr>
            <p:spPr>
              <a:xfrm>
                <a:off x="1225204" y="2086974"/>
                <a:ext cx="343916" cy="234217"/>
              </a:xfrm>
              <a:custGeom>
                <a:avLst/>
                <a:gdLst/>
                <a:ahLst/>
                <a:cxnLst/>
                <a:rect l="l" t="t" r="r" b="b"/>
                <a:pathLst>
                  <a:path w="4038" h="2750" extrusionOk="0">
                    <a:moveTo>
                      <a:pt x="1440" y="0"/>
                    </a:moveTo>
                    <a:cubicBezTo>
                      <a:pt x="1440" y="0"/>
                      <a:pt x="807" y="89"/>
                      <a:pt x="435" y="110"/>
                    </a:cubicBezTo>
                    <a:cubicBezTo>
                      <a:pt x="84" y="152"/>
                      <a:pt x="0" y="262"/>
                      <a:pt x="173" y="503"/>
                    </a:cubicBezTo>
                    <a:cubicBezTo>
                      <a:pt x="325" y="765"/>
                      <a:pt x="566" y="875"/>
                      <a:pt x="1131" y="1267"/>
                    </a:cubicBezTo>
                    <a:cubicBezTo>
                      <a:pt x="1681" y="1660"/>
                      <a:pt x="2812" y="2467"/>
                      <a:pt x="2901" y="2577"/>
                    </a:cubicBezTo>
                    <a:cubicBezTo>
                      <a:pt x="2991" y="2687"/>
                      <a:pt x="3032" y="2749"/>
                      <a:pt x="3032" y="2749"/>
                    </a:cubicBezTo>
                    <a:cubicBezTo>
                      <a:pt x="3032" y="2749"/>
                      <a:pt x="3666" y="1964"/>
                      <a:pt x="3860" y="1550"/>
                    </a:cubicBezTo>
                    <a:cubicBezTo>
                      <a:pt x="4038" y="1115"/>
                      <a:pt x="3970" y="896"/>
                      <a:pt x="3776" y="765"/>
                    </a:cubicBezTo>
                    <a:cubicBezTo>
                      <a:pt x="3577" y="634"/>
                      <a:pt x="2551" y="283"/>
                      <a:pt x="2116" y="131"/>
                    </a:cubicBezTo>
                    <a:cubicBezTo>
                      <a:pt x="1681" y="0"/>
                      <a:pt x="1440" y="0"/>
                      <a:pt x="14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3"/>
              <p:cNvSpPr/>
              <p:nvPr/>
            </p:nvSpPr>
            <p:spPr>
              <a:xfrm>
                <a:off x="1226993" y="2081608"/>
                <a:ext cx="342128" cy="247163"/>
              </a:xfrm>
              <a:custGeom>
                <a:avLst/>
                <a:gdLst/>
                <a:ahLst/>
                <a:cxnLst/>
                <a:rect l="l" t="t" r="r" b="b"/>
                <a:pathLst>
                  <a:path w="4017" h="2902" extrusionOk="0">
                    <a:moveTo>
                      <a:pt x="1419" y="110"/>
                    </a:moveTo>
                    <a:cubicBezTo>
                      <a:pt x="1440" y="110"/>
                      <a:pt x="1660" y="110"/>
                      <a:pt x="2074" y="262"/>
                    </a:cubicBezTo>
                    <a:cubicBezTo>
                      <a:pt x="2289" y="325"/>
                      <a:pt x="2661" y="456"/>
                      <a:pt x="2990" y="566"/>
                    </a:cubicBezTo>
                    <a:cubicBezTo>
                      <a:pt x="3163" y="634"/>
                      <a:pt x="3315" y="697"/>
                      <a:pt x="3446" y="739"/>
                    </a:cubicBezTo>
                    <a:cubicBezTo>
                      <a:pt x="3577" y="807"/>
                      <a:pt x="3687" y="849"/>
                      <a:pt x="3708" y="870"/>
                    </a:cubicBezTo>
                    <a:cubicBezTo>
                      <a:pt x="3818" y="938"/>
                      <a:pt x="3860" y="1000"/>
                      <a:pt x="3886" y="1110"/>
                    </a:cubicBezTo>
                    <a:cubicBezTo>
                      <a:pt x="3907" y="1220"/>
                      <a:pt x="3886" y="1372"/>
                      <a:pt x="3797" y="1571"/>
                    </a:cubicBezTo>
                    <a:cubicBezTo>
                      <a:pt x="3687" y="1786"/>
                      <a:pt x="3493" y="2074"/>
                      <a:pt x="3315" y="2336"/>
                    </a:cubicBezTo>
                    <a:cubicBezTo>
                      <a:pt x="3163" y="2551"/>
                      <a:pt x="3053" y="2681"/>
                      <a:pt x="3011" y="2702"/>
                    </a:cubicBezTo>
                    <a:cubicBezTo>
                      <a:pt x="2990" y="2681"/>
                      <a:pt x="2990" y="2681"/>
                      <a:pt x="2922" y="2598"/>
                    </a:cubicBezTo>
                    <a:cubicBezTo>
                      <a:pt x="2901" y="2572"/>
                      <a:pt x="2880" y="2551"/>
                      <a:pt x="2839" y="2530"/>
                    </a:cubicBezTo>
                    <a:cubicBezTo>
                      <a:pt x="2791" y="2488"/>
                      <a:pt x="2750" y="2441"/>
                      <a:pt x="2681" y="2399"/>
                    </a:cubicBezTo>
                    <a:cubicBezTo>
                      <a:pt x="2551" y="2310"/>
                      <a:pt x="2378" y="2179"/>
                      <a:pt x="2205" y="2048"/>
                    </a:cubicBezTo>
                    <a:cubicBezTo>
                      <a:pt x="1833" y="1786"/>
                      <a:pt x="1419" y="1482"/>
                      <a:pt x="1137" y="1288"/>
                    </a:cubicBezTo>
                    <a:cubicBezTo>
                      <a:pt x="587" y="896"/>
                      <a:pt x="351" y="786"/>
                      <a:pt x="194" y="545"/>
                    </a:cubicBezTo>
                    <a:cubicBezTo>
                      <a:pt x="152" y="477"/>
                      <a:pt x="131" y="435"/>
                      <a:pt x="110" y="393"/>
                    </a:cubicBezTo>
                    <a:cubicBezTo>
                      <a:pt x="110" y="372"/>
                      <a:pt x="110" y="346"/>
                      <a:pt x="131" y="325"/>
                    </a:cubicBezTo>
                    <a:cubicBezTo>
                      <a:pt x="152" y="304"/>
                      <a:pt x="262" y="262"/>
                      <a:pt x="435" y="241"/>
                    </a:cubicBezTo>
                    <a:cubicBezTo>
                      <a:pt x="786" y="194"/>
                      <a:pt x="1419" y="110"/>
                      <a:pt x="1419" y="110"/>
                    </a:cubicBezTo>
                    <a:close/>
                    <a:moveTo>
                      <a:pt x="1419" y="0"/>
                    </a:moveTo>
                    <a:cubicBezTo>
                      <a:pt x="1419" y="0"/>
                      <a:pt x="786" y="84"/>
                      <a:pt x="414" y="131"/>
                    </a:cubicBezTo>
                    <a:cubicBezTo>
                      <a:pt x="241" y="131"/>
                      <a:pt x="110" y="173"/>
                      <a:pt x="42" y="262"/>
                    </a:cubicBezTo>
                    <a:cubicBezTo>
                      <a:pt x="0" y="304"/>
                      <a:pt x="0" y="372"/>
                      <a:pt x="0" y="435"/>
                    </a:cubicBezTo>
                    <a:cubicBezTo>
                      <a:pt x="21" y="477"/>
                      <a:pt x="42" y="545"/>
                      <a:pt x="89" y="608"/>
                    </a:cubicBezTo>
                    <a:cubicBezTo>
                      <a:pt x="283" y="870"/>
                      <a:pt x="524" y="979"/>
                      <a:pt x="1069" y="1372"/>
                    </a:cubicBezTo>
                    <a:cubicBezTo>
                      <a:pt x="1351" y="1571"/>
                      <a:pt x="1765" y="1875"/>
                      <a:pt x="2137" y="2137"/>
                    </a:cubicBezTo>
                    <a:cubicBezTo>
                      <a:pt x="2315" y="2268"/>
                      <a:pt x="2488" y="2399"/>
                      <a:pt x="2619" y="2488"/>
                    </a:cubicBezTo>
                    <a:cubicBezTo>
                      <a:pt x="2661" y="2551"/>
                      <a:pt x="2729" y="2572"/>
                      <a:pt x="2770" y="2619"/>
                    </a:cubicBezTo>
                    <a:cubicBezTo>
                      <a:pt x="2812" y="2640"/>
                      <a:pt x="2839" y="2681"/>
                      <a:pt x="2839" y="2681"/>
                    </a:cubicBezTo>
                    <a:cubicBezTo>
                      <a:pt x="2922" y="2791"/>
                      <a:pt x="2970" y="2833"/>
                      <a:pt x="2970" y="2833"/>
                    </a:cubicBezTo>
                    <a:lnTo>
                      <a:pt x="3011" y="2901"/>
                    </a:lnTo>
                    <a:lnTo>
                      <a:pt x="3053" y="2833"/>
                    </a:lnTo>
                    <a:cubicBezTo>
                      <a:pt x="3053" y="2833"/>
                      <a:pt x="3231" y="2640"/>
                      <a:pt x="3404" y="2399"/>
                    </a:cubicBezTo>
                    <a:cubicBezTo>
                      <a:pt x="3577" y="2137"/>
                      <a:pt x="3797" y="1854"/>
                      <a:pt x="3886" y="1634"/>
                    </a:cubicBezTo>
                    <a:cubicBezTo>
                      <a:pt x="3991" y="1419"/>
                      <a:pt x="4017" y="1241"/>
                      <a:pt x="3991" y="1089"/>
                    </a:cubicBezTo>
                    <a:cubicBezTo>
                      <a:pt x="3970" y="959"/>
                      <a:pt x="3886" y="849"/>
                      <a:pt x="3776" y="786"/>
                    </a:cubicBezTo>
                    <a:cubicBezTo>
                      <a:pt x="3729" y="739"/>
                      <a:pt x="3624" y="697"/>
                      <a:pt x="3493" y="634"/>
                    </a:cubicBezTo>
                    <a:cubicBezTo>
                      <a:pt x="3362" y="587"/>
                      <a:pt x="3205" y="524"/>
                      <a:pt x="3032" y="456"/>
                    </a:cubicBezTo>
                    <a:cubicBezTo>
                      <a:pt x="2708" y="346"/>
                      <a:pt x="2336" y="215"/>
                      <a:pt x="2116" y="152"/>
                    </a:cubicBezTo>
                    <a:cubicBezTo>
                      <a:pt x="1681" y="0"/>
                      <a:pt x="1419" y="0"/>
                      <a:pt x="141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3"/>
              <p:cNvSpPr/>
              <p:nvPr/>
            </p:nvSpPr>
            <p:spPr>
              <a:xfrm>
                <a:off x="1351424" y="2215408"/>
                <a:ext cx="186096" cy="105781"/>
              </a:xfrm>
              <a:custGeom>
                <a:avLst/>
                <a:gdLst/>
                <a:ahLst/>
                <a:cxnLst/>
                <a:rect l="l" t="t" r="r" b="b"/>
                <a:pathLst>
                  <a:path w="2185" h="1242" extrusionOk="0">
                    <a:moveTo>
                      <a:pt x="0" y="0"/>
                    </a:moveTo>
                    <a:lnTo>
                      <a:pt x="0" y="0"/>
                    </a:lnTo>
                    <a:cubicBezTo>
                      <a:pt x="566" y="414"/>
                      <a:pt x="1351" y="980"/>
                      <a:pt x="1419" y="1069"/>
                    </a:cubicBezTo>
                    <a:cubicBezTo>
                      <a:pt x="1509" y="1179"/>
                      <a:pt x="1550" y="1241"/>
                      <a:pt x="1550" y="1241"/>
                    </a:cubicBezTo>
                    <a:cubicBezTo>
                      <a:pt x="1550" y="1241"/>
                      <a:pt x="1922" y="786"/>
                      <a:pt x="2184" y="372"/>
                    </a:cubicBezTo>
                    <a:cubicBezTo>
                      <a:pt x="2032" y="325"/>
                      <a:pt x="1854" y="283"/>
                      <a:pt x="1639" y="215"/>
                    </a:cubicBezTo>
                    <a:cubicBezTo>
                      <a:pt x="1179" y="110"/>
                      <a:pt x="482" y="42"/>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3"/>
              <p:cNvSpPr/>
              <p:nvPr/>
            </p:nvSpPr>
            <p:spPr>
              <a:xfrm>
                <a:off x="1332687" y="2209617"/>
                <a:ext cx="211903" cy="119153"/>
              </a:xfrm>
              <a:custGeom>
                <a:avLst/>
                <a:gdLst/>
                <a:ahLst/>
                <a:cxnLst/>
                <a:rect l="l" t="t" r="r" b="b"/>
                <a:pathLst>
                  <a:path w="2488" h="1399" extrusionOk="0">
                    <a:moveTo>
                      <a:pt x="419" y="152"/>
                    </a:moveTo>
                    <a:cubicBezTo>
                      <a:pt x="875" y="199"/>
                      <a:pt x="1440" y="262"/>
                      <a:pt x="1859" y="351"/>
                    </a:cubicBezTo>
                    <a:cubicBezTo>
                      <a:pt x="2032" y="393"/>
                      <a:pt x="2184" y="440"/>
                      <a:pt x="2315" y="482"/>
                    </a:cubicBezTo>
                    <a:cubicBezTo>
                      <a:pt x="2074" y="833"/>
                      <a:pt x="1812" y="1158"/>
                      <a:pt x="1770" y="1199"/>
                    </a:cubicBezTo>
                    <a:cubicBezTo>
                      <a:pt x="1749" y="1178"/>
                      <a:pt x="1749" y="1178"/>
                      <a:pt x="1681" y="1095"/>
                    </a:cubicBezTo>
                    <a:cubicBezTo>
                      <a:pt x="1660" y="1069"/>
                      <a:pt x="1598" y="1027"/>
                      <a:pt x="1509" y="938"/>
                    </a:cubicBezTo>
                    <a:cubicBezTo>
                      <a:pt x="1399" y="875"/>
                      <a:pt x="1289" y="786"/>
                      <a:pt x="1158" y="676"/>
                    </a:cubicBezTo>
                    <a:cubicBezTo>
                      <a:pt x="917" y="524"/>
                      <a:pt x="655" y="330"/>
                      <a:pt x="419" y="152"/>
                    </a:cubicBezTo>
                    <a:close/>
                    <a:moveTo>
                      <a:pt x="0" y="0"/>
                    </a:moveTo>
                    <a:lnTo>
                      <a:pt x="178" y="131"/>
                    </a:lnTo>
                    <a:cubicBezTo>
                      <a:pt x="461" y="330"/>
                      <a:pt x="812" y="571"/>
                      <a:pt x="1074" y="786"/>
                    </a:cubicBezTo>
                    <a:cubicBezTo>
                      <a:pt x="1226" y="875"/>
                      <a:pt x="1336" y="964"/>
                      <a:pt x="1440" y="1048"/>
                    </a:cubicBezTo>
                    <a:cubicBezTo>
                      <a:pt x="1529" y="1116"/>
                      <a:pt x="1598" y="1158"/>
                      <a:pt x="1598" y="1178"/>
                    </a:cubicBezTo>
                    <a:cubicBezTo>
                      <a:pt x="1681" y="1288"/>
                      <a:pt x="1729" y="1330"/>
                      <a:pt x="1729" y="1330"/>
                    </a:cubicBezTo>
                    <a:lnTo>
                      <a:pt x="1770" y="1398"/>
                    </a:lnTo>
                    <a:lnTo>
                      <a:pt x="1812" y="1330"/>
                    </a:lnTo>
                    <a:cubicBezTo>
                      <a:pt x="1812" y="1330"/>
                      <a:pt x="2184" y="875"/>
                      <a:pt x="2446" y="482"/>
                    </a:cubicBezTo>
                    <a:lnTo>
                      <a:pt x="2488" y="414"/>
                    </a:lnTo>
                    <a:lnTo>
                      <a:pt x="2425" y="393"/>
                    </a:lnTo>
                    <a:cubicBezTo>
                      <a:pt x="2273" y="351"/>
                      <a:pt x="2095" y="283"/>
                      <a:pt x="1880" y="241"/>
                    </a:cubicBezTo>
                    <a:cubicBezTo>
                      <a:pt x="1399" y="131"/>
                      <a:pt x="723" y="68"/>
                      <a:pt x="220" y="21"/>
                    </a:cubicBezTo>
                    <a:lnTo>
                      <a:pt x="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3"/>
              <p:cNvSpPr/>
              <p:nvPr/>
            </p:nvSpPr>
            <p:spPr>
              <a:xfrm>
                <a:off x="1288059" y="2086974"/>
                <a:ext cx="200831" cy="181582"/>
              </a:xfrm>
              <a:custGeom>
                <a:avLst/>
                <a:gdLst/>
                <a:ahLst/>
                <a:cxnLst/>
                <a:rect l="l" t="t" r="r" b="b"/>
                <a:pathLst>
                  <a:path w="2358" h="2132" extrusionOk="0">
                    <a:moveTo>
                      <a:pt x="702" y="0"/>
                    </a:moveTo>
                    <a:cubicBezTo>
                      <a:pt x="592" y="199"/>
                      <a:pt x="352" y="634"/>
                      <a:pt x="200" y="833"/>
                    </a:cubicBezTo>
                    <a:cubicBezTo>
                      <a:pt x="132" y="937"/>
                      <a:pt x="69" y="985"/>
                      <a:pt x="1" y="1006"/>
                    </a:cubicBezTo>
                    <a:cubicBezTo>
                      <a:pt x="111" y="1068"/>
                      <a:pt x="242" y="1157"/>
                      <a:pt x="393" y="1267"/>
                    </a:cubicBezTo>
                    <a:cubicBezTo>
                      <a:pt x="681" y="1487"/>
                      <a:pt x="1158" y="1812"/>
                      <a:pt x="1551" y="2095"/>
                    </a:cubicBezTo>
                    <a:cubicBezTo>
                      <a:pt x="1572" y="2095"/>
                      <a:pt x="1598" y="2116"/>
                      <a:pt x="1619" y="2116"/>
                    </a:cubicBezTo>
                    <a:cubicBezTo>
                      <a:pt x="1702" y="2127"/>
                      <a:pt x="1777" y="2132"/>
                      <a:pt x="1845" y="2132"/>
                    </a:cubicBezTo>
                    <a:cubicBezTo>
                      <a:pt x="2193" y="2132"/>
                      <a:pt x="2357" y="2011"/>
                      <a:pt x="2357" y="2011"/>
                    </a:cubicBezTo>
                    <a:cubicBezTo>
                      <a:pt x="2357" y="2011"/>
                      <a:pt x="2122" y="1660"/>
                      <a:pt x="2095" y="1440"/>
                    </a:cubicBezTo>
                    <a:cubicBezTo>
                      <a:pt x="2074" y="1246"/>
                      <a:pt x="2095" y="1136"/>
                      <a:pt x="2315" y="723"/>
                    </a:cubicBezTo>
                    <a:lnTo>
                      <a:pt x="2294" y="702"/>
                    </a:lnTo>
                    <a:cubicBezTo>
                      <a:pt x="2294" y="702"/>
                      <a:pt x="1902" y="524"/>
                      <a:pt x="1467" y="330"/>
                    </a:cubicBezTo>
                    <a:cubicBezTo>
                      <a:pt x="1247" y="241"/>
                      <a:pt x="1074" y="110"/>
                      <a:pt x="943" y="21"/>
                    </a:cubicBezTo>
                    <a:cubicBezTo>
                      <a:pt x="786" y="0"/>
                      <a:pt x="702" y="0"/>
                      <a:pt x="702"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3"/>
              <p:cNvSpPr/>
              <p:nvPr/>
            </p:nvSpPr>
            <p:spPr>
              <a:xfrm>
                <a:off x="1279116" y="2081608"/>
                <a:ext cx="217354" cy="191547"/>
              </a:xfrm>
              <a:custGeom>
                <a:avLst/>
                <a:gdLst/>
                <a:ahLst/>
                <a:cxnLst/>
                <a:rect l="l" t="t" r="r" b="b"/>
                <a:pathLst>
                  <a:path w="2552" h="2249" extrusionOk="0">
                    <a:moveTo>
                      <a:pt x="828" y="110"/>
                    </a:moveTo>
                    <a:cubicBezTo>
                      <a:pt x="828" y="110"/>
                      <a:pt x="891" y="110"/>
                      <a:pt x="1022" y="131"/>
                    </a:cubicBezTo>
                    <a:cubicBezTo>
                      <a:pt x="1153" y="241"/>
                      <a:pt x="1331" y="346"/>
                      <a:pt x="1546" y="435"/>
                    </a:cubicBezTo>
                    <a:cubicBezTo>
                      <a:pt x="1965" y="634"/>
                      <a:pt x="2358" y="807"/>
                      <a:pt x="2358" y="807"/>
                    </a:cubicBezTo>
                    <a:cubicBezTo>
                      <a:pt x="2268" y="979"/>
                      <a:pt x="2200" y="1110"/>
                      <a:pt x="2158" y="1220"/>
                    </a:cubicBezTo>
                    <a:cubicBezTo>
                      <a:pt x="2138" y="1330"/>
                      <a:pt x="2138" y="1419"/>
                      <a:pt x="2158" y="1503"/>
                    </a:cubicBezTo>
                    <a:cubicBezTo>
                      <a:pt x="2158" y="1634"/>
                      <a:pt x="2227" y="1765"/>
                      <a:pt x="2289" y="1896"/>
                    </a:cubicBezTo>
                    <a:cubicBezTo>
                      <a:pt x="2331" y="1985"/>
                      <a:pt x="2358" y="2006"/>
                      <a:pt x="2378" y="2048"/>
                    </a:cubicBezTo>
                    <a:cubicBezTo>
                      <a:pt x="2358" y="2048"/>
                      <a:pt x="2358" y="2074"/>
                      <a:pt x="2268" y="2095"/>
                    </a:cubicBezTo>
                    <a:cubicBezTo>
                      <a:pt x="2193" y="2109"/>
                      <a:pt x="2087" y="2134"/>
                      <a:pt x="1943" y="2134"/>
                    </a:cubicBezTo>
                    <a:cubicBezTo>
                      <a:pt x="1878" y="2134"/>
                      <a:pt x="1805" y="2129"/>
                      <a:pt x="1724" y="2116"/>
                    </a:cubicBezTo>
                    <a:lnTo>
                      <a:pt x="1677" y="2116"/>
                    </a:lnTo>
                    <a:cubicBezTo>
                      <a:pt x="1284" y="1833"/>
                      <a:pt x="828" y="1503"/>
                      <a:pt x="525" y="1288"/>
                    </a:cubicBezTo>
                    <a:cubicBezTo>
                      <a:pt x="415" y="1199"/>
                      <a:pt x="305" y="1131"/>
                      <a:pt x="216" y="1069"/>
                    </a:cubicBezTo>
                    <a:cubicBezTo>
                      <a:pt x="263" y="1048"/>
                      <a:pt x="305" y="1000"/>
                      <a:pt x="347" y="938"/>
                    </a:cubicBezTo>
                    <a:cubicBezTo>
                      <a:pt x="498" y="718"/>
                      <a:pt x="718" y="325"/>
                      <a:pt x="828" y="110"/>
                    </a:cubicBezTo>
                    <a:close/>
                    <a:moveTo>
                      <a:pt x="786" y="0"/>
                    </a:moveTo>
                    <a:lnTo>
                      <a:pt x="760" y="21"/>
                    </a:lnTo>
                    <a:lnTo>
                      <a:pt x="739" y="42"/>
                    </a:lnTo>
                    <a:cubicBezTo>
                      <a:pt x="629" y="241"/>
                      <a:pt x="415" y="655"/>
                      <a:pt x="263" y="870"/>
                    </a:cubicBezTo>
                    <a:cubicBezTo>
                      <a:pt x="195" y="959"/>
                      <a:pt x="153" y="1000"/>
                      <a:pt x="85" y="1027"/>
                    </a:cubicBezTo>
                    <a:lnTo>
                      <a:pt x="1" y="1048"/>
                    </a:lnTo>
                    <a:lnTo>
                      <a:pt x="85" y="1110"/>
                    </a:lnTo>
                    <a:cubicBezTo>
                      <a:pt x="195" y="1199"/>
                      <a:pt x="305" y="1262"/>
                      <a:pt x="457" y="1372"/>
                    </a:cubicBezTo>
                    <a:cubicBezTo>
                      <a:pt x="760" y="1592"/>
                      <a:pt x="1221" y="1917"/>
                      <a:pt x="1614" y="2205"/>
                    </a:cubicBezTo>
                    <a:lnTo>
                      <a:pt x="1635" y="2226"/>
                    </a:lnTo>
                    <a:lnTo>
                      <a:pt x="1724" y="2226"/>
                    </a:lnTo>
                    <a:cubicBezTo>
                      <a:pt x="1824" y="2242"/>
                      <a:pt x="1914" y="2249"/>
                      <a:pt x="1993" y="2249"/>
                    </a:cubicBezTo>
                    <a:cubicBezTo>
                      <a:pt x="2121" y="2249"/>
                      <a:pt x="2221" y="2231"/>
                      <a:pt x="2289" y="2205"/>
                    </a:cubicBezTo>
                    <a:cubicBezTo>
                      <a:pt x="2420" y="2158"/>
                      <a:pt x="2509" y="2116"/>
                      <a:pt x="2509" y="2116"/>
                    </a:cubicBezTo>
                    <a:lnTo>
                      <a:pt x="2551" y="2074"/>
                    </a:lnTo>
                    <a:lnTo>
                      <a:pt x="2509" y="2027"/>
                    </a:lnTo>
                    <a:cubicBezTo>
                      <a:pt x="2509" y="2027"/>
                      <a:pt x="2462" y="1943"/>
                      <a:pt x="2399" y="1833"/>
                    </a:cubicBezTo>
                    <a:cubicBezTo>
                      <a:pt x="2331" y="1723"/>
                      <a:pt x="2268" y="1592"/>
                      <a:pt x="2268" y="1503"/>
                    </a:cubicBezTo>
                    <a:cubicBezTo>
                      <a:pt x="2248" y="1393"/>
                      <a:pt x="2248" y="1330"/>
                      <a:pt x="2268" y="1241"/>
                    </a:cubicBezTo>
                    <a:cubicBezTo>
                      <a:pt x="2310" y="1158"/>
                      <a:pt x="2358" y="1027"/>
                      <a:pt x="2488" y="828"/>
                    </a:cubicBezTo>
                    <a:lnTo>
                      <a:pt x="2509" y="765"/>
                    </a:lnTo>
                    <a:lnTo>
                      <a:pt x="2420" y="718"/>
                    </a:lnTo>
                    <a:cubicBezTo>
                      <a:pt x="2420" y="718"/>
                      <a:pt x="2028" y="524"/>
                      <a:pt x="1593" y="346"/>
                    </a:cubicBezTo>
                    <a:cubicBezTo>
                      <a:pt x="1373" y="241"/>
                      <a:pt x="1200" y="131"/>
                      <a:pt x="1069" y="42"/>
                    </a:cubicBezTo>
                    <a:lnTo>
                      <a:pt x="1069" y="21"/>
                    </a:lnTo>
                    <a:lnTo>
                      <a:pt x="1048" y="21"/>
                    </a:lnTo>
                    <a:cubicBezTo>
                      <a:pt x="891" y="0"/>
                      <a:pt x="807" y="0"/>
                      <a:pt x="80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3"/>
              <p:cNvSpPr/>
              <p:nvPr/>
            </p:nvSpPr>
            <p:spPr>
              <a:xfrm>
                <a:off x="1371950" y="2671742"/>
                <a:ext cx="377388" cy="253381"/>
              </a:xfrm>
              <a:custGeom>
                <a:avLst/>
                <a:gdLst/>
                <a:ahLst/>
                <a:cxnLst/>
                <a:rect l="l" t="t" r="r" b="b"/>
                <a:pathLst>
                  <a:path w="4431" h="2975" extrusionOk="0">
                    <a:moveTo>
                      <a:pt x="3510" y="1"/>
                    </a:moveTo>
                    <a:cubicBezTo>
                      <a:pt x="3444" y="1"/>
                      <a:pt x="3372" y="4"/>
                      <a:pt x="3294" y="10"/>
                    </a:cubicBezTo>
                    <a:lnTo>
                      <a:pt x="3231" y="10"/>
                    </a:lnTo>
                    <a:cubicBezTo>
                      <a:pt x="3231" y="10"/>
                      <a:pt x="2074" y="293"/>
                      <a:pt x="1268" y="382"/>
                    </a:cubicBezTo>
                    <a:cubicBezTo>
                      <a:pt x="1092" y="400"/>
                      <a:pt x="945" y="405"/>
                      <a:pt x="822" y="405"/>
                    </a:cubicBezTo>
                    <a:cubicBezTo>
                      <a:pt x="660" y="405"/>
                      <a:pt x="538" y="396"/>
                      <a:pt x="444" y="396"/>
                    </a:cubicBezTo>
                    <a:cubicBezTo>
                      <a:pt x="278" y="396"/>
                      <a:pt x="197" y="424"/>
                      <a:pt x="131" y="576"/>
                    </a:cubicBezTo>
                    <a:cubicBezTo>
                      <a:pt x="0" y="858"/>
                      <a:pt x="152" y="1429"/>
                      <a:pt x="173" y="2168"/>
                    </a:cubicBezTo>
                    <a:cubicBezTo>
                      <a:pt x="194" y="2911"/>
                      <a:pt x="393" y="2974"/>
                      <a:pt x="896" y="2974"/>
                    </a:cubicBezTo>
                    <a:cubicBezTo>
                      <a:pt x="1398" y="2974"/>
                      <a:pt x="3928" y="2780"/>
                      <a:pt x="4190" y="2560"/>
                    </a:cubicBezTo>
                    <a:cubicBezTo>
                      <a:pt x="4431" y="2367"/>
                      <a:pt x="4169" y="1450"/>
                      <a:pt x="4148" y="775"/>
                    </a:cubicBezTo>
                    <a:cubicBezTo>
                      <a:pt x="4125" y="162"/>
                      <a:pt x="3959" y="1"/>
                      <a:pt x="35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3"/>
              <p:cNvSpPr/>
              <p:nvPr/>
            </p:nvSpPr>
            <p:spPr>
              <a:xfrm>
                <a:off x="1371950" y="2666206"/>
                <a:ext cx="369808" cy="263516"/>
              </a:xfrm>
              <a:custGeom>
                <a:avLst/>
                <a:gdLst/>
                <a:ahLst/>
                <a:cxnLst/>
                <a:rect l="l" t="t" r="r" b="b"/>
                <a:pathLst>
                  <a:path w="4342" h="3094" extrusionOk="0">
                    <a:moveTo>
                      <a:pt x="3481" y="110"/>
                    </a:moveTo>
                    <a:cubicBezTo>
                      <a:pt x="3682" y="110"/>
                      <a:pt x="3821" y="141"/>
                      <a:pt x="3907" y="227"/>
                    </a:cubicBezTo>
                    <a:cubicBezTo>
                      <a:pt x="4017" y="316"/>
                      <a:pt x="4080" y="489"/>
                      <a:pt x="4080" y="840"/>
                    </a:cubicBezTo>
                    <a:cubicBezTo>
                      <a:pt x="4080" y="1185"/>
                      <a:pt x="4169" y="1578"/>
                      <a:pt x="4211" y="1908"/>
                    </a:cubicBezTo>
                    <a:cubicBezTo>
                      <a:pt x="4232" y="2081"/>
                      <a:pt x="4232" y="2233"/>
                      <a:pt x="4232" y="2364"/>
                    </a:cubicBezTo>
                    <a:cubicBezTo>
                      <a:pt x="4211" y="2474"/>
                      <a:pt x="4190" y="2563"/>
                      <a:pt x="4148" y="2584"/>
                    </a:cubicBezTo>
                    <a:cubicBezTo>
                      <a:pt x="4122" y="2605"/>
                      <a:pt x="4059" y="2625"/>
                      <a:pt x="3970" y="2646"/>
                    </a:cubicBezTo>
                    <a:cubicBezTo>
                      <a:pt x="3886" y="2694"/>
                      <a:pt x="3776" y="2715"/>
                      <a:pt x="3624" y="2735"/>
                    </a:cubicBezTo>
                    <a:cubicBezTo>
                      <a:pt x="3336" y="2777"/>
                      <a:pt x="2990" y="2824"/>
                      <a:pt x="2640" y="2866"/>
                    </a:cubicBezTo>
                    <a:cubicBezTo>
                      <a:pt x="1896" y="2934"/>
                      <a:pt x="1137" y="2976"/>
                      <a:pt x="896" y="2976"/>
                    </a:cubicBezTo>
                    <a:cubicBezTo>
                      <a:pt x="634" y="2976"/>
                      <a:pt x="482" y="2955"/>
                      <a:pt x="393" y="2866"/>
                    </a:cubicBezTo>
                    <a:cubicBezTo>
                      <a:pt x="304" y="2777"/>
                      <a:pt x="241" y="2584"/>
                      <a:pt x="220" y="2233"/>
                    </a:cubicBezTo>
                    <a:cubicBezTo>
                      <a:pt x="220" y="1861"/>
                      <a:pt x="173" y="1536"/>
                      <a:pt x="152" y="1274"/>
                    </a:cubicBezTo>
                    <a:cubicBezTo>
                      <a:pt x="131" y="992"/>
                      <a:pt x="131" y="793"/>
                      <a:pt x="194" y="662"/>
                    </a:cubicBezTo>
                    <a:cubicBezTo>
                      <a:pt x="220" y="599"/>
                      <a:pt x="241" y="552"/>
                      <a:pt x="283" y="531"/>
                    </a:cubicBezTo>
                    <a:cubicBezTo>
                      <a:pt x="325" y="531"/>
                      <a:pt x="372" y="510"/>
                      <a:pt x="456" y="510"/>
                    </a:cubicBezTo>
                    <a:cubicBezTo>
                      <a:pt x="561" y="510"/>
                      <a:pt x="712" y="519"/>
                      <a:pt x="917" y="519"/>
                    </a:cubicBezTo>
                    <a:cubicBezTo>
                      <a:pt x="1020" y="519"/>
                      <a:pt x="1137" y="517"/>
                      <a:pt x="1268" y="510"/>
                    </a:cubicBezTo>
                    <a:cubicBezTo>
                      <a:pt x="2074" y="421"/>
                      <a:pt x="3205" y="138"/>
                      <a:pt x="3231" y="117"/>
                    </a:cubicBezTo>
                    <a:lnTo>
                      <a:pt x="3294" y="117"/>
                    </a:lnTo>
                    <a:cubicBezTo>
                      <a:pt x="3362" y="112"/>
                      <a:pt x="3424" y="110"/>
                      <a:pt x="3481" y="110"/>
                    </a:cubicBezTo>
                    <a:close/>
                    <a:moveTo>
                      <a:pt x="3477" y="0"/>
                    </a:moveTo>
                    <a:cubicBezTo>
                      <a:pt x="3420" y="0"/>
                      <a:pt x="3359" y="3"/>
                      <a:pt x="3294" y="7"/>
                    </a:cubicBezTo>
                    <a:lnTo>
                      <a:pt x="3205" y="7"/>
                    </a:lnTo>
                    <a:cubicBezTo>
                      <a:pt x="3205" y="7"/>
                      <a:pt x="2053" y="316"/>
                      <a:pt x="1268" y="379"/>
                    </a:cubicBezTo>
                    <a:cubicBezTo>
                      <a:pt x="1071" y="400"/>
                      <a:pt x="913" y="405"/>
                      <a:pt x="781" y="405"/>
                    </a:cubicBezTo>
                    <a:cubicBezTo>
                      <a:pt x="650" y="405"/>
                      <a:pt x="545" y="400"/>
                      <a:pt x="456" y="400"/>
                    </a:cubicBezTo>
                    <a:cubicBezTo>
                      <a:pt x="372" y="400"/>
                      <a:pt x="283" y="400"/>
                      <a:pt x="241" y="447"/>
                    </a:cubicBezTo>
                    <a:cubicBezTo>
                      <a:pt x="173" y="468"/>
                      <a:pt x="131" y="531"/>
                      <a:pt x="89" y="620"/>
                    </a:cubicBezTo>
                    <a:cubicBezTo>
                      <a:pt x="0" y="772"/>
                      <a:pt x="21" y="1013"/>
                      <a:pt x="42" y="1274"/>
                    </a:cubicBezTo>
                    <a:cubicBezTo>
                      <a:pt x="63" y="1557"/>
                      <a:pt x="110" y="1861"/>
                      <a:pt x="110" y="2233"/>
                    </a:cubicBezTo>
                    <a:cubicBezTo>
                      <a:pt x="131" y="2605"/>
                      <a:pt x="173" y="2824"/>
                      <a:pt x="304" y="2955"/>
                    </a:cubicBezTo>
                    <a:cubicBezTo>
                      <a:pt x="407" y="3058"/>
                      <a:pt x="552" y="3093"/>
                      <a:pt x="737" y="3093"/>
                    </a:cubicBezTo>
                    <a:cubicBezTo>
                      <a:pt x="787" y="3093"/>
                      <a:pt x="840" y="3091"/>
                      <a:pt x="896" y="3086"/>
                    </a:cubicBezTo>
                    <a:cubicBezTo>
                      <a:pt x="1158" y="3086"/>
                      <a:pt x="1922" y="3039"/>
                      <a:pt x="2640" y="2976"/>
                    </a:cubicBezTo>
                    <a:cubicBezTo>
                      <a:pt x="3011" y="2934"/>
                      <a:pt x="3362" y="2887"/>
                      <a:pt x="3645" y="2845"/>
                    </a:cubicBezTo>
                    <a:cubicBezTo>
                      <a:pt x="3797" y="2824"/>
                      <a:pt x="3907" y="2804"/>
                      <a:pt x="4017" y="2756"/>
                    </a:cubicBezTo>
                    <a:cubicBezTo>
                      <a:pt x="4101" y="2735"/>
                      <a:pt x="4169" y="2715"/>
                      <a:pt x="4211" y="2673"/>
                    </a:cubicBezTo>
                    <a:cubicBezTo>
                      <a:pt x="4300" y="2605"/>
                      <a:pt x="4321" y="2495"/>
                      <a:pt x="4342" y="2364"/>
                    </a:cubicBezTo>
                    <a:cubicBezTo>
                      <a:pt x="4342" y="2233"/>
                      <a:pt x="4342" y="2081"/>
                      <a:pt x="4321" y="1908"/>
                    </a:cubicBezTo>
                    <a:cubicBezTo>
                      <a:pt x="4279" y="1557"/>
                      <a:pt x="4211" y="1164"/>
                      <a:pt x="4190" y="840"/>
                    </a:cubicBezTo>
                    <a:cubicBezTo>
                      <a:pt x="4190" y="468"/>
                      <a:pt x="4122" y="248"/>
                      <a:pt x="3970" y="138"/>
                    </a:cubicBezTo>
                    <a:cubicBezTo>
                      <a:pt x="3850" y="35"/>
                      <a:pt x="3689" y="0"/>
                      <a:pt x="347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3"/>
              <p:cNvSpPr/>
              <p:nvPr/>
            </p:nvSpPr>
            <p:spPr>
              <a:xfrm>
                <a:off x="1883049" y="3010628"/>
                <a:ext cx="514853" cy="57660"/>
              </a:xfrm>
              <a:custGeom>
                <a:avLst/>
                <a:gdLst/>
                <a:ahLst/>
                <a:cxnLst/>
                <a:rect l="l" t="t" r="r" b="b"/>
                <a:pathLst>
                  <a:path w="6045" h="677" extrusionOk="0">
                    <a:moveTo>
                      <a:pt x="43" y="1"/>
                    </a:moveTo>
                    <a:cubicBezTo>
                      <a:pt x="43" y="1"/>
                      <a:pt x="22" y="22"/>
                      <a:pt x="22" y="43"/>
                    </a:cubicBezTo>
                    <a:lnTo>
                      <a:pt x="1" y="393"/>
                    </a:lnTo>
                    <a:cubicBezTo>
                      <a:pt x="1" y="414"/>
                      <a:pt x="22" y="435"/>
                      <a:pt x="43" y="435"/>
                    </a:cubicBezTo>
                    <a:lnTo>
                      <a:pt x="6002" y="676"/>
                    </a:lnTo>
                    <a:cubicBezTo>
                      <a:pt x="6023" y="676"/>
                      <a:pt x="6023" y="676"/>
                      <a:pt x="6023" y="655"/>
                    </a:cubicBezTo>
                    <a:lnTo>
                      <a:pt x="6044" y="283"/>
                    </a:lnTo>
                    <a:cubicBezTo>
                      <a:pt x="6044" y="263"/>
                      <a:pt x="6023" y="263"/>
                      <a:pt x="6023" y="263"/>
                    </a:cubicBezTo>
                    <a:lnTo>
                      <a:pt x="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3"/>
              <p:cNvSpPr/>
              <p:nvPr/>
            </p:nvSpPr>
            <p:spPr>
              <a:xfrm>
                <a:off x="1879046" y="3007051"/>
                <a:ext cx="524136" cy="67029"/>
              </a:xfrm>
              <a:custGeom>
                <a:avLst/>
                <a:gdLst/>
                <a:ahLst/>
                <a:cxnLst/>
                <a:rect l="l" t="t" r="r" b="b"/>
                <a:pathLst>
                  <a:path w="6154" h="787" extrusionOk="0">
                    <a:moveTo>
                      <a:pt x="131" y="111"/>
                    </a:moveTo>
                    <a:lnTo>
                      <a:pt x="6023" y="346"/>
                    </a:lnTo>
                    <a:lnTo>
                      <a:pt x="6023" y="676"/>
                    </a:lnTo>
                    <a:lnTo>
                      <a:pt x="110" y="415"/>
                    </a:lnTo>
                    <a:lnTo>
                      <a:pt x="131" y="111"/>
                    </a:lnTo>
                    <a:close/>
                    <a:moveTo>
                      <a:pt x="110" y="1"/>
                    </a:moveTo>
                    <a:cubicBezTo>
                      <a:pt x="48" y="1"/>
                      <a:pt x="1" y="22"/>
                      <a:pt x="1" y="85"/>
                    </a:cubicBezTo>
                    <a:lnTo>
                      <a:pt x="1" y="435"/>
                    </a:lnTo>
                    <a:cubicBezTo>
                      <a:pt x="1" y="477"/>
                      <a:pt x="27" y="524"/>
                      <a:pt x="90" y="545"/>
                    </a:cubicBezTo>
                    <a:lnTo>
                      <a:pt x="6049" y="786"/>
                    </a:lnTo>
                    <a:cubicBezTo>
                      <a:pt x="6091" y="786"/>
                      <a:pt x="6133" y="739"/>
                      <a:pt x="6133" y="697"/>
                    </a:cubicBezTo>
                    <a:lnTo>
                      <a:pt x="6154" y="325"/>
                    </a:lnTo>
                    <a:cubicBezTo>
                      <a:pt x="6154" y="284"/>
                      <a:pt x="6112" y="242"/>
                      <a:pt x="6070" y="242"/>
                    </a:cubicBezTo>
                    <a:lnTo>
                      <a:pt x="11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3"/>
              <p:cNvSpPr/>
              <p:nvPr/>
            </p:nvSpPr>
            <p:spPr>
              <a:xfrm>
                <a:off x="1884837" y="3032942"/>
                <a:ext cx="514767" cy="35346"/>
              </a:xfrm>
              <a:custGeom>
                <a:avLst/>
                <a:gdLst/>
                <a:ahLst/>
                <a:cxnLst/>
                <a:rect l="l" t="t" r="r" b="b"/>
                <a:pathLst>
                  <a:path w="6044" h="415" extrusionOk="0">
                    <a:moveTo>
                      <a:pt x="42" y="1"/>
                    </a:moveTo>
                    <a:cubicBezTo>
                      <a:pt x="22" y="1"/>
                      <a:pt x="1" y="1"/>
                      <a:pt x="1" y="21"/>
                    </a:cubicBezTo>
                    <a:lnTo>
                      <a:pt x="1" y="393"/>
                    </a:lnTo>
                    <a:cubicBezTo>
                      <a:pt x="1" y="414"/>
                      <a:pt x="22" y="414"/>
                      <a:pt x="42" y="414"/>
                    </a:cubicBezTo>
                    <a:lnTo>
                      <a:pt x="6002" y="414"/>
                    </a:lnTo>
                    <a:cubicBezTo>
                      <a:pt x="6023" y="414"/>
                      <a:pt x="6044" y="414"/>
                      <a:pt x="6044" y="393"/>
                    </a:cubicBezTo>
                    <a:lnTo>
                      <a:pt x="6044" y="21"/>
                    </a:lnTo>
                    <a:cubicBezTo>
                      <a:pt x="6044" y="1"/>
                      <a:pt x="6023" y="1"/>
                      <a:pt x="60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3"/>
              <p:cNvSpPr/>
              <p:nvPr/>
            </p:nvSpPr>
            <p:spPr>
              <a:xfrm>
                <a:off x="1881260" y="3027577"/>
                <a:ext cx="521922" cy="46503"/>
              </a:xfrm>
              <a:custGeom>
                <a:avLst/>
                <a:gdLst/>
                <a:ahLst/>
                <a:cxnLst/>
                <a:rect l="l" t="t" r="r" b="b"/>
                <a:pathLst>
                  <a:path w="6128" h="546" extrusionOk="0">
                    <a:moveTo>
                      <a:pt x="6023" y="105"/>
                    </a:moveTo>
                    <a:lnTo>
                      <a:pt x="6023" y="435"/>
                    </a:lnTo>
                    <a:lnTo>
                      <a:pt x="105" y="435"/>
                    </a:lnTo>
                    <a:lnTo>
                      <a:pt x="105" y="105"/>
                    </a:lnTo>
                    <a:close/>
                    <a:moveTo>
                      <a:pt x="84" y="1"/>
                    </a:moveTo>
                    <a:cubicBezTo>
                      <a:pt x="43" y="1"/>
                      <a:pt x="1" y="43"/>
                      <a:pt x="1" y="84"/>
                    </a:cubicBezTo>
                    <a:lnTo>
                      <a:pt x="1" y="456"/>
                    </a:lnTo>
                    <a:cubicBezTo>
                      <a:pt x="1" y="498"/>
                      <a:pt x="43" y="545"/>
                      <a:pt x="84" y="545"/>
                    </a:cubicBezTo>
                    <a:lnTo>
                      <a:pt x="6044" y="545"/>
                    </a:lnTo>
                    <a:cubicBezTo>
                      <a:pt x="6086" y="545"/>
                      <a:pt x="6128" y="498"/>
                      <a:pt x="6128" y="456"/>
                    </a:cubicBezTo>
                    <a:lnTo>
                      <a:pt x="6128" y="84"/>
                    </a:lnTo>
                    <a:cubicBezTo>
                      <a:pt x="6128" y="43"/>
                      <a:pt x="6086" y="1"/>
                      <a:pt x="604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3"/>
              <p:cNvSpPr/>
              <p:nvPr/>
            </p:nvSpPr>
            <p:spPr>
              <a:xfrm>
                <a:off x="1427650" y="3010628"/>
                <a:ext cx="514853" cy="57660"/>
              </a:xfrm>
              <a:custGeom>
                <a:avLst/>
                <a:gdLst/>
                <a:ahLst/>
                <a:cxnLst/>
                <a:rect l="l" t="t" r="r" b="b"/>
                <a:pathLst>
                  <a:path w="6045" h="677" extrusionOk="0">
                    <a:moveTo>
                      <a:pt x="64" y="1"/>
                    </a:moveTo>
                    <a:cubicBezTo>
                      <a:pt x="43" y="1"/>
                      <a:pt x="22" y="22"/>
                      <a:pt x="22" y="43"/>
                    </a:cubicBezTo>
                    <a:lnTo>
                      <a:pt x="1" y="393"/>
                    </a:lnTo>
                    <a:cubicBezTo>
                      <a:pt x="1" y="414"/>
                      <a:pt x="22" y="435"/>
                      <a:pt x="43" y="435"/>
                    </a:cubicBezTo>
                    <a:lnTo>
                      <a:pt x="6002" y="676"/>
                    </a:lnTo>
                    <a:cubicBezTo>
                      <a:pt x="6023" y="676"/>
                      <a:pt x="6023" y="676"/>
                      <a:pt x="6023" y="655"/>
                    </a:cubicBezTo>
                    <a:lnTo>
                      <a:pt x="6044" y="283"/>
                    </a:lnTo>
                    <a:cubicBezTo>
                      <a:pt x="6044" y="263"/>
                      <a:pt x="6023" y="263"/>
                      <a:pt x="6023" y="263"/>
                    </a:cubicBezTo>
                    <a:lnTo>
                      <a:pt x="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3"/>
              <p:cNvSpPr/>
              <p:nvPr/>
            </p:nvSpPr>
            <p:spPr>
              <a:xfrm>
                <a:off x="1424073" y="3007051"/>
                <a:ext cx="524221" cy="67029"/>
              </a:xfrm>
              <a:custGeom>
                <a:avLst/>
                <a:gdLst/>
                <a:ahLst/>
                <a:cxnLst/>
                <a:rect l="l" t="t" r="r" b="b"/>
                <a:pathLst>
                  <a:path w="6155" h="787" extrusionOk="0">
                    <a:moveTo>
                      <a:pt x="132" y="111"/>
                    </a:moveTo>
                    <a:lnTo>
                      <a:pt x="6023" y="346"/>
                    </a:lnTo>
                    <a:lnTo>
                      <a:pt x="6023" y="676"/>
                    </a:lnTo>
                    <a:lnTo>
                      <a:pt x="106" y="415"/>
                    </a:lnTo>
                    <a:lnTo>
                      <a:pt x="132" y="111"/>
                    </a:lnTo>
                    <a:close/>
                    <a:moveTo>
                      <a:pt x="106" y="1"/>
                    </a:moveTo>
                    <a:cubicBezTo>
                      <a:pt x="43" y="1"/>
                      <a:pt x="22" y="22"/>
                      <a:pt x="1" y="64"/>
                    </a:cubicBezTo>
                    <a:lnTo>
                      <a:pt x="1" y="435"/>
                    </a:lnTo>
                    <a:cubicBezTo>
                      <a:pt x="1" y="477"/>
                      <a:pt x="22" y="524"/>
                      <a:pt x="85" y="524"/>
                    </a:cubicBezTo>
                    <a:lnTo>
                      <a:pt x="6044" y="786"/>
                    </a:lnTo>
                    <a:cubicBezTo>
                      <a:pt x="6086" y="786"/>
                      <a:pt x="6128" y="739"/>
                      <a:pt x="6128" y="697"/>
                    </a:cubicBezTo>
                    <a:lnTo>
                      <a:pt x="6154" y="325"/>
                    </a:lnTo>
                    <a:cubicBezTo>
                      <a:pt x="6154" y="284"/>
                      <a:pt x="6107" y="242"/>
                      <a:pt x="6065" y="242"/>
                    </a:cubicBezTo>
                    <a:lnTo>
                      <a:pt x="10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3"/>
              <p:cNvSpPr/>
              <p:nvPr/>
            </p:nvSpPr>
            <p:spPr>
              <a:xfrm>
                <a:off x="1429439" y="3010628"/>
                <a:ext cx="968468" cy="22400"/>
              </a:xfrm>
              <a:custGeom>
                <a:avLst/>
                <a:gdLst/>
                <a:ahLst/>
                <a:cxnLst/>
                <a:rect l="l" t="t" r="r" b="b"/>
                <a:pathLst>
                  <a:path w="11371" h="263" extrusionOk="0">
                    <a:moveTo>
                      <a:pt x="1" y="1"/>
                    </a:moveTo>
                    <a:lnTo>
                      <a:pt x="6023" y="263"/>
                    </a:lnTo>
                    <a:lnTo>
                      <a:pt x="11370" y="263"/>
                    </a:lnTo>
                    <a:lnTo>
                      <a:pt x="53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3"/>
              <p:cNvSpPr/>
              <p:nvPr/>
            </p:nvSpPr>
            <p:spPr>
              <a:xfrm>
                <a:off x="1429439" y="3007618"/>
                <a:ext cx="968468" cy="29554"/>
              </a:xfrm>
              <a:custGeom>
                <a:avLst/>
                <a:gdLst/>
                <a:ahLst/>
                <a:cxnLst/>
                <a:rect l="l" t="t" r="r" b="b"/>
                <a:pathLst>
                  <a:path w="11371" h="347" extrusionOk="0">
                    <a:moveTo>
                      <a:pt x="5348" y="111"/>
                    </a:moveTo>
                    <a:lnTo>
                      <a:pt x="8663" y="242"/>
                    </a:lnTo>
                    <a:lnTo>
                      <a:pt x="6023" y="242"/>
                    </a:lnTo>
                    <a:lnTo>
                      <a:pt x="2729" y="111"/>
                    </a:lnTo>
                    <a:close/>
                    <a:moveTo>
                      <a:pt x="1" y="1"/>
                    </a:moveTo>
                    <a:lnTo>
                      <a:pt x="1" y="111"/>
                    </a:lnTo>
                    <a:lnTo>
                      <a:pt x="22" y="111"/>
                    </a:lnTo>
                    <a:lnTo>
                      <a:pt x="6023" y="346"/>
                    </a:lnTo>
                    <a:lnTo>
                      <a:pt x="11370" y="346"/>
                    </a:lnTo>
                    <a:lnTo>
                      <a:pt x="11370" y="242"/>
                    </a:lnTo>
                    <a:lnTo>
                      <a:pt x="534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3"/>
              <p:cNvSpPr/>
              <p:nvPr/>
            </p:nvSpPr>
            <p:spPr>
              <a:xfrm>
                <a:off x="1908940" y="2592705"/>
                <a:ext cx="256532" cy="475589"/>
              </a:xfrm>
              <a:custGeom>
                <a:avLst/>
                <a:gdLst/>
                <a:ahLst/>
                <a:cxnLst/>
                <a:rect l="l" t="t" r="r" b="b"/>
                <a:pathLst>
                  <a:path w="3012" h="5584" extrusionOk="0">
                    <a:moveTo>
                      <a:pt x="2661" y="1"/>
                    </a:moveTo>
                    <a:cubicBezTo>
                      <a:pt x="2640" y="1"/>
                      <a:pt x="2619" y="1"/>
                      <a:pt x="2619" y="22"/>
                    </a:cubicBezTo>
                    <a:lnTo>
                      <a:pt x="0" y="5369"/>
                    </a:lnTo>
                    <a:cubicBezTo>
                      <a:pt x="0" y="5389"/>
                      <a:pt x="0" y="5410"/>
                      <a:pt x="21" y="5410"/>
                    </a:cubicBezTo>
                    <a:lnTo>
                      <a:pt x="351" y="5583"/>
                    </a:lnTo>
                    <a:cubicBezTo>
                      <a:pt x="372" y="5583"/>
                      <a:pt x="393" y="5583"/>
                      <a:pt x="393" y="5562"/>
                    </a:cubicBezTo>
                    <a:lnTo>
                      <a:pt x="2991" y="194"/>
                    </a:lnTo>
                    <a:cubicBezTo>
                      <a:pt x="3012" y="174"/>
                      <a:pt x="3012" y="174"/>
                      <a:pt x="2991" y="153"/>
                    </a:cubicBezTo>
                    <a:lnTo>
                      <a:pt x="26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3"/>
              <p:cNvSpPr/>
              <p:nvPr/>
            </p:nvSpPr>
            <p:spPr>
              <a:xfrm>
                <a:off x="1903574" y="2587510"/>
                <a:ext cx="267689" cy="485469"/>
              </a:xfrm>
              <a:custGeom>
                <a:avLst/>
                <a:gdLst/>
                <a:ahLst/>
                <a:cxnLst/>
                <a:rect l="l" t="t" r="r" b="b"/>
                <a:pathLst>
                  <a:path w="3143" h="5700" extrusionOk="0">
                    <a:moveTo>
                      <a:pt x="2724" y="125"/>
                    </a:moveTo>
                    <a:lnTo>
                      <a:pt x="3012" y="255"/>
                    </a:lnTo>
                    <a:lnTo>
                      <a:pt x="414" y="5581"/>
                    </a:lnTo>
                    <a:lnTo>
                      <a:pt x="131" y="5450"/>
                    </a:lnTo>
                    <a:lnTo>
                      <a:pt x="2724" y="125"/>
                    </a:lnTo>
                    <a:close/>
                    <a:moveTo>
                      <a:pt x="2687" y="1"/>
                    </a:moveTo>
                    <a:cubicBezTo>
                      <a:pt x="2658" y="1"/>
                      <a:pt x="2631" y="11"/>
                      <a:pt x="2619" y="36"/>
                    </a:cubicBezTo>
                    <a:lnTo>
                      <a:pt x="22" y="5403"/>
                    </a:lnTo>
                    <a:cubicBezTo>
                      <a:pt x="1" y="5450"/>
                      <a:pt x="22" y="5513"/>
                      <a:pt x="63" y="5534"/>
                    </a:cubicBezTo>
                    <a:lnTo>
                      <a:pt x="393" y="5691"/>
                    </a:lnTo>
                    <a:cubicBezTo>
                      <a:pt x="404" y="5697"/>
                      <a:pt x="415" y="5700"/>
                      <a:pt x="426" y="5700"/>
                    </a:cubicBezTo>
                    <a:cubicBezTo>
                      <a:pt x="456" y="5700"/>
                      <a:pt x="483" y="5679"/>
                      <a:pt x="498" y="5644"/>
                    </a:cubicBezTo>
                    <a:lnTo>
                      <a:pt x="3117" y="276"/>
                    </a:lnTo>
                    <a:cubicBezTo>
                      <a:pt x="3143" y="235"/>
                      <a:pt x="3117" y="193"/>
                      <a:pt x="3075" y="166"/>
                    </a:cubicBezTo>
                    <a:lnTo>
                      <a:pt x="2750" y="15"/>
                    </a:lnTo>
                    <a:cubicBezTo>
                      <a:pt x="2730" y="6"/>
                      <a:pt x="2708" y="1"/>
                      <a:pt x="268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3"/>
              <p:cNvSpPr/>
              <p:nvPr/>
            </p:nvSpPr>
            <p:spPr>
              <a:xfrm>
                <a:off x="2364338" y="2592705"/>
                <a:ext cx="256532" cy="475589"/>
              </a:xfrm>
              <a:custGeom>
                <a:avLst/>
                <a:gdLst/>
                <a:ahLst/>
                <a:cxnLst/>
                <a:rect l="l" t="t" r="r" b="b"/>
                <a:pathLst>
                  <a:path w="3012" h="5584" extrusionOk="0">
                    <a:moveTo>
                      <a:pt x="2661" y="1"/>
                    </a:moveTo>
                    <a:cubicBezTo>
                      <a:pt x="2640" y="1"/>
                      <a:pt x="2640" y="1"/>
                      <a:pt x="2619" y="22"/>
                    </a:cubicBezTo>
                    <a:lnTo>
                      <a:pt x="21" y="5369"/>
                    </a:lnTo>
                    <a:cubicBezTo>
                      <a:pt x="0" y="5389"/>
                      <a:pt x="21" y="5410"/>
                      <a:pt x="21" y="5410"/>
                    </a:cubicBezTo>
                    <a:lnTo>
                      <a:pt x="372" y="5583"/>
                    </a:lnTo>
                    <a:cubicBezTo>
                      <a:pt x="372" y="5583"/>
                      <a:pt x="393" y="5583"/>
                      <a:pt x="393" y="5562"/>
                    </a:cubicBezTo>
                    <a:lnTo>
                      <a:pt x="3011" y="194"/>
                    </a:lnTo>
                    <a:cubicBezTo>
                      <a:pt x="3011" y="174"/>
                      <a:pt x="3011" y="174"/>
                      <a:pt x="2991" y="153"/>
                    </a:cubicBezTo>
                    <a:lnTo>
                      <a:pt x="26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3"/>
              <p:cNvSpPr/>
              <p:nvPr/>
            </p:nvSpPr>
            <p:spPr>
              <a:xfrm>
                <a:off x="2358546" y="2587510"/>
                <a:ext cx="267689" cy="485469"/>
              </a:xfrm>
              <a:custGeom>
                <a:avLst/>
                <a:gdLst/>
                <a:ahLst/>
                <a:cxnLst/>
                <a:rect l="l" t="t" r="r" b="b"/>
                <a:pathLst>
                  <a:path w="3143" h="5700" extrusionOk="0">
                    <a:moveTo>
                      <a:pt x="2729" y="125"/>
                    </a:moveTo>
                    <a:lnTo>
                      <a:pt x="3011" y="255"/>
                    </a:lnTo>
                    <a:lnTo>
                      <a:pt x="440" y="5581"/>
                    </a:lnTo>
                    <a:lnTo>
                      <a:pt x="157" y="5450"/>
                    </a:lnTo>
                    <a:lnTo>
                      <a:pt x="2729" y="125"/>
                    </a:lnTo>
                    <a:close/>
                    <a:moveTo>
                      <a:pt x="2699" y="1"/>
                    </a:moveTo>
                    <a:cubicBezTo>
                      <a:pt x="2677" y="1"/>
                      <a:pt x="2657" y="11"/>
                      <a:pt x="2645" y="36"/>
                    </a:cubicBezTo>
                    <a:lnTo>
                      <a:pt x="26" y="5403"/>
                    </a:lnTo>
                    <a:cubicBezTo>
                      <a:pt x="0" y="5450"/>
                      <a:pt x="26" y="5513"/>
                      <a:pt x="68" y="5534"/>
                    </a:cubicBezTo>
                    <a:lnTo>
                      <a:pt x="393" y="5691"/>
                    </a:lnTo>
                    <a:cubicBezTo>
                      <a:pt x="405" y="5697"/>
                      <a:pt x="419" y="5700"/>
                      <a:pt x="432" y="5700"/>
                    </a:cubicBezTo>
                    <a:cubicBezTo>
                      <a:pt x="470" y="5700"/>
                      <a:pt x="508" y="5679"/>
                      <a:pt x="524" y="5644"/>
                    </a:cubicBezTo>
                    <a:lnTo>
                      <a:pt x="3121" y="276"/>
                    </a:lnTo>
                    <a:cubicBezTo>
                      <a:pt x="3142" y="235"/>
                      <a:pt x="3121" y="193"/>
                      <a:pt x="3079" y="166"/>
                    </a:cubicBezTo>
                    <a:lnTo>
                      <a:pt x="2750" y="15"/>
                    </a:lnTo>
                    <a:cubicBezTo>
                      <a:pt x="2732" y="6"/>
                      <a:pt x="2715" y="1"/>
                      <a:pt x="269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3"/>
              <p:cNvSpPr/>
              <p:nvPr/>
            </p:nvSpPr>
            <p:spPr>
              <a:xfrm>
                <a:off x="2131912" y="2590491"/>
                <a:ext cx="490750" cy="17034"/>
              </a:xfrm>
              <a:custGeom>
                <a:avLst/>
                <a:gdLst/>
                <a:ahLst/>
                <a:cxnLst/>
                <a:rect l="l" t="t" r="r" b="b"/>
                <a:pathLst>
                  <a:path w="5762" h="200" extrusionOk="0">
                    <a:moveTo>
                      <a:pt x="1" y="1"/>
                    </a:moveTo>
                    <a:lnTo>
                      <a:pt x="394" y="200"/>
                    </a:lnTo>
                    <a:lnTo>
                      <a:pt x="5761" y="200"/>
                    </a:lnTo>
                    <a:lnTo>
                      <a:pt x="5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3"/>
              <p:cNvSpPr/>
              <p:nvPr/>
            </p:nvSpPr>
            <p:spPr>
              <a:xfrm>
                <a:off x="2130123" y="2586914"/>
                <a:ext cx="494327" cy="25977"/>
              </a:xfrm>
              <a:custGeom>
                <a:avLst/>
                <a:gdLst/>
                <a:ahLst/>
                <a:cxnLst/>
                <a:rect l="l" t="t" r="r" b="b"/>
                <a:pathLst>
                  <a:path w="5804" h="305" extrusionOk="0">
                    <a:moveTo>
                      <a:pt x="5369" y="111"/>
                    </a:moveTo>
                    <a:lnTo>
                      <a:pt x="5521" y="173"/>
                    </a:lnTo>
                    <a:lnTo>
                      <a:pt x="436" y="173"/>
                    </a:lnTo>
                    <a:lnTo>
                      <a:pt x="284" y="111"/>
                    </a:lnTo>
                    <a:close/>
                    <a:moveTo>
                      <a:pt x="22" y="1"/>
                    </a:moveTo>
                    <a:lnTo>
                      <a:pt x="1" y="111"/>
                    </a:lnTo>
                    <a:lnTo>
                      <a:pt x="415" y="304"/>
                    </a:lnTo>
                    <a:lnTo>
                      <a:pt x="5782" y="304"/>
                    </a:lnTo>
                    <a:lnTo>
                      <a:pt x="5803" y="200"/>
                    </a:lnTo>
                    <a:lnTo>
                      <a:pt x="539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3"/>
              <p:cNvSpPr/>
              <p:nvPr/>
            </p:nvSpPr>
            <p:spPr>
              <a:xfrm>
                <a:off x="1940623" y="2607440"/>
                <a:ext cx="682041" cy="460855"/>
              </a:xfrm>
              <a:custGeom>
                <a:avLst/>
                <a:gdLst/>
                <a:ahLst/>
                <a:cxnLst/>
                <a:rect l="l" t="t" r="r" b="b"/>
                <a:pathLst>
                  <a:path w="8008" h="5411" extrusionOk="0">
                    <a:moveTo>
                      <a:pt x="2640" y="1"/>
                    </a:moveTo>
                    <a:lnTo>
                      <a:pt x="0" y="5410"/>
                    </a:lnTo>
                    <a:lnTo>
                      <a:pt x="5347" y="5410"/>
                    </a:lnTo>
                    <a:lnTo>
                      <a:pt x="800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3"/>
              <p:cNvSpPr/>
              <p:nvPr/>
            </p:nvSpPr>
            <p:spPr>
              <a:xfrm>
                <a:off x="1933043" y="2601648"/>
                <a:ext cx="697202" cy="472438"/>
              </a:xfrm>
              <a:custGeom>
                <a:avLst/>
                <a:gdLst/>
                <a:ahLst/>
                <a:cxnLst/>
                <a:rect l="l" t="t" r="r" b="b"/>
                <a:pathLst>
                  <a:path w="8186" h="5547" extrusionOk="0">
                    <a:moveTo>
                      <a:pt x="7986" y="131"/>
                    </a:moveTo>
                    <a:lnTo>
                      <a:pt x="5415" y="5436"/>
                    </a:lnTo>
                    <a:lnTo>
                      <a:pt x="178" y="5436"/>
                    </a:lnTo>
                    <a:lnTo>
                      <a:pt x="2771" y="131"/>
                    </a:lnTo>
                    <a:close/>
                    <a:moveTo>
                      <a:pt x="2687" y="0"/>
                    </a:moveTo>
                    <a:lnTo>
                      <a:pt x="0" y="5546"/>
                    </a:lnTo>
                    <a:lnTo>
                      <a:pt x="5478" y="5546"/>
                    </a:lnTo>
                    <a:lnTo>
                      <a:pt x="818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3"/>
              <p:cNvSpPr/>
              <p:nvPr/>
            </p:nvSpPr>
            <p:spPr>
              <a:xfrm>
                <a:off x="1533345" y="2748223"/>
                <a:ext cx="260620" cy="104418"/>
              </a:xfrm>
              <a:custGeom>
                <a:avLst/>
                <a:gdLst/>
                <a:ahLst/>
                <a:cxnLst/>
                <a:rect l="l" t="t" r="r" b="b"/>
                <a:pathLst>
                  <a:path w="3060" h="1226" extrusionOk="0">
                    <a:moveTo>
                      <a:pt x="958" y="0"/>
                    </a:moveTo>
                    <a:cubicBezTo>
                      <a:pt x="472" y="0"/>
                      <a:pt x="158" y="159"/>
                      <a:pt x="158" y="159"/>
                    </a:cubicBezTo>
                    <a:cubicBezTo>
                      <a:pt x="158" y="159"/>
                      <a:pt x="1" y="374"/>
                      <a:pt x="48" y="683"/>
                    </a:cubicBezTo>
                    <a:cubicBezTo>
                      <a:pt x="90" y="987"/>
                      <a:pt x="200" y="1055"/>
                      <a:pt x="766" y="1186"/>
                    </a:cubicBezTo>
                    <a:cubicBezTo>
                      <a:pt x="884" y="1213"/>
                      <a:pt x="1034" y="1225"/>
                      <a:pt x="1199" y="1225"/>
                    </a:cubicBezTo>
                    <a:cubicBezTo>
                      <a:pt x="1825" y="1225"/>
                      <a:pt x="2665" y="1051"/>
                      <a:pt x="2839" y="877"/>
                    </a:cubicBezTo>
                    <a:cubicBezTo>
                      <a:pt x="3059" y="636"/>
                      <a:pt x="2860" y="29"/>
                      <a:pt x="2557" y="8"/>
                    </a:cubicBezTo>
                    <a:cubicBezTo>
                      <a:pt x="2500" y="3"/>
                      <a:pt x="2439" y="1"/>
                      <a:pt x="2374" y="1"/>
                    </a:cubicBezTo>
                    <a:cubicBezTo>
                      <a:pt x="2150" y="1"/>
                      <a:pt x="1873" y="22"/>
                      <a:pt x="1558" y="22"/>
                    </a:cubicBezTo>
                    <a:cubicBezTo>
                      <a:pt x="1424" y="22"/>
                      <a:pt x="1284" y="18"/>
                      <a:pt x="1137" y="8"/>
                    </a:cubicBezTo>
                    <a:cubicBezTo>
                      <a:pt x="1075" y="3"/>
                      <a:pt x="1015" y="0"/>
                      <a:pt x="958"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3"/>
              <p:cNvSpPr/>
              <p:nvPr/>
            </p:nvSpPr>
            <p:spPr>
              <a:xfrm>
                <a:off x="1528065" y="2742602"/>
                <a:ext cx="261898" cy="115405"/>
              </a:xfrm>
              <a:custGeom>
                <a:avLst/>
                <a:gdLst/>
                <a:ahLst/>
                <a:cxnLst/>
                <a:rect l="l" t="t" r="r" b="b"/>
                <a:pathLst>
                  <a:path w="3075" h="1355" extrusionOk="0">
                    <a:moveTo>
                      <a:pt x="1025" y="109"/>
                    </a:moveTo>
                    <a:cubicBezTo>
                      <a:pt x="1080" y="109"/>
                      <a:pt x="1139" y="111"/>
                      <a:pt x="1199" y="116"/>
                    </a:cubicBezTo>
                    <a:cubicBezTo>
                      <a:pt x="1417" y="138"/>
                      <a:pt x="1621" y="144"/>
                      <a:pt x="1806" y="144"/>
                    </a:cubicBezTo>
                    <a:cubicBezTo>
                      <a:pt x="2063" y="144"/>
                      <a:pt x="2285" y="132"/>
                      <a:pt x="2463" y="132"/>
                    </a:cubicBezTo>
                    <a:cubicBezTo>
                      <a:pt x="2520" y="132"/>
                      <a:pt x="2571" y="133"/>
                      <a:pt x="2619" y="136"/>
                    </a:cubicBezTo>
                    <a:cubicBezTo>
                      <a:pt x="2660" y="136"/>
                      <a:pt x="2729" y="157"/>
                      <a:pt x="2791" y="225"/>
                    </a:cubicBezTo>
                    <a:cubicBezTo>
                      <a:pt x="2838" y="267"/>
                      <a:pt x="2880" y="356"/>
                      <a:pt x="2901" y="440"/>
                    </a:cubicBezTo>
                    <a:cubicBezTo>
                      <a:pt x="2969" y="618"/>
                      <a:pt x="2943" y="812"/>
                      <a:pt x="2880" y="901"/>
                    </a:cubicBezTo>
                    <a:cubicBezTo>
                      <a:pt x="2838" y="943"/>
                      <a:pt x="2708" y="1011"/>
                      <a:pt x="2550" y="1053"/>
                    </a:cubicBezTo>
                    <a:cubicBezTo>
                      <a:pt x="2399" y="1095"/>
                      <a:pt x="2205" y="1142"/>
                      <a:pt x="1985" y="1184"/>
                    </a:cubicBezTo>
                    <a:cubicBezTo>
                      <a:pt x="1747" y="1223"/>
                      <a:pt x="1493" y="1247"/>
                      <a:pt x="1271" y="1247"/>
                    </a:cubicBezTo>
                    <a:cubicBezTo>
                      <a:pt x="1107" y="1247"/>
                      <a:pt x="960" y="1234"/>
                      <a:pt x="848" y="1205"/>
                    </a:cubicBezTo>
                    <a:cubicBezTo>
                      <a:pt x="566" y="1142"/>
                      <a:pt x="393" y="1074"/>
                      <a:pt x="304" y="1011"/>
                    </a:cubicBezTo>
                    <a:cubicBezTo>
                      <a:pt x="220" y="943"/>
                      <a:pt x="194" y="880"/>
                      <a:pt x="173" y="728"/>
                    </a:cubicBezTo>
                    <a:cubicBezTo>
                      <a:pt x="110" y="466"/>
                      <a:pt x="262" y="267"/>
                      <a:pt x="262" y="267"/>
                    </a:cubicBezTo>
                    <a:cubicBezTo>
                      <a:pt x="281" y="249"/>
                      <a:pt x="562" y="109"/>
                      <a:pt x="1025" y="109"/>
                    </a:cubicBezTo>
                    <a:close/>
                    <a:moveTo>
                      <a:pt x="1041" y="0"/>
                    </a:moveTo>
                    <a:cubicBezTo>
                      <a:pt x="520" y="0"/>
                      <a:pt x="194" y="178"/>
                      <a:pt x="194" y="178"/>
                    </a:cubicBezTo>
                    <a:lnTo>
                      <a:pt x="173" y="178"/>
                    </a:lnTo>
                    <a:cubicBezTo>
                      <a:pt x="173" y="178"/>
                      <a:pt x="0" y="419"/>
                      <a:pt x="42" y="749"/>
                    </a:cubicBezTo>
                    <a:cubicBezTo>
                      <a:pt x="89" y="901"/>
                      <a:pt x="131" y="1032"/>
                      <a:pt x="241" y="1095"/>
                    </a:cubicBezTo>
                    <a:cubicBezTo>
                      <a:pt x="351" y="1184"/>
                      <a:pt x="524" y="1252"/>
                      <a:pt x="807" y="1315"/>
                    </a:cubicBezTo>
                    <a:cubicBezTo>
                      <a:pt x="932" y="1343"/>
                      <a:pt x="1088" y="1355"/>
                      <a:pt x="1257" y="1355"/>
                    </a:cubicBezTo>
                    <a:cubicBezTo>
                      <a:pt x="1497" y="1355"/>
                      <a:pt x="1763" y="1331"/>
                      <a:pt x="2006" y="1294"/>
                    </a:cubicBezTo>
                    <a:cubicBezTo>
                      <a:pt x="2226" y="1252"/>
                      <a:pt x="2420" y="1205"/>
                      <a:pt x="2598" y="1163"/>
                    </a:cubicBezTo>
                    <a:cubicBezTo>
                      <a:pt x="2749" y="1121"/>
                      <a:pt x="2880" y="1053"/>
                      <a:pt x="2943" y="990"/>
                    </a:cubicBezTo>
                    <a:cubicBezTo>
                      <a:pt x="3074" y="833"/>
                      <a:pt x="3074" y="597"/>
                      <a:pt x="3011" y="398"/>
                    </a:cubicBezTo>
                    <a:cubicBezTo>
                      <a:pt x="2990" y="309"/>
                      <a:pt x="2922" y="225"/>
                      <a:pt x="2859" y="136"/>
                    </a:cubicBezTo>
                    <a:cubicBezTo>
                      <a:pt x="2791" y="74"/>
                      <a:pt x="2708" y="26"/>
                      <a:pt x="2619" y="6"/>
                    </a:cubicBezTo>
                    <a:cubicBezTo>
                      <a:pt x="2399" y="6"/>
                      <a:pt x="2104" y="36"/>
                      <a:pt x="1757" y="36"/>
                    </a:cubicBezTo>
                    <a:cubicBezTo>
                      <a:pt x="1583" y="36"/>
                      <a:pt x="1397" y="28"/>
                      <a:pt x="1199" y="6"/>
                    </a:cubicBezTo>
                    <a:cubicBezTo>
                      <a:pt x="1145" y="2"/>
                      <a:pt x="1092" y="0"/>
                      <a:pt x="104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3"/>
              <p:cNvSpPr/>
              <p:nvPr/>
            </p:nvSpPr>
            <p:spPr>
              <a:xfrm>
                <a:off x="879503" y="2206125"/>
                <a:ext cx="446120" cy="754691"/>
              </a:xfrm>
              <a:custGeom>
                <a:avLst/>
                <a:gdLst/>
                <a:ahLst/>
                <a:cxnLst/>
                <a:rect l="l" t="t" r="r" b="b"/>
                <a:pathLst>
                  <a:path w="5238" h="8861" extrusionOk="0">
                    <a:moveTo>
                      <a:pt x="2648" y="1"/>
                    </a:moveTo>
                    <a:cubicBezTo>
                      <a:pt x="1953" y="1"/>
                      <a:pt x="841" y="1226"/>
                      <a:pt x="435" y="2838"/>
                    </a:cubicBezTo>
                    <a:cubicBezTo>
                      <a:pt x="1" y="4561"/>
                      <a:pt x="739" y="6938"/>
                      <a:pt x="2048" y="7897"/>
                    </a:cubicBezTo>
                    <a:cubicBezTo>
                      <a:pt x="3357" y="8860"/>
                      <a:pt x="3928" y="8860"/>
                      <a:pt x="3928" y="8860"/>
                    </a:cubicBezTo>
                    <a:lnTo>
                      <a:pt x="5238" y="5891"/>
                    </a:lnTo>
                    <a:cubicBezTo>
                      <a:pt x="5238" y="5891"/>
                      <a:pt x="4143" y="5367"/>
                      <a:pt x="3729" y="4644"/>
                    </a:cubicBezTo>
                    <a:cubicBezTo>
                      <a:pt x="3316" y="3927"/>
                      <a:pt x="3515" y="2136"/>
                      <a:pt x="3646" y="1570"/>
                    </a:cubicBezTo>
                    <a:cubicBezTo>
                      <a:pt x="3776" y="979"/>
                      <a:pt x="3488" y="219"/>
                      <a:pt x="2792" y="20"/>
                    </a:cubicBezTo>
                    <a:cubicBezTo>
                      <a:pt x="2747" y="7"/>
                      <a:pt x="2699" y="1"/>
                      <a:pt x="26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3"/>
              <p:cNvSpPr/>
              <p:nvPr/>
            </p:nvSpPr>
            <p:spPr>
              <a:xfrm>
                <a:off x="890661" y="2200929"/>
                <a:ext cx="438540" cy="763464"/>
              </a:xfrm>
              <a:custGeom>
                <a:avLst/>
                <a:gdLst/>
                <a:ahLst/>
                <a:cxnLst/>
                <a:rect l="l" t="t" r="r" b="b"/>
                <a:pathLst>
                  <a:path w="5149" h="8964" extrusionOk="0">
                    <a:moveTo>
                      <a:pt x="2519" y="108"/>
                    </a:moveTo>
                    <a:cubicBezTo>
                      <a:pt x="2562" y="108"/>
                      <a:pt x="2602" y="113"/>
                      <a:pt x="2640" y="123"/>
                    </a:cubicBezTo>
                    <a:cubicBezTo>
                      <a:pt x="2944" y="212"/>
                      <a:pt x="3185" y="453"/>
                      <a:pt x="3316" y="736"/>
                    </a:cubicBezTo>
                    <a:cubicBezTo>
                      <a:pt x="3446" y="998"/>
                      <a:pt x="3488" y="1328"/>
                      <a:pt x="3425" y="1610"/>
                    </a:cubicBezTo>
                    <a:cubicBezTo>
                      <a:pt x="3357" y="1893"/>
                      <a:pt x="3274" y="2480"/>
                      <a:pt x="3274" y="3092"/>
                    </a:cubicBezTo>
                    <a:cubicBezTo>
                      <a:pt x="3253" y="3726"/>
                      <a:pt x="3316" y="4360"/>
                      <a:pt x="3535" y="4732"/>
                    </a:cubicBezTo>
                    <a:cubicBezTo>
                      <a:pt x="3750" y="5098"/>
                      <a:pt x="4122" y="5428"/>
                      <a:pt x="4452" y="5648"/>
                    </a:cubicBezTo>
                    <a:cubicBezTo>
                      <a:pt x="4735" y="5863"/>
                      <a:pt x="4955" y="5952"/>
                      <a:pt x="4997" y="5973"/>
                    </a:cubicBezTo>
                    <a:lnTo>
                      <a:pt x="3729" y="8853"/>
                    </a:lnTo>
                    <a:cubicBezTo>
                      <a:pt x="3708" y="8853"/>
                      <a:pt x="3708" y="8853"/>
                      <a:pt x="3666" y="8832"/>
                    </a:cubicBezTo>
                    <a:cubicBezTo>
                      <a:pt x="3598" y="8832"/>
                      <a:pt x="3488" y="8790"/>
                      <a:pt x="3336" y="8743"/>
                    </a:cubicBezTo>
                    <a:cubicBezTo>
                      <a:pt x="3033" y="8612"/>
                      <a:pt x="2572" y="8371"/>
                      <a:pt x="1917" y="7895"/>
                    </a:cubicBezTo>
                    <a:cubicBezTo>
                      <a:pt x="1289" y="7434"/>
                      <a:pt x="786" y="6606"/>
                      <a:pt x="477" y="5690"/>
                    </a:cubicBezTo>
                    <a:cubicBezTo>
                      <a:pt x="194" y="4774"/>
                      <a:pt x="131" y="3768"/>
                      <a:pt x="346" y="2920"/>
                    </a:cubicBezTo>
                    <a:cubicBezTo>
                      <a:pt x="545" y="2066"/>
                      <a:pt x="980" y="1328"/>
                      <a:pt x="1420" y="804"/>
                    </a:cubicBezTo>
                    <a:cubicBezTo>
                      <a:pt x="1634" y="563"/>
                      <a:pt x="1875" y="364"/>
                      <a:pt x="2074" y="254"/>
                    </a:cubicBezTo>
                    <a:cubicBezTo>
                      <a:pt x="2236" y="156"/>
                      <a:pt x="2388" y="108"/>
                      <a:pt x="2519" y="108"/>
                    </a:cubicBezTo>
                    <a:close/>
                    <a:moveTo>
                      <a:pt x="2509" y="1"/>
                    </a:moveTo>
                    <a:cubicBezTo>
                      <a:pt x="2356" y="1"/>
                      <a:pt x="2191" y="52"/>
                      <a:pt x="2027" y="149"/>
                    </a:cubicBezTo>
                    <a:cubicBezTo>
                      <a:pt x="1786" y="280"/>
                      <a:pt x="1551" y="474"/>
                      <a:pt x="1331" y="736"/>
                    </a:cubicBezTo>
                    <a:cubicBezTo>
                      <a:pt x="870" y="1260"/>
                      <a:pt x="456" y="2024"/>
                      <a:pt x="241" y="2873"/>
                    </a:cubicBezTo>
                    <a:cubicBezTo>
                      <a:pt x="1" y="3768"/>
                      <a:pt x="84" y="4794"/>
                      <a:pt x="393" y="5732"/>
                    </a:cubicBezTo>
                    <a:cubicBezTo>
                      <a:pt x="676" y="6669"/>
                      <a:pt x="1200" y="7502"/>
                      <a:pt x="1854" y="8005"/>
                    </a:cubicBezTo>
                    <a:cubicBezTo>
                      <a:pt x="2509" y="8481"/>
                      <a:pt x="2991" y="8722"/>
                      <a:pt x="3295" y="8832"/>
                    </a:cubicBezTo>
                    <a:cubicBezTo>
                      <a:pt x="3446" y="8895"/>
                      <a:pt x="3556" y="8942"/>
                      <a:pt x="3645" y="8942"/>
                    </a:cubicBezTo>
                    <a:cubicBezTo>
                      <a:pt x="3729" y="8963"/>
                      <a:pt x="3776" y="8963"/>
                      <a:pt x="3776" y="8963"/>
                    </a:cubicBezTo>
                    <a:lnTo>
                      <a:pt x="3797" y="8963"/>
                    </a:lnTo>
                    <a:lnTo>
                      <a:pt x="5148" y="5931"/>
                    </a:lnTo>
                    <a:lnTo>
                      <a:pt x="5086" y="5910"/>
                    </a:lnTo>
                    <a:cubicBezTo>
                      <a:pt x="5086" y="5910"/>
                      <a:pt x="4824" y="5779"/>
                      <a:pt x="4515" y="5559"/>
                    </a:cubicBezTo>
                    <a:cubicBezTo>
                      <a:pt x="4190" y="5339"/>
                      <a:pt x="3818" y="5035"/>
                      <a:pt x="3619" y="4684"/>
                    </a:cubicBezTo>
                    <a:cubicBezTo>
                      <a:pt x="3425" y="4339"/>
                      <a:pt x="3384" y="3705"/>
                      <a:pt x="3384" y="3113"/>
                    </a:cubicBezTo>
                    <a:cubicBezTo>
                      <a:pt x="3384" y="2506"/>
                      <a:pt x="3467" y="1914"/>
                      <a:pt x="3535" y="1631"/>
                    </a:cubicBezTo>
                    <a:cubicBezTo>
                      <a:pt x="3598" y="1328"/>
                      <a:pt x="3556" y="977"/>
                      <a:pt x="3425" y="673"/>
                    </a:cubicBezTo>
                    <a:cubicBezTo>
                      <a:pt x="3274" y="385"/>
                      <a:pt x="3012" y="123"/>
                      <a:pt x="2661" y="18"/>
                    </a:cubicBezTo>
                    <a:cubicBezTo>
                      <a:pt x="2612" y="6"/>
                      <a:pt x="2561" y="1"/>
                      <a:pt x="25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3"/>
              <p:cNvSpPr/>
              <p:nvPr/>
            </p:nvSpPr>
            <p:spPr>
              <a:xfrm>
                <a:off x="1044987" y="2600882"/>
                <a:ext cx="408646" cy="446376"/>
              </a:xfrm>
              <a:custGeom>
                <a:avLst/>
                <a:gdLst/>
                <a:ahLst/>
                <a:cxnLst/>
                <a:rect l="l" t="t" r="r" b="b"/>
                <a:pathLst>
                  <a:path w="4798" h="5241" extrusionOk="0">
                    <a:moveTo>
                      <a:pt x="2732" y="1"/>
                    </a:moveTo>
                    <a:cubicBezTo>
                      <a:pt x="2614" y="1"/>
                      <a:pt x="2485" y="52"/>
                      <a:pt x="2310" y="167"/>
                    </a:cubicBezTo>
                    <a:cubicBezTo>
                      <a:pt x="1875" y="449"/>
                      <a:pt x="1022" y="753"/>
                      <a:pt x="676" y="1256"/>
                    </a:cubicBezTo>
                    <a:cubicBezTo>
                      <a:pt x="325" y="1759"/>
                      <a:pt x="456" y="2628"/>
                      <a:pt x="236" y="3199"/>
                    </a:cubicBezTo>
                    <a:cubicBezTo>
                      <a:pt x="1" y="3764"/>
                      <a:pt x="84" y="4199"/>
                      <a:pt x="435" y="4419"/>
                    </a:cubicBezTo>
                    <a:cubicBezTo>
                      <a:pt x="807" y="4660"/>
                      <a:pt x="1331" y="4571"/>
                      <a:pt x="1786" y="4854"/>
                    </a:cubicBezTo>
                    <a:cubicBezTo>
                      <a:pt x="2146" y="5095"/>
                      <a:pt x="2451" y="5240"/>
                      <a:pt x="2693" y="5240"/>
                    </a:cubicBezTo>
                    <a:cubicBezTo>
                      <a:pt x="2760" y="5240"/>
                      <a:pt x="2823" y="5229"/>
                      <a:pt x="2881" y="5204"/>
                    </a:cubicBezTo>
                    <a:cubicBezTo>
                      <a:pt x="3143" y="5094"/>
                      <a:pt x="3467" y="4660"/>
                      <a:pt x="3771" y="4246"/>
                    </a:cubicBezTo>
                    <a:cubicBezTo>
                      <a:pt x="4059" y="3853"/>
                      <a:pt x="4253" y="3047"/>
                      <a:pt x="4384" y="2654"/>
                    </a:cubicBezTo>
                    <a:cubicBezTo>
                      <a:pt x="4515" y="2235"/>
                      <a:pt x="4452" y="1759"/>
                      <a:pt x="4452" y="1759"/>
                    </a:cubicBezTo>
                    <a:cubicBezTo>
                      <a:pt x="4452" y="1759"/>
                      <a:pt x="4798" y="1298"/>
                      <a:pt x="4405" y="994"/>
                    </a:cubicBezTo>
                    <a:cubicBezTo>
                      <a:pt x="4012" y="690"/>
                      <a:pt x="3729" y="643"/>
                      <a:pt x="3315" y="318"/>
                    </a:cubicBezTo>
                    <a:cubicBezTo>
                      <a:pt x="3066" y="120"/>
                      <a:pt x="2912" y="1"/>
                      <a:pt x="27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3"/>
              <p:cNvSpPr/>
              <p:nvPr/>
            </p:nvSpPr>
            <p:spPr>
              <a:xfrm>
                <a:off x="1046775" y="2595857"/>
                <a:ext cx="395700" cy="455489"/>
              </a:xfrm>
              <a:custGeom>
                <a:avLst/>
                <a:gdLst/>
                <a:ahLst/>
                <a:cxnLst/>
                <a:rect l="l" t="t" r="r" b="b"/>
                <a:pathLst>
                  <a:path w="4646" h="5348" extrusionOk="0">
                    <a:moveTo>
                      <a:pt x="2693" y="121"/>
                    </a:moveTo>
                    <a:cubicBezTo>
                      <a:pt x="2727" y="121"/>
                      <a:pt x="2759" y="126"/>
                      <a:pt x="2792" y="137"/>
                    </a:cubicBezTo>
                    <a:cubicBezTo>
                      <a:pt x="2923" y="157"/>
                      <a:pt x="3054" y="246"/>
                      <a:pt x="3253" y="419"/>
                    </a:cubicBezTo>
                    <a:cubicBezTo>
                      <a:pt x="3666" y="749"/>
                      <a:pt x="3970" y="791"/>
                      <a:pt x="4342" y="1095"/>
                    </a:cubicBezTo>
                    <a:cubicBezTo>
                      <a:pt x="4515" y="1226"/>
                      <a:pt x="4536" y="1404"/>
                      <a:pt x="4494" y="1535"/>
                    </a:cubicBezTo>
                    <a:cubicBezTo>
                      <a:pt x="4473" y="1666"/>
                      <a:pt x="4384" y="1770"/>
                      <a:pt x="4384" y="1770"/>
                    </a:cubicBezTo>
                    <a:lnTo>
                      <a:pt x="4384" y="1797"/>
                    </a:lnTo>
                    <a:lnTo>
                      <a:pt x="4384" y="1818"/>
                    </a:lnTo>
                    <a:cubicBezTo>
                      <a:pt x="4384" y="1818"/>
                      <a:pt x="4431" y="2294"/>
                      <a:pt x="4321" y="2687"/>
                    </a:cubicBezTo>
                    <a:cubicBezTo>
                      <a:pt x="4190" y="3080"/>
                      <a:pt x="3991" y="3891"/>
                      <a:pt x="3708" y="4284"/>
                    </a:cubicBezTo>
                    <a:cubicBezTo>
                      <a:pt x="3556" y="4478"/>
                      <a:pt x="3404" y="4698"/>
                      <a:pt x="3253" y="4850"/>
                    </a:cubicBezTo>
                    <a:cubicBezTo>
                      <a:pt x="3095" y="5023"/>
                      <a:pt x="2944" y="5153"/>
                      <a:pt x="2834" y="5201"/>
                    </a:cubicBezTo>
                    <a:cubicBezTo>
                      <a:pt x="2786" y="5229"/>
                      <a:pt x="2728" y="5240"/>
                      <a:pt x="2663" y="5240"/>
                    </a:cubicBezTo>
                    <a:cubicBezTo>
                      <a:pt x="2584" y="5240"/>
                      <a:pt x="2494" y="5224"/>
                      <a:pt x="2399" y="5201"/>
                    </a:cubicBezTo>
                    <a:cubicBezTo>
                      <a:pt x="2226" y="5133"/>
                      <a:pt x="2027" y="5023"/>
                      <a:pt x="1786" y="4871"/>
                    </a:cubicBezTo>
                    <a:cubicBezTo>
                      <a:pt x="1551" y="4719"/>
                      <a:pt x="1310" y="4677"/>
                      <a:pt x="1069" y="4630"/>
                    </a:cubicBezTo>
                    <a:cubicBezTo>
                      <a:pt x="828" y="4588"/>
                      <a:pt x="608" y="4546"/>
                      <a:pt x="456" y="4436"/>
                    </a:cubicBezTo>
                    <a:cubicBezTo>
                      <a:pt x="283" y="4326"/>
                      <a:pt x="173" y="4174"/>
                      <a:pt x="152" y="3975"/>
                    </a:cubicBezTo>
                    <a:cubicBezTo>
                      <a:pt x="110" y="3781"/>
                      <a:pt x="152" y="3541"/>
                      <a:pt x="262" y="3279"/>
                    </a:cubicBezTo>
                    <a:cubicBezTo>
                      <a:pt x="393" y="2975"/>
                      <a:pt x="414" y="2624"/>
                      <a:pt x="456" y="2273"/>
                    </a:cubicBezTo>
                    <a:cubicBezTo>
                      <a:pt x="477" y="1928"/>
                      <a:pt x="545" y="1598"/>
                      <a:pt x="697" y="1357"/>
                    </a:cubicBezTo>
                    <a:cubicBezTo>
                      <a:pt x="870" y="1116"/>
                      <a:pt x="1158" y="901"/>
                      <a:pt x="1462" y="723"/>
                    </a:cubicBezTo>
                    <a:cubicBezTo>
                      <a:pt x="1765" y="550"/>
                      <a:pt x="2095" y="419"/>
                      <a:pt x="2310" y="267"/>
                    </a:cubicBezTo>
                    <a:cubicBezTo>
                      <a:pt x="2475" y="169"/>
                      <a:pt x="2590" y="121"/>
                      <a:pt x="2693" y="121"/>
                    </a:cubicBezTo>
                    <a:close/>
                    <a:moveTo>
                      <a:pt x="2739" y="1"/>
                    </a:moveTo>
                    <a:cubicBezTo>
                      <a:pt x="2605" y="1"/>
                      <a:pt x="2453" y="50"/>
                      <a:pt x="2268" y="178"/>
                    </a:cubicBezTo>
                    <a:cubicBezTo>
                      <a:pt x="2048" y="309"/>
                      <a:pt x="1723" y="461"/>
                      <a:pt x="1420" y="639"/>
                    </a:cubicBezTo>
                    <a:cubicBezTo>
                      <a:pt x="1090" y="812"/>
                      <a:pt x="807" y="1011"/>
                      <a:pt x="608" y="1294"/>
                    </a:cubicBezTo>
                    <a:cubicBezTo>
                      <a:pt x="435" y="1556"/>
                      <a:pt x="372" y="1901"/>
                      <a:pt x="325" y="2252"/>
                    </a:cubicBezTo>
                    <a:cubicBezTo>
                      <a:pt x="304" y="2603"/>
                      <a:pt x="262" y="2949"/>
                      <a:pt x="152" y="3237"/>
                    </a:cubicBezTo>
                    <a:cubicBezTo>
                      <a:pt x="42" y="3520"/>
                      <a:pt x="0" y="3781"/>
                      <a:pt x="42" y="3996"/>
                    </a:cubicBezTo>
                    <a:cubicBezTo>
                      <a:pt x="63" y="4216"/>
                      <a:pt x="194" y="4415"/>
                      <a:pt x="393" y="4546"/>
                    </a:cubicBezTo>
                    <a:cubicBezTo>
                      <a:pt x="587" y="4651"/>
                      <a:pt x="807" y="4698"/>
                      <a:pt x="1048" y="4740"/>
                    </a:cubicBezTo>
                    <a:cubicBezTo>
                      <a:pt x="1289" y="4782"/>
                      <a:pt x="1503" y="4829"/>
                      <a:pt x="1723" y="4960"/>
                    </a:cubicBezTo>
                    <a:cubicBezTo>
                      <a:pt x="1964" y="5112"/>
                      <a:pt x="2179" y="5243"/>
                      <a:pt x="2378" y="5284"/>
                    </a:cubicBezTo>
                    <a:cubicBezTo>
                      <a:pt x="2477" y="5324"/>
                      <a:pt x="2579" y="5347"/>
                      <a:pt x="2675" y="5347"/>
                    </a:cubicBezTo>
                    <a:cubicBezTo>
                      <a:pt x="2747" y="5347"/>
                      <a:pt x="2816" y="5334"/>
                      <a:pt x="2881" y="5305"/>
                    </a:cubicBezTo>
                    <a:cubicBezTo>
                      <a:pt x="3033" y="5243"/>
                      <a:pt x="3185" y="5112"/>
                      <a:pt x="3336" y="4939"/>
                    </a:cubicBezTo>
                    <a:cubicBezTo>
                      <a:pt x="3488" y="4761"/>
                      <a:pt x="3645" y="4546"/>
                      <a:pt x="3797" y="4347"/>
                    </a:cubicBezTo>
                    <a:cubicBezTo>
                      <a:pt x="4101" y="3933"/>
                      <a:pt x="4300" y="3127"/>
                      <a:pt x="4431" y="2713"/>
                    </a:cubicBezTo>
                    <a:cubicBezTo>
                      <a:pt x="4536" y="2294"/>
                      <a:pt x="4494" y="1839"/>
                      <a:pt x="4494" y="1818"/>
                    </a:cubicBezTo>
                    <a:cubicBezTo>
                      <a:pt x="4494" y="1818"/>
                      <a:pt x="4583" y="1708"/>
                      <a:pt x="4604" y="1556"/>
                    </a:cubicBezTo>
                    <a:cubicBezTo>
                      <a:pt x="4646" y="1404"/>
                      <a:pt x="4625" y="1163"/>
                      <a:pt x="4405" y="1011"/>
                    </a:cubicBezTo>
                    <a:cubicBezTo>
                      <a:pt x="4012" y="681"/>
                      <a:pt x="3729" y="639"/>
                      <a:pt x="3336" y="330"/>
                    </a:cubicBezTo>
                    <a:cubicBezTo>
                      <a:pt x="3122" y="157"/>
                      <a:pt x="2991" y="47"/>
                      <a:pt x="2813" y="6"/>
                    </a:cubicBezTo>
                    <a:cubicBezTo>
                      <a:pt x="2789" y="2"/>
                      <a:pt x="2764" y="1"/>
                      <a:pt x="273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3"/>
              <p:cNvSpPr/>
              <p:nvPr/>
            </p:nvSpPr>
            <p:spPr>
              <a:xfrm>
                <a:off x="1249307" y="2741240"/>
                <a:ext cx="590995" cy="301161"/>
              </a:xfrm>
              <a:custGeom>
                <a:avLst/>
                <a:gdLst/>
                <a:ahLst/>
                <a:cxnLst/>
                <a:rect l="l" t="t" r="r" b="b"/>
                <a:pathLst>
                  <a:path w="6939" h="3536" extrusionOk="0">
                    <a:moveTo>
                      <a:pt x="1683" y="0"/>
                    </a:moveTo>
                    <a:cubicBezTo>
                      <a:pt x="1509" y="0"/>
                      <a:pt x="1297" y="25"/>
                      <a:pt x="1089" y="111"/>
                    </a:cubicBezTo>
                    <a:cubicBezTo>
                      <a:pt x="613" y="283"/>
                      <a:pt x="283" y="917"/>
                      <a:pt x="152" y="1682"/>
                    </a:cubicBezTo>
                    <a:cubicBezTo>
                      <a:pt x="0" y="2467"/>
                      <a:pt x="456" y="2708"/>
                      <a:pt x="456" y="2708"/>
                    </a:cubicBezTo>
                    <a:cubicBezTo>
                      <a:pt x="456" y="2708"/>
                      <a:pt x="1765" y="2970"/>
                      <a:pt x="1875" y="3012"/>
                    </a:cubicBezTo>
                    <a:cubicBezTo>
                      <a:pt x="1952" y="3048"/>
                      <a:pt x="2293" y="3105"/>
                      <a:pt x="2566" y="3105"/>
                    </a:cubicBezTo>
                    <a:cubicBezTo>
                      <a:pt x="2606" y="3105"/>
                      <a:pt x="2645" y="3104"/>
                      <a:pt x="2681" y="3101"/>
                    </a:cubicBezTo>
                    <a:cubicBezTo>
                      <a:pt x="2969" y="3054"/>
                      <a:pt x="3818" y="2970"/>
                      <a:pt x="3928" y="2970"/>
                    </a:cubicBezTo>
                    <a:cubicBezTo>
                      <a:pt x="4038" y="2991"/>
                      <a:pt x="4645" y="3012"/>
                      <a:pt x="5085" y="3232"/>
                    </a:cubicBezTo>
                    <a:cubicBezTo>
                      <a:pt x="5520" y="3426"/>
                      <a:pt x="5672" y="3515"/>
                      <a:pt x="5871" y="3536"/>
                    </a:cubicBezTo>
                    <a:cubicBezTo>
                      <a:pt x="6064" y="3536"/>
                      <a:pt x="6195" y="3363"/>
                      <a:pt x="6242" y="3295"/>
                    </a:cubicBezTo>
                    <a:cubicBezTo>
                      <a:pt x="6305" y="3206"/>
                      <a:pt x="6284" y="3075"/>
                      <a:pt x="6284" y="3075"/>
                    </a:cubicBezTo>
                    <a:cubicBezTo>
                      <a:pt x="6284" y="3075"/>
                      <a:pt x="6394" y="3012"/>
                      <a:pt x="6478" y="2923"/>
                    </a:cubicBezTo>
                    <a:cubicBezTo>
                      <a:pt x="6588" y="2813"/>
                      <a:pt x="6588" y="2708"/>
                      <a:pt x="6588" y="2708"/>
                    </a:cubicBezTo>
                    <a:cubicBezTo>
                      <a:pt x="6588" y="2708"/>
                      <a:pt x="6740" y="2577"/>
                      <a:pt x="6850" y="2399"/>
                    </a:cubicBezTo>
                    <a:cubicBezTo>
                      <a:pt x="6939" y="2205"/>
                      <a:pt x="6871" y="1834"/>
                      <a:pt x="6871" y="1834"/>
                    </a:cubicBezTo>
                    <a:cubicBezTo>
                      <a:pt x="6871" y="1834"/>
                      <a:pt x="6918" y="1792"/>
                      <a:pt x="6871" y="1572"/>
                    </a:cubicBezTo>
                    <a:cubicBezTo>
                      <a:pt x="6850" y="1352"/>
                      <a:pt x="6677" y="1006"/>
                      <a:pt x="6436" y="828"/>
                    </a:cubicBezTo>
                    <a:cubicBezTo>
                      <a:pt x="6174" y="634"/>
                      <a:pt x="5803" y="545"/>
                      <a:pt x="5499" y="482"/>
                    </a:cubicBezTo>
                    <a:cubicBezTo>
                      <a:pt x="5216" y="393"/>
                      <a:pt x="4776" y="393"/>
                      <a:pt x="4472" y="304"/>
                    </a:cubicBezTo>
                    <a:cubicBezTo>
                      <a:pt x="4190" y="241"/>
                      <a:pt x="3598" y="221"/>
                      <a:pt x="3142" y="173"/>
                    </a:cubicBezTo>
                    <a:cubicBezTo>
                      <a:pt x="2681" y="132"/>
                      <a:pt x="2074" y="42"/>
                      <a:pt x="2074" y="42"/>
                    </a:cubicBezTo>
                    <a:cubicBezTo>
                      <a:pt x="2074" y="42"/>
                      <a:pt x="1912" y="0"/>
                      <a:pt x="1683"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3"/>
              <p:cNvSpPr/>
              <p:nvPr/>
            </p:nvSpPr>
            <p:spPr>
              <a:xfrm>
                <a:off x="1251010" y="2736811"/>
                <a:ext cx="591080" cy="309252"/>
              </a:xfrm>
              <a:custGeom>
                <a:avLst/>
                <a:gdLst/>
                <a:ahLst/>
                <a:cxnLst/>
                <a:rect l="l" t="t" r="r" b="b"/>
                <a:pathLst>
                  <a:path w="6940" h="3631" extrusionOk="0">
                    <a:moveTo>
                      <a:pt x="1593" y="108"/>
                    </a:moveTo>
                    <a:cubicBezTo>
                      <a:pt x="1640" y="108"/>
                      <a:pt x="1684" y="111"/>
                      <a:pt x="1724" y="115"/>
                    </a:cubicBezTo>
                    <a:cubicBezTo>
                      <a:pt x="1902" y="115"/>
                      <a:pt x="2033" y="163"/>
                      <a:pt x="2033" y="163"/>
                    </a:cubicBezTo>
                    <a:lnTo>
                      <a:pt x="2054" y="163"/>
                    </a:lnTo>
                    <a:cubicBezTo>
                      <a:pt x="2054" y="163"/>
                      <a:pt x="2661" y="246"/>
                      <a:pt x="3122" y="273"/>
                    </a:cubicBezTo>
                    <a:cubicBezTo>
                      <a:pt x="3578" y="314"/>
                      <a:pt x="4170" y="356"/>
                      <a:pt x="4452" y="424"/>
                    </a:cubicBezTo>
                    <a:cubicBezTo>
                      <a:pt x="4756" y="487"/>
                      <a:pt x="5196" y="508"/>
                      <a:pt x="5479" y="576"/>
                    </a:cubicBezTo>
                    <a:cubicBezTo>
                      <a:pt x="5762" y="665"/>
                      <a:pt x="6133" y="749"/>
                      <a:pt x="6374" y="927"/>
                    </a:cubicBezTo>
                    <a:cubicBezTo>
                      <a:pt x="6615" y="1100"/>
                      <a:pt x="6788" y="1451"/>
                      <a:pt x="6809" y="1645"/>
                    </a:cubicBezTo>
                    <a:lnTo>
                      <a:pt x="6809" y="1817"/>
                    </a:lnTo>
                    <a:lnTo>
                      <a:pt x="6809" y="1844"/>
                    </a:lnTo>
                    <a:lnTo>
                      <a:pt x="6788" y="1865"/>
                    </a:lnTo>
                    <a:lnTo>
                      <a:pt x="6809" y="1886"/>
                    </a:lnTo>
                    <a:lnTo>
                      <a:pt x="6809" y="2079"/>
                    </a:lnTo>
                    <a:cubicBezTo>
                      <a:pt x="6830" y="2210"/>
                      <a:pt x="6809" y="2341"/>
                      <a:pt x="6767" y="2409"/>
                    </a:cubicBezTo>
                    <a:cubicBezTo>
                      <a:pt x="6678" y="2582"/>
                      <a:pt x="6526" y="2713"/>
                      <a:pt x="6526" y="2713"/>
                    </a:cubicBezTo>
                    <a:lnTo>
                      <a:pt x="6505" y="2734"/>
                    </a:lnTo>
                    <a:lnTo>
                      <a:pt x="6505" y="2760"/>
                    </a:lnTo>
                    <a:cubicBezTo>
                      <a:pt x="6505" y="2760"/>
                      <a:pt x="6505" y="2844"/>
                      <a:pt x="6437" y="2933"/>
                    </a:cubicBezTo>
                    <a:cubicBezTo>
                      <a:pt x="6327" y="3022"/>
                      <a:pt x="6243" y="3085"/>
                      <a:pt x="6243" y="3085"/>
                    </a:cubicBezTo>
                    <a:lnTo>
                      <a:pt x="6196" y="3106"/>
                    </a:lnTo>
                    <a:lnTo>
                      <a:pt x="6196" y="3127"/>
                    </a:lnTo>
                    <a:lnTo>
                      <a:pt x="6196" y="3195"/>
                    </a:lnTo>
                    <a:cubicBezTo>
                      <a:pt x="6196" y="3237"/>
                      <a:pt x="6196" y="3284"/>
                      <a:pt x="6175" y="3305"/>
                    </a:cubicBezTo>
                    <a:cubicBezTo>
                      <a:pt x="6117" y="3382"/>
                      <a:pt x="6019" y="3522"/>
                      <a:pt x="5884" y="3522"/>
                    </a:cubicBezTo>
                    <a:cubicBezTo>
                      <a:pt x="5873" y="3522"/>
                      <a:pt x="5862" y="3521"/>
                      <a:pt x="5851" y="3519"/>
                    </a:cubicBezTo>
                    <a:cubicBezTo>
                      <a:pt x="5673" y="3519"/>
                      <a:pt x="5521" y="3436"/>
                      <a:pt x="5086" y="3237"/>
                    </a:cubicBezTo>
                    <a:cubicBezTo>
                      <a:pt x="4866" y="3106"/>
                      <a:pt x="4604" y="3064"/>
                      <a:pt x="4363" y="3022"/>
                    </a:cubicBezTo>
                    <a:cubicBezTo>
                      <a:pt x="4149" y="2975"/>
                      <a:pt x="3950" y="2975"/>
                      <a:pt x="3908" y="2975"/>
                    </a:cubicBezTo>
                    <a:cubicBezTo>
                      <a:pt x="3894" y="2968"/>
                      <a:pt x="3877" y="2965"/>
                      <a:pt x="3856" y="2965"/>
                    </a:cubicBezTo>
                    <a:cubicBezTo>
                      <a:pt x="3816" y="2965"/>
                      <a:pt x="3761" y="2975"/>
                      <a:pt x="3688" y="2975"/>
                    </a:cubicBezTo>
                    <a:cubicBezTo>
                      <a:pt x="3604" y="2975"/>
                      <a:pt x="3473" y="2996"/>
                      <a:pt x="3342" y="3022"/>
                    </a:cubicBezTo>
                    <a:cubicBezTo>
                      <a:pt x="3080" y="3043"/>
                      <a:pt x="2792" y="3064"/>
                      <a:pt x="2640" y="3085"/>
                    </a:cubicBezTo>
                    <a:cubicBezTo>
                      <a:pt x="2602" y="3091"/>
                      <a:pt x="2560" y="3093"/>
                      <a:pt x="2516" y="3093"/>
                    </a:cubicBezTo>
                    <a:cubicBezTo>
                      <a:pt x="2410" y="3093"/>
                      <a:pt x="2292" y="3079"/>
                      <a:pt x="2185" y="3064"/>
                    </a:cubicBezTo>
                    <a:cubicBezTo>
                      <a:pt x="2033" y="3064"/>
                      <a:pt x="1902" y="3022"/>
                      <a:pt x="1876" y="2996"/>
                    </a:cubicBezTo>
                    <a:cubicBezTo>
                      <a:pt x="1855" y="2996"/>
                      <a:pt x="1813" y="2996"/>
                      <a:pt x="1771" y="2975"/>
                    </a:cubicBezTo>
                    <a:cubicBezTo>
                      <a:pt x="1724" y="2975"/>
                      <a:pt x="1661" y="2954"/>
                      <a:pt x="1593" y="2933"/>
                    </a:cubicBezTo>
                    <a:cubicBezTo>
                      <a:pt x="1462" y="2912"/>
                      <a:pt x="1289" y="2865"/>
                      <a:pt x="1116" y="2823"/>
                    </a:cubicBezTo>
                    <a:cubicBezTo>
                      <a:pt x="787" y="2760"/>
                      <a:pt x="483" y="2692"/>
                      <a:pt x="462" y="2692"/>
                    </a:cubicBezTo>
                    <a:cubicBezTo>
                      <a:pt x="462" y="2692"/>
                      <a:pt x="373" y="2650"/>
                      <a:pt x="284" y="2498"/>
                    </a:cubicBezTo>
                    <a:cubicBezTo>
                      <a:pt x="200" y="2367"/>
                      <a:pt x="111" y="2126"/>
                      <a:pt x="174" y="1755"/>
                    </a:cubicBezTo>
                    <a:cubicBezTo>
                      <a:pt x="305" y="990"/>
                      <a:pt x="635" y="377"/>
                      <a:pt x="1090" y="204"/>
                    </a:cubicBezTo>
                    <a:cubicBezTo>
                      <a:pt x="1259" y="136"/>
                      <a:pt x="1440" y="108"/>
                      <a:pt x="1593" y="108"/>
                    </a:cubicBezTo>
                    <a:close/>
                    <a:moveTo>
                      <a:pt x="1590" y="1"/>
                    </a:moveTo>
                    <a:cubicBezTo>
                      <a:pt x="1423" y="1"/>
                      <a:pt x="1230" y="31"/>
                      <a:pt x="1048" y="94"/>
                    </a:cubicBezTo>
                    <a:cubicBezTo>
                      <a:pt x="546" y="314"/>
                      <a:pt x="200" y="948"/>
                      <a:pt x="69" y="1734"/>
                    </a:cubicBezTo>
                    <a:cubicBezTo>
                      <a:pt x="1" y="2126"/>
                      <a:pt x="90" y="2409"/>
                      <a:pt x="174" y="2561"/>
                    </a:cubicBezTo>
                    <a:cubicBezTo>
                      <a:pt x="284" y="2734"/>
                      <a:pt x="415" y="2802"/>
                      <a:pt x="415" y="2802"/>
                    </a:cubicBezTo>
                    <a:lnTo>
                      <a:pt x="436" y="2802"/>
                    </a:lnTo>
                    <a:cubicBezTo>
                      <a:pt x="436" y="2802"/>
                      <a:pt x="766" y="2865"/>
                      <a:pt x="1090" y="2954"/>
                    </a:cubicBezTo>
                    <a:cubicBezTo>
                      <a:pt x="1268" y="2975"/>
                      <a:pt x="1441" y="3022"/>
                      <a:pt x="1572" y="3043"/>
                    </a:cubicBezTo>
                    <a:cubicBezTo>
                      <a:pt x="1640" y="3064"/>
                      <a:pt x="1703" y="3085"/>
                      <a:pt x="1745" y="3085"/>
                    </a:cubicBezTo>
                    <a:cubicBezTo>
                      <a:pt x="1792" y="3106"/>
                      <a:pt x="1834" y="3106"/>
                      <a:pt x="1834" y="3106"/>
                    </a:cubicBezTo>
                    <a:cubicBezTo>
                      <a:pt x="1902" y="3127"/>
                      <a:pt x="2007" y="3174"/>
                      <a:pt x="2185" y="3195"/>
                    </a:cubicBezTo>
                    <a:cubicBezTo>
                      <a:pt x="2286" y="3195"/>
                      <a:pt x="2397" y="3204"/>
                      <a:pt x="2504" y="3204"/>
                    </a:cubicBezTo>
                    <a:cubicBezTo>
                      <a:pt x="2558" y="3204"/>
                      <a:pt x="2611" y="3202"/>
                      <a:pt x="2661" y="3195"/>
                    </a:cubicBezTo>
                    <a:cubicBezTo>
                      <a:pt x="2792" y="3174"/>
                      <a:pt x="3080" y="3153"/>
                      <a:pt x="3342" y="3127"/>
                    </a:cubicBezTo>
                    <a:cubicBezTo>
                      <a:pt x="3473" y="3106"/>
                      <a:pt x="3604" y="3106"/>
                      <a:pt x="3709" y="3085"/>
                    </a:cubicBezTo>
                    <a:lnTo>
                      <a:pt x="3908" y="3085"/>
                    </a:lnTo>
                    <a:cubicBezTo>
                      <a:pt x="3971" y="3085"/>
                      <a:pt x="4128" y="3106"/>
                      <a:pt x="4363" y="3127"/>
                    </a:cubicBezTo>
                    <a:cubicBezTo>
                      <a:pt x="4583" y="3174"/>
                      <a:pt x="4824" y="3237"/>
                      <a:pt x="5044" y="3326"/>
                    </a:cubicBezTo>
                    <a:cubicBezTo>
                      <a:pt x="5479" y="3546"/>
                      <a:pt x="5631" y="3629"/>
                      <a:pt x="5851" y="3629"/>
                    </a:cubicBezTo>
                    <a:cubicBezTo>
                      <a:pt x="5861" y="3630"/>
                      <a:pt x="5872" y="3631"/>
                      <a:pt x="5883" y="3631"/>
                    </a:cubicBezTo>
                    <a:cubicBezTo>
                      <a:pt x="6081" y="3631"/>
                      <a:pt x="6225" y="3452"/>
                      <a:pt x="6264" y="3368"/>
                    </a:cubicBezTo>
                    <a:cubicBezTo>
                      <a:pt x="6306" y="3326"/>
                      <a:pt x="6306" y="3258"/>
                      <a:pt x="6327" y="3216"/>
                    </a:cubicBezTo>
                    <a:lnTo>
                      <a:pt x="6327" y="3153"/>
                    </a:lnTo>
                    <a:cubicBezTo>
                      <a:pt x="6353" y="3153"/>
                      <a:pt x="6416" y="3106"/>
                      <a:pt x="6505" y="3022"/>
                    </a:cubicBezTo>
                    <a:cubicBezTo>
                      <a:pt x="6615" y="2912"/>
                      <a:pt x="6615" y="2823"/>
                      <a:pt x="6615" y="2802"/>
                    </a:cubicBezTo>
                    <a:cubicBezTo>
                      <a:pt x="6615" y="2781"/>
                      <a:pt x="6788" y="2671"/>
                      <a:pt x="6877" y="2472"/>
                    </a:cubicBezTo>
                    <a:cubicBezTo>
                      <a:pt x="6940" y="2367"/>
                      <a:pt x="6940" y="2210"/>
                      <a:pt x="6940" y="2079"/>
                    </a:cubicBezTo>
                    <a:cubicBezTo>
                      <a:pt x="6919" y="1975"/>
                      <a:pt x="6919" y="1906"/>
                      <a:pt x="6919" y="1886"/>
                    </a:cubicBezTo>
                    <a:lnTo>
                      <a:pt x="6919" y="1844"/>
                    </a:lnTo>
                    <a:cubicBezTo>
                      <a:pt x="6940" y="1796"/>
                      <a:pt x="6940" y="1734"/>
                      <a:pt x="6919" y="1624"/>
                    </a:cubicBezTo>
                    <a:cubicBezTo>
                      <a:pt x="6898" y="1383"/>
                      <a:pt x="6720" y="1032"/>
                      <a:pt x="6437" y="838"/>
                    </a:cubicBezTo>
                    <a:cubicBezTo>
                      <a:pt x="6175" y="639"/>
                      <a:pt x="5783" y="555"/>
                      <a:pt x="5500" y="466"/>
                    </a:cubicBezTo>
                    <a:cubicBezTo>
                      <a:pt x="5196" y="403"/>
                      <a:pt x="4756" y="377"/>
                      <a:pt x="4473" y="314"/>
                    </a:cubicBezTo>
                    <a:cubicBezTo>
                      <a:pt x="4170" y="246"/>
                      <a:pt x="3578" y="204"/>
                      <a:pt x="3122" y="163"/>
                    </a:cubicBezTo>
                    <a:cubicBezTo>
                      <a:pt x="2661" y="115"/>
                      <a:pt x="2054" y="53"/>
                      <a:pt x="2054" y="53"/>
                    </a:cubicBezTo>
                    <a:cubicBezTo>
                      <a:pt x="2033" y="53"/>
                      <a:pt x="1923" y="11"/>
                      <a:pt x="1745" y="11"/>
                    </a:cubicBezTo>
                    <a:cubicBezTo>
                      <a:pt x="1697" y="4"/>
                      <a:pt x="1645" y="1"/>
                      <a:pt x="159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3"/>
              <p:cNvSpPr/>
              <p:nvPr/>
            </p:nvSpPr>
            <p:spPr>
              <a:xfrm>
                <a:off x="1600288" y="2890285"/>
                <a:ext cx="187885" cy="116427"/>
              </a:xfrm>
              <a:custGeom>
                <a:avLst/>
                <a:gdLst/>
                <a:ahLst/>
                <a:cxnLst/>
                <a:rect l="l" t="t" r="r" b="b"/>
                <a:pathLst>
                  <a:path w="2206" h="1367" extrusionOk="0">
                    <a:moveTo>
                      <a:pt x="281" y="0"/>
                    </a:moveTo>
                    <a:cubicBezTo>
                      <a:pt x="150" y="0"/>
                      <a:pt x="69" y="15"/>
                      <a:pt x="69" y="15"/>
                    </a:cubicBezTo>
                    <a:cubicBezTo>
                      <a:pt x="27" y="15"/>
                      <a:pt x="0" y="63"/>
                      <a:pt x="27" y="84"/>
                    </a:cubicBezTo>
                    <a:cubicBezTo>
                      <a:pt x="27" y="104"/>
                      <a:pt x="48" y="125"/>
                      <a:pt x="89" y="125"/>
                    </a:cubicBezTo>
                    <a:cubicBezTo>
                      <a:pt x="89" y="125"/>
                      <a:pt x="156" y="114"/>
                      <a:pt x="264" y="114"/>
                    </a:cubicBezTo>
                    <a:cubicBezTo>
                      <a:pt x="490" y="114"/>
                      <a:pt x="899" y="164"/>
                      <a:pt x="1268" y="476"/>
                    </a:cubicBezTo>
                    <a:cubicBezTo>
                      <a:pt x="1833" y="958"/>
                      <a:pt x="2095" y="1351"/>
                      <a:pt x="2095" y="1351"/>
                    </a:cubicBezTo>
                    <a:cubicBezTo>
                      <a:pt x="2095" y="1361"/>
                      <a:pt x="2107" y="1367"/>
                      <a:pt x="2121" y="1367"/>
                    </a:cubicBezTo>
                    <a:cubicBezTo>
                      <a:pt x="2136" y="1367"/>
                      <a:pt x="2153" y="1361"/>
                      <a:pt x="2163" y="1351"/>
                    </a:cubicBezTo>
                    <a:cubicBezTo>
                      <a:pt x="2184" y="1351"/>
                      <a:pt x="2205" y="1304"/>
                      <a:pt x="2184" y="1283"/>
                    </a:cubicBezTo>
                    <a:cubicBezTo>
                      <a:pt x="2184" y="1283"/>
                      <a:pt x="1922" y="890"/>
                      <a:pt x="1357" y="387"/>
                    </a:cubicBezTo>
                    <a:cubicBezTo>
                      <a:pt x="968" y="57"/>
                      <a:pt x="533" y="0"/>
                      <a:pt x="28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3"/>
              <p:cNvSpPr/>
              <p:nvPr/>
            </p:nvSpPr>
            <p:spPr>
              <a:xfrm>
                <a:off x="1633759" y="2835777"/>
                <a:ext cx="180731" cy="137975"/>
              </a:xfrm>
              <a:custGeom>
                <a:avLst/>
                <a:gdLst/>
                <a:ahLst/>
                <a:cxnLst/>
                <a:rect l="l" t="t" r="r" b="b"/>
                <a:pathLst>
                  <a:path w="2122" h="1620" extrusionOk="0">
                    <a:moveTo>
                      <a:pt x="68" y="1"/>
                    </a:moveTo>
                    <a:cubicBezTo>
                      <a:pt x="47" y="1"/>
                      <a:pt x="0" y="27"/>
                      <a:pt x="0" y="69"/>
                    </a:cubicBezTo>
                    <a:cubicBezTo>
                      <a:pt x="0" y="90"/>
                      <a:pt x="26" y="111"/>
                      <a:pt x="68" y="111"/>
                    </a:cubicBezTo>
                    <a:cubicBezTo>
                      <a:pt x="68" y="111"/>
                      <a:pt x="964" y="179"/>
                      <a:pt x="1440" y="614"/>
                    </a:cubicBezTo>
                    <a:cubicBezTo>
                      <a:pt x="1922" y="1048"/>
                      <a:pt x="2011" y="1572"/>
                      <a:pt x="2011" y="1572"/>
                    </a:cubicBezTo>
                    <a:cubicBezTo>
                      <a:pt x="2011" y="1598"/>
                      <a:pt x="2032" y="1619"/>
                      <a:pt x="2074" y="1619"/>
                    </a:cubicBezTo>
                    <a:cubicBezTo>
                      <a:pt x="2095" y="1619"/>
                      <a:pt x="2121" y="1598"/>
                      <a:pt x="2121" y="1551"/>
                    </a:cubicBezTo>
                    <a:cubicBezTo>
                      <a:pt x="2121" y="1551"/>
                      <a:pt x="2032" y="1006"/>
                      <a:pt x="1508" y="525"/>
                    </a:cubicBezTo>
                    <a:cubicBezTo>
                      <a:pt x="985" y="48"/>
                      <a:pt x="68" y="1"/>
                      <a:pt x="6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3"/>
              <p:cNvSpPr/>
              <p:nvPr/>
            </p:nvSpPr>
            <p:spPr>
              <a:xfrm>
                <a:off x="1680602" y="2806394"/>
                <a:ext cx="157905" cy="100415"/>
              </a:xfrm>
              <a:custGeom>
                <a:avLst/>
                <a:gdLst/>
                <a:ahLst/>
                <a:cxnLst/>
                <a:rect l="l" t="t" r="r" b="b"/>
                <a:pathLst>
                  <a:path w="1854" h="1179" extrusionOk="0">
                    <a:moveTo>
                      <a:pt x="63" y="0"/>
                    </a:moveTo>
                    <a:cubicBezTo>
                      <a:pt x="21" y="0"/>
                      <a:pt x="0" y="21"/>
                      <a:pt x="0" y="42"/>
                    </a:cubicBezTo>
                    <a:cubicBezTo>
                      <a:pt x="0" y="84"/>
                      <a:pt x="21" y="110"/>
                      <a:pt x="42" y="110"/>
                    </a:cubicBezTo>
                    <a:cubicBezTo>
                      <a:pt x="42" y="110"/>
                      <a:pt x="262" y="152"/>
                      <a:pt x="524" y="241"/>
                    </a:cubicBezTo>
                    <a:cubicBezTo>
                      <a:pt x="786" y="304"/>
                      <a:pt x="1110" y="435"/>
                      <a:pt x="1309" y="634"/>
                    </a:cubicBezTo>
                    <a:cubicBezTo>
                      <a:pt x="1524" y="849"/>
                      <a:pt x="1634" y="959"/>
                      <a:pt x="1702" y="1048"/>
                    </a:cubicBezTo>
                    <a:cubicBezTo>
                      <a:pt x="1723" y="1069"/>
                      <a:pt x="1744" y="1089"/>
                      <a:pt x="1744" y="1110"/>
                    </a:cubicBezTo>
                    <a:cubicBezTo>
                      <a:pt x="1744" y="1158"/>
                      <a:pt x="1765" y="1178"/>
                      <a:pt x="1807" y="1178"/>
                    </a:cubicBezTo>
                    <a:cubicBezTo>
                      <a:pt x="1833" y="1158"/>
                      <a:pt x="1854" y="1131"/>
                      <a:pt x="1854" y="1110"/>
                    </a:cubicBezTo>
                    <a:lnTo>
                      <a:pt x="1854" y="1089"/>
                    </a:lnTo>
                    <a:lnTo>
                      <a:pt x="1854" y="1069"/>
                    </a:lnTo>
                    <a:cubicBezTo>
                      <a:pt x="1833" y="1048"/>
                      <a:pt x="1807" y="1000"/>
                      <a:pt x="1786" y="979"/>
                    </a:cubicBezTo>
                    <a:cubicBezTo>
                      <a:pt x="1723" y="896"/>
                      <a:pt x="1613" y="765"/>
                      <a:pt x="1393" y="545"/>
                    </a:cubicBezTo>
                    <a:cubicBezTo>
                      <a:pt x="1152" y="346"/>
                      <a:pt x="828" y="194"/>
                      <a:pt x="545" y="131"/>
                    </a:cubicBezTo>
                    <a:cubicBezTo>
                      <a:pt x="283" y="42"/>
                      <a:pt x="63" y="0"/>
                      <a:pt x="6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3"/>
              <p:cNvSpPr/>
              <p:nvPr/>
            </p:nvSpPr>
            <p:spPr>
              <a:xfrm>
                <a:off x="1169399" y="1419677"/>
                <a:ext cx="667307" cy="502673"/>
              </a:xfrm>
              <a:custGeom>
                <a:avLst/>
                <a:gdLst/>
                <a:ahLst/>
                <a:cxnLst/>
                <a:rect l="l" t="t" r="r" b="b"/>
                <a:pathLst>
                  <a:path w="7835" h="5902" extrusionOk="0">
                    <a:moveTo>
                      <a:pt x="3465" y="0"/>
                    </a:moveTo>
                    <a:cubicBezTo>
                      <a:pt x="3459" y="0"/>
                      <a:pt x="3453" y="0"/>
                      <a:pt x="3446" y="1"/>
                    </a:cubicBezTo>
                    <a:cubicBezTo>
                      <a:pt x="2488" y="1"/>
                      <a:pt x="1875" y="524"/>
                      <a:pt x="1634" y="786"/>
                    </a:cubicBezTo>
                    <a:cubicBezTo>
                      <a:pt x="1394" y="1027"/>
                      <a:pt x="1310" y="1247"/>
                      <a:pt x="1289" y="1441"/>
                    </a:cubicBezTo>
                    <a:cubicBezTo>
                      <a:pt x="1242" y="1661"/>
                      <a:pt x="1263" y="2163"/>
                      <a:pt x="1263" y="2163"/>
                    </a:cubicBezTo>
                    <a:cubicBezTo>
                      <a:pt x="1263" y="2163"/>
                      <a:pt x="1090" y="1640"/>
                      <a:pt x="959" y="1336"/>
                    </a:cubicBezTo>
                    <a:cubicBezTo>
                      <a:pt x="892" y="1178"/>
                      <a:pt x="814" y="1106"/>
                      <a:pt x="745" y="1106"/>
                    </a:cubicBezTo>
                    <a:cubicBezTo>
                      <a:pt x="678" y="1106"/>
                      <a:pt x="620" y="1171"/>
                      <a:pt x="587" y="1289"/>
                    </a:cubicBezTo>
                    <a:cubicBezTo>
                      <a:pt x="545" y="1551"/>
                      <a:pt x="938" y="1964"/>
                      <a:pt x="938" y="1964"/>
                    </a:cubicBezTo>
                    <a:cubicBezTo>
                      <a:pt x="938" y="1964"/>
                      <a:pt x="780" y="1892"/>
                      <a:pt x="583" y="1892"/>
                    </a:cubicBezTo>
                    <a:cubicBezTo>
                      <a:pt x="516" y="1892"/>
                      <a:pt x="444" y="1900"/>
                      <a:pt x="372" y="1923"/>
                    </a:cubicBezTo>
                    <a:cubicBezTo>
                      <a:pt x="84" y="2012"/>
                      <a:pt x="111" y="2184"/>
                      <a:pt x="325" y="2252"/>
                    </a:cubicBezTo>
                    <a:cubicBezTo>
                      <a:pt x="524" y="2294"/>
                      <a:pt x="1001" y="2315"/>
                      <a:pt x="1001" y="2315"/>
                    </a:cubicBezTo>
                    <a:cubicBezTo>
                      <a:pt x="1001" y="2315"/>
                      <a:pt x="393" y="2357"/>
                      <a:pt x="194" y="2687"/>
                    </a:cubicBezTo>
                    <a:cubicBezTo>
                      <a:pt x="1" y="3012"/>
                      <a:pt x="111" y="3300"/>
                      <a:pt x="241" y="3824"/>
                    </a:cubicBezTo>
                    <a:cubicBezTo>
                      <a:pt x="393" y="4368"/>
                      <a:pt x="765" y="5044"/>
                      <a:pt x="765" y="5044"/>
                    </a:cubicBezTo>
                    <a:cubicBezTo>
                      <a:pt x="765" y="5044"/>
                      <a:pt x="2048" y="5719"/>
                      <a:pt x="2551" y="5850"/>
                    </a:cubicBezTo>
                    <a:cubicBezTo>
                      <a:pt x="2699" y="5887"/>
                      <a:pt x="2873" y="5902"/>
                      <a:pt x="3053" y="5902"/>
                    </a:cubicBezTo>
                    <a:cubicBezTo>
                      <a:pt x="3508" y="5902"/>
                      <a:pt x="4005" y="5810"/>
                      <a:pt x="4253" y="5761"/>
                    </a:cubicBezTo>
                    <a:cubicBezTo>
                      <a:pt x="4583" y="5719"/>
                      <a:pt x="5824" y="5347"/>
                      <a:pt x="5824" y="5347"/>
                    </a:cubicBezTo>
                    <a:cubicBezTo>
                      <a:pt x="5824" y="5347"/>
                      <a:pt x="5836" y="5348"/>
                      <a:pt x="5859" y="5348"/>
                    </a:cubicBezTo>
                    <a:cubicBezTo>
                      <a:pt x="6027" y="5348"/>
                      <a:pt x="6766" y="5312"/>
                      <a:pt x="7264" y="4693"/>
                    </a:cubicBezTo>
                    <a:cubicBezTo>
                      <a:pt x="7835" y="3996"/>
                      <a:pt x="7657" y="3080"/>
                      <a:pt x="7180" y="2336"/>
                    </a:cubicBezTo>
                    <a:cubicBezTo>
                      <a:pt x="6722" y="1577"/>
                      <a:pt x="4435" y="0"/>
                      <a:pt x="34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3"/>
              <p:cNvSpPr/>
              <p:nvPr/>
            </p:nvSpPr>
            <p:spPr>
              <a:xfrm>
                <a:off x="1169418" y="1414311"/>
                <a:ext cx="653935" cy="513745"/>
              </a:xfrm>
              <a:custGeom>
                <a:avLst/>
                <a:gdLst/>
                <a:ahLst/>
                <a:cxnLst/>
                <a:rect l="l" t="t" r="r" b="b"/>
                <a:pathLst>
                  <a:path w="7678" h="6032" extrusionOk="0">
                    <a:moveTo>
                      <a:pt x="3426" y="111"/>
                    </a:moveTo>
                    <a:cubicBezTo>
                      <a:pt x="3666" y="111"/>
                      <a:pt x="3970" y="195"/>
                      <a:pt x="4342" y="373"/>
                    </a:cubicBezTo>
                    <a:cubicBezTo>
                      <a:pt x="4693" y="524"/>
                      <a:pt x="5086" y="744"/>
                      <a:pt x="5452" y="980"/>
                    </a:cubicBezTo>
                    <a:cubicBezTo>
                      <a:pt x="6217" y="1483"/>
                      <a:pt x="6919" y="2075"/>
                      <a:pt x="7133" y="2420"/>
                    </a:cubicBezTo>
                    <a:cubicBezTo>
                      <a:pt x="7353" y="2792"/>
                      <a:pt x="7505" y="3185"/>
                      <a:pt x="7547" y="3599"/>
                    </a:cubicBezTo>
                    <a:cubicBezTo>
                      <a:pt x="7573" y="3991"/>
                      <a:pt x="7484" y="4384"/>
                      <a:pt x="7201" y="4714"/>
                    </a:cubicBezTo>
                    <a:cubicBezTo>
                      <a:pt x="6740" y="5304"/>
                      <a:pt x="6057" y="5349"/>
                      <a:pt x="5859" y="5349"/>
                    </a:cubicBezTo>
                    <a:cubicBezTo>
                      <a:pt x="5823" y="5349"/>
                      <a:pt x="5803" y="5348"/>
                      <a:pt x="5803" y="5348"/>
                    </a:cubicBezTo>
                    <a:cubicBezTo>
                      <a:pt x="5803" y="5348"/>
                      <a:pt x="5478" y="5458"/>
                      <a:pt x="5128" y="5541"/>
                    </a:cubicBezTo>
                    <a:cubicBezTo>
                      <a:pt x="4777" y="5651"/>
                      <a:pt x="4384" y="5761"/>
                      <a:pt x="4232" y="5782"/>
                    </a:cubicBezTo>
                    <a:cubicBezTo>
                      <a:pt x="4059" y="5803"/>
                      <a:pt x="3776" y="5871"/>
                      <a:pt x="3446" y="5892"/>
                    </a:cubicBezTo>
                    <a:cubicBezTo>
                      <a:pt x="3295" y="5903"/>
                      <a:pt x="3136" y="5913"/>
                      <a:pt x="2986" y="5913"/>
                    </a:cubicBezTo>
                    <a:cubicBezTo>
                      <a:pt x="2835" y="5913"/>
                      <a:pt x="2692" y="5903"/>
                      <a:pt x="2572" y="5871"/>
                    </a:cubicBezTo>
                    <a:cubicBezTo>
                      <a:pt x="2310" y="5803"/>
                      <a:pt x="1854" y="5589"/>
                      <a:pt x="1483" y="5410"/>
                    </a:cubicBezTo>
                    <a:cubicBezTo>
                      <a:pt x="1111" y="5238"/>
                      <a:pt x="807" y="5065"/>
                      <a:pt x="786" y="5065"/>
                    </a:cubicBezTo>
                    <a:cubicBezTo>
                      <a:pt x="786" y="5039"/>
                      <a:pt x="414" y="4384"/>
                      <a:pt x="283" y="3887"/>
                    </a:cubicBezTo>
                    <a:cubicBezTo>
                      <a:pt x="215" y="3599"/>
                      <a:pt x="152" y="3405"/>
                      <a:pt x="132" y="3232"/>
                    </a:cubicBezTo>
                    <a:cubicBezTo>
                      <a:pt x="132" y="3054"/>
                      <a:pt x="132" y="2923"/>
                      <a:pt x="242" y="2771"/>
                    </a:cubicBezTo>
                    <a:cubicBezTo>
                      <a:pt x="325" y="2640"/>
                      <a:pt x="503" y="2530"/>
                      <a:pt x="676" y="2488"/>
                    </a:cubicBezTo>
                    <a:cubicBezTo>
                      <a:pt x="849" y="2446"/>
                      <a:pt x="1001" y="2420"/>
                      <a:pt x="1001" y="2420"/>
                    </a:cubicBezTo>
                    <a:lnTo>
                      <a:pt x="980" y="2315"/>
                    </a:lnTo>
                    <a:lnTo>
                      <a:pt x="739" y="2315"/>
                    </a:lnTo>
                    <a:cubicBezTo>
                      <a:pt x="587" y="2289"/>
                      <a:pt x="414" y="2268"/>
                      <a:pt x="325" y="2247"/>
                    </a:cubicBezTo>
                    <a:cubicBezTo>
                      <a:pt x="283" y="2247"/>
                      <a:pt x="242" y="2226"/>
                      <a:pt x="215" y="2206"/>
                    </a:cubicBezTo>
                    <a:lnTo>
                      <a:pt x="215" y="2158"/>
                    </a:lnTo>
                    <a:cubicBezTo>
                      <a:pt x="215" y="2137"/>
                      <a:pt x="262" y="2075"/>
                      <a:pt x="372" y="2027"/>
                    </a:cubicBezTo>
                    <a:cubicBezTo>
                      <a:pt x="431" y="2013"/>
                      <a:pt x="489" y="2008"/>
                      <a:pt x="544" y="2008"/>
                    </a:cubicBezTo>
                    <a:cubicBezTo>
                      <a:pt x="738" y="2008"/>
                      <a:pt x="896" y="2075"/>
                      <a:pt x="896" y="2075"/>
                    </a:cubicBezTo>
                    <a:lnTo>
                      <a:pt x="959" y="1986"/>
                    </a:lnTo>
                    <a:cubicBezTo>
                      <a:pt x="959" y="1986"/>
                      <a:pt x="870" y="1897"/>
                      <a:pt x="786" y="1766"/>
                    </a:cubicBezTo>
                    <a:cubicBezTo>
                      <a:pt x="697" y="1635"/>
                      <a:pt x="634" y="1462"/>
                      <a:pt x="634" y="1373"/>
                    </a:cubicBezTo>
                    <a:cubicBezTo>
                      <a:pt x="655" y="1310"/>
                      <a:pt x="676" y="1289"/>
                      <a:pt x="697" y="1268"/>
                    </a:cubicBezTo>
                    <a:cubicBezTo>
                      <a:pt x="697" y="1249"/>
                      <a:pt x="708" y="1233"/>
                      <a:pt x="722" y="1233"/>
                    </a:cubicBezTo>
                    <a:cubicBezTo>
                      <a:pt x="727" y="1233"/>
                      <a:pt x="733" y="1236"/>
                      <a:pt x="739" y="1242"/>
                    </a:cubicBezTo>
                    <a:cubicBezTo>
                      <a:pt x="739" y="1242"/>
                      <a:pt x="765" y="1242"/>
                      <a:pt x="807" y="1268"/>
                    </a:cubicBezTo>
                    <a:cubicBezTo>
                      <a:pt x="828" y="1310"/>
                      <a:pt x="870" y="1352"/>
                      <a:pt x="896" y="1420"/>
                    </a:cubicBezTo>
                    <a:cubicBezTo>
                      <a:pt x="1027" y="1724"/>
                      <a:pt x="1221" y="2247"/>
                      <a:pt x="1221" y="2247"/>
                    </a:cubicBezTo>
                    <a:lnTo>
                      <a:pt x="1331" y="2226"/>
                    </a:lnTo>
                    <a:cubicBezTo>
                      <a:pt x="1331" y="2226"/>
                      <a:pt x="1310" y="2096"/>
                      <a:pt x="1310" y="1944"/>
                    </a:cubicBezTo>
                    <a:cubicBezTo>
                      <a:pt x="1310" y="1792"/>
                      <a:pt x="1310" y="1614"/>
                      <a:pt x="1331" y="1530"/>
                    </a:cubicBezTo>
                    <a:cubicBezTo>
                      <a:pt x="1352" y="1331"/>
                      <a:pt x="1441" y="1137"/>
                      <a:pt x="1682" y="896"/>
                    </a:cubicBezTo>
                    <a:cubicBezTo>
                      <a:pt x="1917" y="634"/>
                      <a:pt x="2488" y="132"/>
                      <a:pt x="3426" y="111"/>
                    </a:cubicBezTo>
                    <a:close/>
                    <a:moveTo>
                      <a:pt x="3426" y="1"/>
                    </a:moveTo>
                    <a:cubicBezTo>
                      <a:pt x="2441" y="22"/>
                      <a:pt x="1834" y="545"/>
                      <a:pt x="1593" y="807"/>
                    </a:cubicBezTo>
                    <a:cubicBezTo>
                      <a:pt x="1352" y="1069"/>
                      <a:pt x="1242" y="1289"/>
                      <a:pt x="1221" y="1504"/>
                    </a:cubicBezTo>
                    <a:cubicBezTo>
                      <a:pt x="1200" y="1593"/>
                      <a:pt x="1200" y="1766"/>
                      <a:pt x="1200" y="1897"/>
                    </a:cubicBezTo>
                    <a:cubicBezTo>
                      <a:pt x="1132" y="1724"/>
                      <a:pt x="1090" y="1572"/>
                      <a:pt x="1001" y="1373"/>
                    </a:cubicBezTo>
                    <a:cubicBezTo>
                      <a:pt x="959" y="1310"/>
                      <a:pt x="938" y="1242"/>
                      <a:pt x="896" y="1200"/>
                    </a:cubicBezTo>
                    <a:cubicBezTo>
                      <a:pt x="849" y="1158"/>
                      <a:pt x="786" y="1111"/>
                      <a:pt x="739" y="1111"/>
                    </a:cubicBezTo>
                    <a:cubicBezTo>
                      <a:pt x="676" y="1111"/>
                      <a:pt x="634" y="1137"/>
                      <a:pt x="608" y="1179"/>
                    </a:cubicBezTo>
                    <a:cubicBezTo>
                      <a:pt x="566" y="1221"/>
                      <a:pt x="545" y="1289"/>
                      <a:pt x="524" y="1352"/>
                    </a:cubicBezTo>
                    <a:cubicBezTo>
                      <a:pt x="503" y="1504"/>
                      <a:pt x="587" y="1682"/>
                      <a:pt x="676" y="1813"/>
                    </a:cubicBezTo>
                    <a:cubicBezTo>
                      <a:pt x="718" y="1876"/>
                      <a:pt x="739" y="1876"/>
                      <a:pt x="765" y="1923"/>
                    </a:cubicBezTo>
                    <a:cubicBezTo>
                      <a:pt x="703" y="1908"/>
                      <a:pt x="627" y="1895"/>
                      <a:pt x="544" y="1895"/>
                    </a:cubicBezTo>
                    <a:cubicBezTo>
                      <a:pt x="481" y="1895"/>
                      <a:pt x="414" y="1902"/>
                      <a:pt x="346" y="1923"/>
                    </a:cubicBezTo>
                    <a:cubicBezTo>
                      <a:pt x="194" y="1965"/>
                      <a:pt x="111" y="2054"/>
                      <a:pt x="84" y="2158"/>
                    </a:cubicBezTo>
                    <a:cubicBezTo>
                      <a:pt x="84" y="2206"/>
                      <a:pt x="111" y="2247"/>
                      <a:pt x="152" y="2289"/>
                    </a:cubicBezTo>
                    <a:cubicBezTo>
                      <a:pt x="173" y="2315"/>
                      <a:pt x="242" y="2357"/>
                      <a:pt x="283" y="2357"/>
                    </a:cubicBezTo>
                    <a:cubicBezTo>
                      <a:pt x="372" y="2378"/>
                      <a:pt x="503" y="2399"/>
                      <a:pt x="608" y="2399"/>
                    </a:cubicBezTo>
                    <a:cubicBezTo>
                      <a:pt x="435" y="2467"/>
                      <a:pt x="242" y="2551"/>
                      <a:pt x="132" y="2708"/>
                    </a:cubicBezTo>
                    <a:cubicBezTo>
                      <a:pt x="22" y="2881"/>
                      <a:pt x="1" y="3054"/>
                      <a:pt x="22" y="3253"/>
                    </a:cubicBezTo>
                    <a:cubicBezTo>
                      <a:pt x="43" y="3426"/>
                      <a:pt x="111" y="3646"/>
                      <a:pt x="173" y="3908"/>
                    </a:cubicBezTo>
                    <a:cubicBezTo>
                      <a:pt x="325" y="4452"/>
                      <a:pt x="697" y="5128"/>
                      <a:pt x="697" y="5128"/>
                    </a:cubicBezTo>
                    <a:lnTo>
                      <a:pt x="697" y="5149"/>
                    </a:lnTo>
                    <a:lnTo>
                      <a:pt x="718" y="5149"/>
                    </a:lnTo>
                    <a:cubicBezTo>
                      <a:pt x="718" y="5149"/>
                      <a:pt x="1048" y="5327"/>
                      <a:pt x="1441" y="5520"/>
                    </a:cubicBezTo>
                    <a:cubicBezTo>
                      <a:pt x="1813" y="5693"/>
                      <a:pt x="2268" y="5913"/>
                      <a:pt x="2530" y="5981"/>
                    </a:cubicBezTo>
                    <a:cubicBezTo>
                      <a:pt x="2686" y="6016"/>
                      <a:pt x="2856" y="6031"/>
                      <a:pt x="3031" y="6031"/>
                    </a:cubicBezTo>
                    <a:cubicBezTo>
                      <a:pt x="3175" y="6031"/>
                      <a:pt x="3322" y="6021"/>
                      <a:pt x="3467" y="6002"/>
                    </a:cubicBezTo>
                    <a:cubicBezTo>
                      <a:pt x="3776" y="5981"/>
                      <a:pt x="4080" y="5913"/>
                      <a:pt x="4253" y="5892"/>
                    </a:cubicBezTo>
                    <a:cubicBezTo>
                      <a:pt x="4431" y="5871"/>
                      <a:pt x="4824" y="5761"/>
                      <a:pt x="5169" y="5651"/>
                    </a:cubicBezTo>
                    <a:cubicBezTo>
                      <a:pt x="5520" y="5562"/>
                      <a:pt x="5824" y="5458"/>
                      <a:pt x="5824" y="5458"/>
                    </a:cubicBezTo>
                    <a:cubicBezTo>
                      <a:pt x="5829" y="5458"/>
                      <a:pt x="5843" y="5458"/>
                      <a:pt x="5866" y="5458"/>
                    </a:cubicBezTo>
                    <a:cubicBezTo>
                      <a:pt x="6050" y="5458"/>
                      <a:pt x="6780" y="5425"/>
                      <a:pt x="7285" y="4803"/>
                    </a:cubicBezTo>
                    <a:cubicBezTo>
                      <a:pt x="7594" y="4431"/>
                      <a:pt x="7678" y="4017"/>
                      <a:pt x="7657" y="3578"/>
                    </a:cubicBezTo>
                    <a:cubicBezTo>
                      <a:pt x="7615" y="3164"/>
                      <a:pt x="7463" y="2750"/>
                      <a:pt x="7222" y="2357"/>
                    </a:cubicBezTo>
                    <a:cubicBezTo>
                      <a:pt x="6981" y="1965"/>
                      <a:pt x="6285" y="1399"/>
                      <a:pt x="5520" y="896"/>
                    </a:cubicBezTo>
                    <a:cubicBezTo>
                      <a:pt x="5148" y="655"/>
                      <a:pt x="4735" y="414"/>
                      <a:pt x="4384" y="263"/>
                    </a:cubicBezTo>
                    <a:cubicBezTo>
                      <a:pt x="4012" y="111"/>
                      <a:pt x="3687" y="1"/>
                      <a:pt x="342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3"/>
              <p:cNvSpPr/>
              <p:nvPr/>
            </p:nvSpPr>
            <p:spPr>
              <a:xfrm>
                <a:off x="1171548" y="1711806"/>
                <a:ext cx="538530" cy="447909"/>
              </a:xfrm>
              <a:custGeom>
                <a:avLst/>
                <a:gdLst/>
                <a:ahLst/>
                <a:cxnLst/>
                <a:rect l="l" t="t" r="r" b="b"/>
                <a:pathLst>
                  <a:path w="6323" h="5259" extrusionOk="0">
                    <a:moveTo>
                      <a:pt x="2704" y="1"/>
                    </a:moveTo>
                    <a:lnTo>
                      <a:pt x="2704" y="1"/>
                    </a:lnTo>
                    <a:cubicBezTo>
                      <a:pt x="2704" y="1"/>
                      <a:pt x="2374" y="263"/>
                      <a:pt x="2133" y="807"/>
                    </a:cubicBezTo>
                    <a:cubicBezTo>
                      <a:pt x="1919" y="1331"/>
                      <a:pt x="1809" y="1897"/>
                      <a:pt x="1809" y="1897"/>
                    </a:cubicBezTo>
                    <a:lnTo>
                      <a:pt x="1395" y="1897"/>
                    </a:lnTo>
                    <a:cubicBezTo>
                      <a:pt x="1395" y="1897"/>
                      <a:pt x="1369" y="1855"/>
                      <a:pt x="1369" y="1677"/>
                    </a:cubicBezTo>
                    <a:cubicBezTo>
                      <a:pt x="1348" y="1525"/>
                      <a:pt x="1285" y="1284"/>
                      <a:pt x="1107" y="1069"/>
                    </a:cubicBezTo>
                    <a:cubicBezTo>
                      <a:pt x="1029" y="945"/>
                      <a:pt x="922" y="845"/>
                      <a:pt x="789" y="845"/>
                    </a:cubicBezTo>
                    <a:cubicBezTo>
                      <a:pt x="664" y="845"/>
                      <a:pt x="515" y="935"/>
                      <a:pt x="347" y="1179"/>
                    </a:cubicBezTo>
                    <a:cubicBezTo>
                      <a:pt x="1" y="1650"/>
                      <a:pt x="145" y="2510"/>
                      <a:pt x="1159" y="2510"/>
                    </a:cubicBezTo>
                    <a:cubicBezTo>
                      <a:pt x="1171" y="2510"/>
                      <a:pt x="1183" y="2510"/>
                      <a:pt x="1196" y="2509"/>
                    </a:cubicBezTo>
                    <a:lnTo>
                      <a:pt x="1196" y="2509"/>
                    </a:lnTo>
                    <a:cubicBezTo>
                      <a:pt x="1107" y="3619"/>
                      <a:pt x="1981" y="4819"/>
                      <a:pt x="3270" y="5170"/>
                    </a:cubicBezTo>
                    <a:cubicBezTo>
                      <a:pt x="3495" y="5231"/>
                      <a:pt x="3708" y="5258"/>
                      <a:pt x="3908" y="5258"/>
                    </a:cubicBezTo>
                    <a:cubicBezTo>
                      <a:pt x="4850" y="5258"/>
                      <a:pt x="5487" y="4652"/>
                      <a:pt x="5647" y="4164"/>
                    </a:cubicBezTo>
                    <a:cubicBezTo>
                      <a:pt x="5820" y="3578"/>
                      <a:pt x="5715" y="3075"/>
                      <a:pt x="5867" y="2462"/>
                    </a:cubicBezTo>
                    <a:cubicBezTo>
                      <a:pt x="6019" y="1834"/>
                      <a:pt x="6323" y="1111"/>
                      <a:pt x="6323" y="1111"/>
                    </a:cubicBezTo>
                    <a:cubicBezTo>
                      <a:pt x="6302" y="891"/>
                      <a:pt x="5888" y="545"/>
                      <a:pt x="5888" y="545"/>
                    </a:cubicBezTo>
                    <a:cubicBezTo>
                      <a:pt x="5888" y="545"/>
                      <a:pt x="5799" y="807"/>
                      <a:pt x="5689" y="1001"/>
                    </a:cubicBezTo>
                    <a:cubicBezTo>
                      <a:pt x="5638" y="1098"/>
                      <a:pt x="5569" y="1158"/>
                      <a:pt x="5410" y="1158"/>
                    </a:cubicBezTo>
                    <a:cubicBezTo>
                      <a:pt x="5244" y="1158"/>
                      <a:pt x="4981" y="1093"/>
                      <a:pt x="4537" y="938"/>
                    </a:cubicBezTo>
                    <a:cubicBezTo>
                      <a:pt x="3641" y="655"/>
                      <a:pt x="2987" y="85"/>
                      <a:pt x="2987" y="85"/>
                    </a:cubicBezTo>
                    <a:cubicBezTo>
                      <a:pt x="2987" y="85"/>
                      <a:pt x="2966" y="132"/>
                      <a:pt x="2898" y="305"/>
                    </a:cubicBezTo>
                    <a:cubicBezTo>
                      <a:pt x="2852" y="432"/>
                      <a:pt x="2780" y="548"/>
                      <a:pt x="2701" y="548"/>
                    </a:cubicBezTo>
                    <a:cubicBezTo>
                      <a:pt x="2673" y="548"/>
                      <a:pt x="2644" y="533"/>
                      <a:pt x="2615" y="498"/>
                    </a:cubicBezTo>
                    <a:cubicBezTo>
                      <a:pt x="2505" y="346"/>
                      <a:pt x="2704" y="1"/>
                      <a:pt x="2704"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3"/>
              <p:cNvSpPr/>
              <p:nvPr/>
            </p:nvSpPr>
            <p:spPr>
              <a:xfrm>
                <a:off x="1174784" y="1707803"/>
                <a:ext cx="539296" cy="455574"/>
              </a:xfrm>
              <a:custGeom>
                <a:avLst/>
                <a:gdLst/>
                <a:ahLst/>
                <a:cxnLst/>
                <a:rect l="l" t="t" r="r" b="b"/>
                <a:pathLst>
                  <a:path w="6332" h="5349" extrusionOk="0">
                    <a:moveTo>
                      <a:pt x="2970" y="221"/>
                    </a:moveTo>
                    <a:cubicBezTo>
                      <a:pt x="3059" y="283"/>
                      <a:pt x="3624" y="765"/>
                      <a:pt x="4473" y="1048"/>
                    </a:cubicBezTo>
                    <a:cubicBezTo>
                      <a:pt x="4913" y="1200"/>
                      <a:pt x="5175" y="1268"/>
                      <a:pt x="5368" y="1268"/>
                    </a:cubicBezTo>
                    <a:cubicBezTo>
                      <a:pt x="5457" y="1268"/>
                      <a:pt x="5520" y="1247"/>
                      <a:pt x="5588" y="1200"/>
                    </a:cubicBezTo>
                    <a:cubicBezTo>
                      <a:pt x="5630" y="1179"/>
                      <a:pt x="5677" y="1137"/>
                      <a:pt x="5698" y="1069"/>
                    </a:cubicBezTo>
                    <a:cubicBezTo>
                      <a:pt x="5808" y="917"/>
                      <a:pt x="5850" y="765"/>
                      <a:pt x="5871" y="702"/>
                    </a:cubicBezTo>
                    <a:cubicBezTo>
                      <a:pt x="5913" y="723"/>
                      <a:pt x="5939" y="744"/>
                      <a:pt x="6023" y="833"/>
                    </a:cubicBezTo>
                    <a:cubicBezTo>
                      <a:pt x="6112" y="938"/>
                      <a:pt x="6222" y="1095"/>
                      <a:pt x="6222" y="1158"/>
                    </a:cubicBezTo>
                    <a:cubicBezTo>
                      <a:pt x="6201" y="1179"/>
                      <a:pt x="5913" y="1881"/>
                      <a:pt x="5761" y="2488"/>
                    </a:cubicBezTo>
                    <a:cubicBezTo>
                      <a:pt x="5630" y="3122"/>
                      <a:pt x="5740" y="3604"/>
                      <a:pt x="5546" y="4190"/>
                    </a:cubicBezTo>
                    <a:cubicBezTo>
                      <a:pt x="5400" y="4660"/>
                      <a:pt x="4786" y="5242"/>
                      <a:pt x="3879" y="5242"/>
                    </a:cubicBezTo>
                    <a:cubicBezTo>
                      <a:pt x="3683" y="5242"/>
                      <a:pt x="3474" y="5215"/>
                      <a:pt x="3253" y="5154"/>
                    </a:cubicBezTo>
                    <a:cubicBezTo>
                      <a:pt x="1985" y="4824"/>
                      <a:pt x="1137" y="3646"/>
                      <a:pt x="1200" y="2556"/>
                    </a:cubicBezTo>
                    <a:lnTo>
                      <a:pt x="1200" y="2488"/>
                    </a:lnTo>
                    <a:lnTo>
                      <a:pt x="1158" y="2509"/>
                    </a:lnTo>
                    <a:cubicBezTo>
                      <a:pt x="634" y="2509"/>
                      <a:pt x="372" y="2315"/>
                      <a:pt x="241" y="2054"/>
                    </a:cubicBezTo>
                    <a:cubicBezTo>
                      <a:pt x="131" y="1792"/>
                      <a:pt x="179" y="1488"/>
                      <a:pt x="351" y="1247"/>
                    </a:cubicBezTo>
                    <a:cubicBezTo>
                      <a:pt x="486" y="1052"/>
                      <a:pt x="621" y="960"/>
                      <a:pt x="726" y="960"/>
                    </a:cubicBezTo>
                    <a:cubicBezTo>
                      <a:pt x="740" y="960"/>
                      <a:pt x="753" y="961"/>
                      <a:pt x="765" y="964"/>
                    </a:cubicBezTo>
                    <a:cubicBezTo>
                      <a:pt x="854" y="964"/>
                      <a:pt x="964" y="1027"/>
                      <a:pt x="1027" y="1137"/>
                    </a:cubicBezTo>
                    <a:cubicBezTo>
                      <a:pt x="1200" y="1357"/>
                      <a:pt x="1268" y="1572"/>
                      <a:pt x="1268" y="1724"/>
                    </a:cubicBezTo>
                    <a:cubicBezTo>
                      <a:pt x="1289" y="1902"/>
                      <a:pt x="1289" y="1964"/>
                      <a:pt x="1289" y="1964"/>
                    </a:cubicBezTo>
                    <a:lnTo>
                      <a:pt x="1310" y="2012"/>
                    </a:lnTo>
                    <a:lnTo>
                      <a:pt x="1812" y="2012"/>
                    </a:lnTo>
                    <a:lnTo>
                      <a:pt x="1812" y="1964"/>
                    </a:lnTo>
                    <a:cubicBezTo>
                      <a:pt x="1812" y="1964"/>
                      <a:pt x="1922" y="1399"/>
                      <a:pt x="2163" y="875"/>
                    </a:cubicBezTo>
                    <a:cubicBezTo>
                      <a:pt x="2271" y="639"/>
                      <a:pt x="2399" y="449"/>
                      <a:pt x="2502" y="318"/>
                    </a:cubicBezTo>
                    <a:lnTo>
                      <a:pt x="2502" y="318"/>
                    </a:lnTo>
                    <a:cubicBezTo>
                      <a:pt x="2488" y="340"/>
                      <a:pt x="2488" y="375"/>
                      <a:pt x="2488" y="393"/>
                    </a:cubicBezTo>
                    <a:cubicBezTo>
                      <a:pt x="2467" y="462"/>
                      <a:pt x="2488" y="524"/>
                      <a:pt x="2535" y="592"/>
                    </a:cubicBezTo>
                    <a:cubicBezTo>
                      <a:pt x="2556" y="634"/>
                      <a:pt x="2598" y="655"/>
                      <a:pt x="2640" y="655"/>
                    </a:cubicBezTo>
                    <a:cubicBezTo>
                      <a:pt x="2687" y="655"/>
                      <a:pt x="2729" y="634"/>
                      <a:pt x="2771" y="613"/>
                    </a:cubicBezTo>
                    <a:cubicBezTo>
                      <a:pt x="2839" y="571"/>
                      <a:pt x="2881" y="482"/>
                      <a:pt x="2902" y="372"/>
                    </a:cubicBezTo>
                    <a:cubicBezTo>
                      <a:pt x="2949" y="263"/>
                      <a:pt x="2970" y="242"/>
                      <a:pt x="2970" y="221"/>
                    </a:cubicBezTo>
                    <a:close/>
                    <a:moveTo>
                      <a:pt x="2640" y="1"/>
                    </a:moveTo>
                    <a:cubicBezTo>
                      <a:pt x="2640" y="1"/>
                      <a:pt x="2294" y="283"/>
                      <a:pt x="2053" y="833"/>
                    </a:cubicBezTo>
                    <a:cubicBezTo>
                      <a:pt x="1833" y="1357"/>
                      <a:pt x="1723" y="1855"/>
                      <a:pt x="1723" y="1902"/>
                    </a:cubicBezTo>
                    <a:lnTo>
                      <a:pt x="1399" y="1902"/>
                    </a:lnTo>
                    <a:cubicBezTo>
                      <a:pt x="1399" y="1881"/>
                      <a:pt x="1399" y="1855"/>
                      <a:pt x="1378" y="1724"/>
                    </a:cubicBezTo>
                    <a:cubicBezTo>
                      <a:pt x="1378" y="1551"/>
                      <a:pt x="1289" y="1310"/>
                      <a:pt x="1116" y="1069"/>
                    </a:cubicBezTo>
                    <a:cubicBezTo>
                      <a:pt x="1027" y="964"/>
                      <a:pt x="917" y="854"/>
                      <a:pt x="765" y="833"/>
                    </a:cubicBezTo>
                    <a:cubicBezTo>
                      <a:pt x="613" y="833"/>
                      <a:pt x="440" y="938"/>
                      <a:pt x="241" y="1179"/>
                    </a:cubicBezTo>
                    <a:cubicBezTo>
                      <a:pt x="69" y="1441"/>
                      <a:pt x="0" y="1813"/>
                      <a:pt x="152" y="2095"/>
                    </a:cubicBezTo>
                    <a:cubicBezTo>
                      <a:pt x="283" y="2378"/>
                      <a:pt x="592" y="2598"/>
                      <a:pt x="1095" y="2598"/>
                    </a:cubicBezTo>
                    <a:cubicBezTo>
                      <a:pt x="1048" y="3735"/>
                      <a:pt x="1922" y="4934"/>
                      <a:pt x="3211" y="5259"/>
                    </a:cubicBezTo>
                    <a:cubicBezTo>
                      <a:pt x="3443" y="5321"/>
                      <a:pt x="3664" y="5349"/>
                      <a:pt x="3871" y="5349"/>
                    </a:cubicBezTo>
                    <a:cubicBezTo>
                      <a:pt x="4830" y="5349"/>
                      <a:pt x="5492" y="4754"/>
                      <a:pt x="5651" y="4237"/>
                    </a:cubicBezTo>
                    <a:cubicBezTo>
                      <a:pt x="5850" y="3625"/>
                      <a:pt x="5740" y="3122"/>
                      <a:pt x="5892" y="2509"/>
                    </a:cubicBezTo>
                    <a:cubicBezTo>
                      <a:pt x="6023" y="1902"/>
                      <a:pt x="6332" y="1179"/>
                      <a:pt x="6332" y="1179"/>
                    </a:cubicBezTo>
                    <a:lnTo>
                      <a:pt x="6332" y="1158"/>
                    </a:lnTo>
                    <a:cubicBezTo>
                      <a:pt x="6332" y="1027"/>
                      <a:pt x="6201" y="875"/>
                      <a:pt x="6112" y="765"/>
                    </a:cubicBezTo>
                    <a:cubicBezTo>
                      <a:pt x="6002" y="634"/>
                      <a:pt x="5892" y="545"/>
                      <a:pt x="5892" y="545"/>
                    </a:cubicBezTo>
                    <a:lnTo>
                      <a:pt x="5829" y="503"/>
                    </a:lnTo>
                    <a:lnTo>
                      <a:pt x="5808" y="571"/>
                    </a:lnTo>
                    <a:cubicBezTo>
                      <a:pt x="5808" y="571"/>
                      <a:pt x="5719" y="833"/>
                      <a:pt x="5609" y="1027"/>
                    </a:cubicBezTo>
                    <a:cubicBezTo>
                      <a:pt x="5588" y="1069"/>
                      <a:pt x="5567" y="1095"/>
                      <a:pt x="5520" y="1116"/>
                    </a:cubicBezTo>
                    <a:cubicBezTo>
                      <a:pt x="5499" y="1137"/>
                      <a:pt x="5436" y="1158"/>
                      <a:pt x="5368" y="1158"/>
                    </a:cubicBezTo>
                    <a:cubicBezTo>
                      <a:pt x="5216" y="1137"/>
                      <a:pt x="4955" y="1095"/>
                      <a:pt x="4499" y="938"/>
                    </a:cubicBezTo>
                    <a:cubicBezTo>
                      <a:pt x="3624" y="634"/>
                      <a:pt x="2991" y="90"/>
                      <a:pt x="2991" y="90"/>
                    </a:cubicBezTo>
                    <a:lnTo>
                      <a:pt x="2949" y="48"/>
                    </a:lnTo>
                    <a:lnTo>
                      <a:pt x="2902" y="111"/>
                    </a:lnTo>
                    <a:cubicBezTo>
                      <a:pt x="2902" y="111"/>
                      <a:pt x="2860" y="153"/>
                      <a:pt x="2797" y="331"/>
                    </a:cubicBezTo>
                    <a:cubicBezTo>
                      <a:pt x="2771" y="414"/>
                      <a:pt x="2729" y="503"/>
                      <a:pt x="2687" y="524"/>
                    </a:cubicBezTo>
                    <a:lnTo>
                      <a:pt x="2666" y="545"/>
                    </a:lnTo>
                    <a:cubicBezTo>
                      <a:pt x="2640" y="545"/>
                      <a:pt x="2640" y="545"/>
                      <a:pt x="2619" y="503"/>
                    </a:cubicBezTo>
                    <a:cubicBezTo>
                      <a:pt x="2598" y="503"/>
                      <a:pt x="2598" y="462"/>
                      <a:pt x="2598" y="414"/>
                    </a:cubicBezTo>
                    <a:cubicBezTo>
                      <a:pt x="2598" y="372"/>
                      <a:pt x="2619" y="310"/>
                      <a:pt x="2640" y="263"/>
                    </a:cubicBezTo>
                    <a:cubicBezTo>
                      <a:pt x="2666" y="153"/>
                      <a:pt x="2729" y="69"/>
                      <a:pt x="2729" y="69"/>
                    </a:cubicBezTo>
                    <a:lnTo>
                      <a:pt x="264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3"/>
              <p:cNvSpPr/>
              <p:nvPr/>
            </p:nvSpPr>
            <p:spPr>
              <a:xfrm>
                <a:off x="1223415" y="1838026"/>
                <a:ext cx="48206" cy="48291"/>
              </a:xfrm>
              <a:custGeom>
                <a:avLst/>
                <a:gdLst/>
                <a:ahLst/>
                <a:cxnLst/>
                <a:rect l="l" t="t" r="r" b="b"/>
                <a:pathLst>
                  <a:path w="566" h="567" extrusionOk="0">
                    <a:moveTo>
                      <a:pt x="283" y="111"/>
                    </a:moveTo>
                    <a:cubicBezTo>
                      <a:pt x="367" y="111"/>
                      <a:pt x="456" y="174"/>
                      <a:pt x="456" y="284"/>
                    </a:cubicBezTo>
                    <a:cubicBezTo>
                      <a:pt x="456" y="373"/>
                      <a:pt x="367" y="456"/>
                      <a:pt x="283" y="456"/>
                    </a:cubicBezTo>
                    <a:cubicBezTo>
                      <a:pt x="173" y="456"/>
                      <a:pt x="105" y="373"/>
                      <a:pt x="105" y="284"/>
                    </a:cubicBezTo>
                    <a:cubicBezTo>
                      <a:pt x="105" y="174"/>
                      <a:pt x="173" y="111"/>
                      <a:pt x="283" y="111"/>
                    </a:cubicBezTo>
                    <a:close/>
                    <a:moveTo>
                      <a:pt x="283" y="1"/>
                    </a:moveTo>
                    <a:cubicBezTo>
                      <a:pt x="131" y="1"/>
                      <a:pt x="0" y="132"/>
                      <a:pt x="0" y="284"/>
                    </a:cubicBezTo>
                    <a:cubicBezTo>
                      <a:pt x="0" y="435"/>
                      <a:pt x="131" y="566"/>
                      <a:pt x="283" y="566"/>
                    </a:cubicBezTo>
                    <a:cubicBezTo>
                      <a:pt x="435" y="566"/>
                      <a:pt x="566" y="435"/>
                      <a:pt x="566" y="284"/>
                    </a:cubicBezTo>
                    <a:cubicBezTo>
                      <a:pt x="566" y="132"/>
                      <a:pt x="435" y="1"/>
                      <a:pt x="28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3"/>
              <p:cNvSpPr/>
              <p:nvPr/>
            </p:nvSpPr>
            <p:spPr>
              <a:xfrm>
                <a:off x="1453542" y="1904713"/>
                <a:ext cx="26403" cy="43352"/>
              </a:xfrm>
              <a:custGeom>
                <a:avLst/>
                <a:gdLst/>
                <a:ahLst/>
                <a:cxnLst/>
                <a:rect l="l" t="t" r="r" b="b"/>
                <a:pathLst>
                  <a:path w="310" h="509" extrusionOk="0">
                    <a:moveTo>
                      <a:pt x="157" y="1"/>
                    </a:moveTo>
                    <a:cubicBezTo>
                      <a:pt x="79" y="1"/>
                      <a:pt x="20" y="105"/>
                      <a:pt x="1" y="244"/>
                    </a:cubicBezTo>
                    <a:cubicBezTo>
                      <a:pt x="1" y="396"/>
                      <a:pt x="48" y="506"/>
                      <a:pt x="131" y="506"/>
                    </a:cubicBezTo>
                    <a:cubicBezTo>
                      <a:pt x="139" y="508"/>
                      <a:pt x="146" y="509"/>
                      <a:pt x="153" y="509"/>
                    </a:cubicBezTo>
                    <a:cubicBezTo>
                      <a:pt x="231" y="509"/>
                      <a:pt x="285" y="405"/>
                      <a:pt x="310" y="265"/>
                    </a:cubicBezTo>
                    <a:cubicBezTo>
                      <a:pt x="310" y="134"/>
                      <a:pt x="262" y="3"/>
                      <a:pt x="179" y="3"/>
                    </a:cubicBezTo>
                    <a:cubicBezTo>
                      <a:pt x="171" y="2"/>
                      <a:pt x="164" y="1"/>
                      <a:pt x="15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3"/>
              <p:cNvSpPr/>
              <p:nvPr/>
            </p:nvSpPr>
            <p:spPr>
              <a:xfrm>
                <a:off x="1626605" y="1919702"/>
                <a:ext cx="27765" cy="44629"/>
              </a:xfrm>
              <a:custGeom>
                <a:avLst/>
                <a:gdLst/>
                <a:ahLst/>
                <a:cxnLst/>
                <a:rect l="l" t="t" r="r" b="b"/>
                <a:pathLst>
                  <a:path w="326" h="524" extrusionOk="0">
                    <a:moveTo>
                      <a:pt x="194" y="0"/>
                    </a:moveTo>
                    <a:cubicBezTo>
                      <a:pt x="110" y="0"/>
                      <a:pt x="21" y="110"/>
                      <a:pt x="21" y="262"/>
                    </a:cubicBezTo>
                    <a:cubicBezTo>
                      <a:pt x="0" y="393"/>
                      <a:pt x="63" y="524"/>
                      <a:pt x="131" y="524"/>
                    </a:cubicBezTo>
                    <a:cubicBezTo>
                      <a:pt x="215" y="524"/>
                      <a:pt x="304" y="414"/>
                      <a:pt x="304" y="283"/>
                    </a:cubicBezTo>
                    <a:cubicBezTo>
                      <a:pt x="325" y="131"/>
                      <a:pt x="262" y="21"/>
                      <a:pt x="19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3"/>
              <p:cNvSpPr/>
              <p:nvPr/>
            </p:nvSpPr>
            <p:spPr>
              <a:xfrm>
                <a:off x="1587342" y="1930093"/>
                <a:ext cx="31768" cy="68392"/>
              </a:xfrm>
              <a:custGeom>
                <a:avLst/>
                <a:gdLst/>
                <a:ahLst/>
                <a:cxnLst/>
                <a:rect l="l" t="t" r="r" b="b"/>
                <a:pathLst>
                  <a:path w="373" h="803" extrusionOk="0">
                    <a:moveTo>
                      <a:pt x="112" y="1"/>
                    </a:moveTo>
                    <a:cubicBezTo>
                      <a:pt x="91" y="1"/>
                      <a:pt x="69" y="22"/>
                      <a:pt x="69" y="56"/>
                    </a:cubicBezTo>
                    <a:cubicBezTo>
                      <a:pt x="48" y="98"/>
                      <a:pt x="69" y="161"/>
                      <a:pt x="90" y="208"/>
                    </a:cubicBezTo>
                    <a:cubicBezTo>
                      <a:pt x="111" y="250"/>
                      <a:pt x="132" y="271"/>
                      <a:pt x="152" y="292"/>
                    </a:cubicBezTo>
                    <a:cubicBezTo>
                      <a:pt x="221" y="360"/>
                      <a:pt x="262" y="381"/>
                      <a:pt x="262" y="470"/>
                    </a:cubicBezTo>
                    <a:cubicBezTo>
                      <a:pt x="241" y="580"/>
                      <a:pt x="221" y="622"/>
                      <a:pt x="179" y="643"/>
                    </a:cubicBezTo>
                    <a:cubicBezTo>
                      <a:pt x="152" y="685"/>
                      <a:pt x="111" y="685"/>
                      <a:pt x="69" y="685"/>
                    </a:cubicBezTo>
                    <a:cubicBezTo>
                      <a:pt x="48" y="685"/>
                      <a:pt x="1" y="711"/>
                      <a:pt x="1" y="753"/>
                    </a:cubicBezTo>
                    <a:cubicBezTo>
                      <a:pt x="1" y="774"/>
                      <a:pt x="48" y="795"/>
                      <a:pt x="69" y="795"/>
                    </a:cubicBezTo>
                    <a:cubicBezTo>
                      <a:pt x="84" y="800"/>
                      <a:pt x="100" y="803"/>
                      <a:pt x="117" y="803"/>
                    </a:cubicBezTo>
                    <a:cubicBezTo>
                      <a:pt x="165" y="803"/>
                      <a:pt x="215" y="779"/>
                      <a:pt x="262" y="732"/>
                    </a:cubicBezTo>
                    <a:cubicBezTo>
                      <a:pt x="331" y="685"/>
                      <a:pt x="372" y="601"/>
                      <a:pt x="372" y="491"/>
                    </a:cubicBezTo>
                    <a:cubicBezTo>
                      <a:pt x="372" y="360"/>
                      <a:pt x="310" y="271"/>
                      <a:pt x="241" y="229"/>
                    </a:cubicBezTo>
                    <a:cubicBezTo>
                      <a:pt x="221" y="187"/>
                      <a:pt x="200" y="161"/>
                      <a:pt x="200" y="140"/>
                    </a:cubicBezTo>
                    <a:cubicBezTo>
                      <a:pt x="179" y="119"/>
                      <a:pt x="179" y="98"/>
                      <a:pt x="179" y="77"/>
                    </a:cubicBezTo>
                    <a:cubicBezTo>
                      <a:pt x="179" y="30"/>
                      <a:pt x="152" y="9"/>
                      <a:pt x="132" y="9"/>
                    </a:cubicBezTo>
                    <a:cubicBezTo>
                      <a:pt x="126" y="4"/>
                      <a:pt x="119" y="1"/>
                      <a:pt x="11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3"/>
              <p:cNvSpPr/>
              <p:nvPr/>
            </p:nvSpPr>
            <p:spPr>
              <a:xfrm>
                <a:off x="1473556" y="1989370"/>
                <a:ext cx="129033" cy="99479"/>
              </a:xfrm>
              <a:custGeom>
                <a:avLst/>
                <a:gdLst/>
                <a:ahLst/>
                <a:cxnLst/>
                <a:rect l="l" t="t" r="r" b="b"/>
                <a:pathLst>
                  <a:path w="1515" h="1168" extrusionOk="0">
                    <a:moveTo>
                      <a:pt x="475" y="0"/>
                    </a:moveTo>
                    <a:cubicBezTo>
                      <a:pt x="264" y="0"/>
                      <a:pt x="0" y="304"/>
                      <a:pt x="116" y="732"/>
                    </a:cubicBezTo>
                    <a:cubicBezTo>
                      <a:pt x="214" y="1027"/>
                      <a:pt x="525" y="1168"/>
                      <a:pt x="811" y="1168"/>
                    </a:cubicBezTo>
                    <a:cubicBezTo>
                      <a:pt x="972" y="1168"/>
                      <a:pt x="1125" y="1123"/>
                      <a:pt x="1227" y="1036"/>
                    </a:cubicBezTo>
                    <a:cubicBezTo>
                      <a:pt x="1515" y="800"/>
                      <a:pt x="1488" y="559"/>
                      <a:pt x="1405" y="470"/>
                    </a:cubicBezTo>
                    <a:cubicBezTo>
                      <a:pt x="1316" y="360"/>
                      <a:pt x="1143" y="340"/>
                      <a:pt x="1075" y="277"/>
                    </a:cubicBezTo>
                    <a:cubicBezTo>
                      <a:pt x="703" y="120"/>
                      <a:pt x="750" y="78"/>
                      <a:pt x="551" y="15"/>
                    </a:cubicBezTo>
                    <a:cubicBezTo>
                      <a:pt x="527" y="5"/>
                      <a:pt x="502" y="0"/>
                      <a:pt x="4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3"/>
              <p:cNvSpPr/>
              <p:nvPr/>
            </p:nvSpPr>
            <p:spPr>
              <a:xfrm>
                <a:off x="1472279" y="1983749"/>
                <a:ext cx="135676" cy="110380"/>
              </a:xfrm>
              <a:custGeom>
                <a:avLst/>
                <a:gdLst/>
                <a:ahLst/>
                <a:cxnLst/>
                <a:rect l="l" t="t" r="r" b="b"/>
                <a:pathLst>
                  <a:path w="1593" h="1296" extrusionOk="0">
                    <a:moveTo>
                      <a:pt x="500" y="118"/>
                    </a:moveTo>
                    <a:cubicBezTo>
                      <a:pt x="515" y="118"/>
                      <a:pt x="530" y="119"/>
                      <a:pt x="545" y="123"/>
                    </a:cubicBezTo>
                    <a:cubicBezTo>
                      <a:pt x="634" y="165"/>
                      <a:pt x="676" y="186"/>
                      <a:pt x="744" y="233"/>
                    </a:cubicBezTo>
                    <a:cubicBezTo>
                      <a:pt x="786" y="254"/>
                      <a:pt x="875" y="317"/>
                      <a:pt x="1069" y="406"/>
                    </a:cubicBezTo>
                    <a:lnTo>
                      <a:pt x="1048" y="385"/>
                    </a:lnTo>
                    <a:lnTo>
                      <a:pt x="1048" y="385"/>
                    </a:lnTo>
                    <a:cubicBezTo>
                      <a:pt x="1111" y="426"/>
                      <a:pt x="1179" y="447"/>
                      <a:pt x="1221" y="474"/>
                    </a:cubicBezTo>
                    <a:cubicBezTo>
                      <a:pt x="1289" y="495"/>
                      <a:pt x="1352" y="536"/>
                      <a:pt x="1373" y="557"/>
                    </a:cubicBezTo>
                    <a:cubicBezTo>
                      <a:pt x="1441" y="625"/>
                      <a:pt x="1483" y="840"/>
                      <a:pt x="1200" y="1060"/>
                    </a:cubicBezTo>
                    <a:cubicBezTo>
                      <a:pt x="1118" y="1142"/>
                      <a:pt x="964" y="1186"/>
                      <a:pt x="810" y="1186"/>
                    </a:cubicBezTo>
                    <a:cubicBezTo>
                      <a:pt x="757" y="1186"/>
                      <a:pt x="705" y="1181"/>
                      <a:pt x="655" y="1170"/>
                    </a:cubicBezTo>
                    <a:cubicBezTo>
                      <a:pt x="435" y="1102"/>
                      <a:pt x="262" y="997"/>
                      <a:pt x="194" y="777"/>
                    </a:cubicBezTo>
                    <a:cubicBezTo>
                      <a:pt x="131" y="557"/>
                      <a:pt x="173" y="385"/>
                      <a:pt x="262" y="254"/>
                    </a:cubicBezTo>
                    <a:cubicBezTo>
                      <a:pt x="337" y="162"/>
                      <a:pt x="422" y="118"/>
                      <a:pt x="500" y="118"/>
                    </a:cubicBezTo>
                    <a:close/>
                    <a:moveTo>
                      <a:pt x="484" y="0"/>
                    </a:moveTo>
                    <a:cubicBezTo>
                      <a:pt x="375" y="0"/>
                      <a:pt x="261" y="65"/>
                      <a:pt x="173" y="186"/>
                    </a:cubicBezTo>
                    <a:cubicBezTo>
                      <a:pt x="63" y="343"/>
                      <a:pt x="0" y="557"/>
                      <a:pt x="90" y="798"/>
                    </a:cubicBezTo>
                    <a:cubicBezTo>
                      <a:pt x="152" y="1060"/>
                      <a:pt x="393" y="1212"/>
                      <a:pt x="634" y="1280"/>
                    </a:cubicBezTo>
                    <a:cubicBezTo>
                      <a:pt x="687" y="1291"/>
                      <a:pt x="744" y="1296"/>
                      <a:pt x="801" y="1296"/>
                    </a:cubicBezTo>
                    <a:cubicBezTo>
                      <a:pt x="974" y="1296"/>
                      <a:pt x="1155" y="1248"/>
                      <a:pt x="1289" y="1149"/>
                    </a:cubicBezTo>
                    <a:cubicBezTo>
                      <a:pt x="1592" y="908"/>
                      <a:pt x="1572" y="625"/>
                      <a:pt x="1462" y="495"/>
                    </a:cubicBezTo>
                    <a:cubicBezTo>
                      <a:pt x="1420" y="426"/>
                      <a:pt x="1352" y="406"/>
                      <a:pt x="1268" y="364"/>
                    </a:cubicBezTo>
                    <a:cubicBezTo>
                      <a:pt x="1200" y="343"/>
                      <a:pt x="1137" y="317"/>
                      <a:pt x="1111" y="296"/>
                    </a:cubicBezTo>
                    <a:cubicBezTo>
                      <a:pt x="938" y="212"/>
                      <a:pt x="849" y="165"/>
                      <a:pt x="807" y="123"/>
                    </a:cubicBezTo>
                    <a:cubicBezTo>
                      <a:pt x="744" y="102"/>
                      <a:pt x="697" y="55"/>
                      <a:pt x="566" y="13"/>
                    </a:cubicBezTo>
                    <a:cubicBezTo>
                      <a:pt x="539" y="4"/>
                      <a:pt x="512" y="0"/>
                      <a:pt x="48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3"/>
              <p:cNvSpPr/>
              <p:nvPr/>
            </p:nvSpPr>
            <p:spPr>
              <a:xfrm>
                <a:off x="1496382" y="1988348"/>
                <a:ext cx="91047" cy="51187"/>
              </a:xfrm>
              <a:custGeom>
                <a:avLst/>
                <a:gdLst/>
                <a:ahLst/>
                <a:cxnLst/>
                <a:rect l="l" t="t" r="r" b="b"/>
                <a:pathLst>
                  <a:path w="1069" h="601" extrusionOk="0">
                    <a:moveTo>
                      <a:pt x="220" y="1"/>
                    </a:moveTo>
                    <a:cubicBezTo>
                      <a:pt x="131" y="1"/>
                      <a:pt x="68" y="48"/>
                      <a:pt x="0" y="90"/>
                    </a:cubicBezTo>
                    <a:cubicBezTo>
                      <a:pt x="110" y="200"/>
                      <a:pt x="351" y="372"/>
                      <a:pt x="566" y="524"/>
                    </a:cubicBezTo>
                    <a:cubicBezTo>
                      <a:pt x="662" y="580"/>
                      <a:pt x="743" y="601"/>
                      <a:pt x="809" y="601"/>
                    </a:cubicBezTo>
                    <a:cubicBezTo>
                      <a:pt x="957" y="601"/>
                      <a:pt x="1033" y="498"/>
                      <a:pt x="1048" y="441"/>
                    </a:cubicBezTo>
                    <a:cubicBezTo>
                      <a:pt x="1069" y="441"/>
                      <a:pt x="1069" y="420"/>
                      <a:pt x="1069" y="420"/>
                    </a:cubicBezTo>
                    <a:cubicBezTo>
                      <a:pt x="985" y="352"/>
                      <a:pt x="875" y="331"/>
                      <a:pt x="807" y="289"/>
                    </a:cubicBezTo>
                    <a:cubicBezTo>
                      <a:pt x="435" y="132"/>
                      <a:pt x="482" y="90"/>
                      <a:pt x="283" y="27"/>
                    </a:cubicBezTo>
                    <a:cubicBezTo>
                      <a:pt x="262" y="1"/>
                      <a:pt x="241" y="1"/>
                      <a:pt x="2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3"/>
              <p:cNvSpPr/>
              <p:nvPr/>
            </p:nvSpPr>
            <p:spPr>
              <a:xfrm>
                <a:off x="1488802" y="1982983"/>
                <a:ext cx="104418" cy="61408"/>
              </a:xfrm>
              <a:custGeom>
                <a:avLst/>
                <a:gdLst/>
                <a:ahLst/>
                <a:cxnLst/>
                <a:rect l="l" t="t" r="r" b="b"/>
                <a:pathLst>
                  <a:path w="1226" h="721" extrusionOk="0">
                    <a:moveTo>
                      <a:pt x="351" y="132"/>
                    </a:moveTo>
                    <a:cubicBezTo>
                      <a:pt x="440" y="174"/>
                      <a:pt x="482" y="195"/>
                      <a:pt x="550" y="242"/>
                    </a:cubicBezTo>
                    <a:cubicBezTo>
                      <a:pt x="592" y="263"/>
                      <a:pt x="681" y="326"/>
                      <a:pt x="854" y="394"/>
                    </a:cubicBezTo>
                    <a:cubicBezTo>
                      <a:pt x="917" y="435"/>
                      <a:pt x="1006" y="456"/>
                      <a:pt x="1074" y="504"/>
                    </a:cubicBezTo>
                    <a:cubicBezTo>
                      <a:pt x="1048" y="525"/>
                      <a:pt x="1027" y="566"/>
                      <a:pt x="985" y="587"/>
                    </a:cubicBezTo>
                    <a:cubicBezTo>
                      <a:pt x="961" y="597"/>
                      <a:pt x="935" y="603"/>
                      <a:pt x="906" y="603"/>
                    </a:cubicBezTo>
                    <a:cubicBezTo>
                      <a:pt x="852" y="603"/>
                      <a:pt x="787" y="582"/>
                      <a:pt x="702" y="525"/>
                    </a:cubicBezTo>
                    <a:cubicBezTo>
                      <a:pt x="503" y="415"/>
                      <a:pt x="330" y="263"/>
                      <a:pt x="199" y="174"/>
                    </a:cubicBezTo>
                    <a:cubicBezTo>
                      <a:pt x="220" y="153"/>
                      <a:pt x="262" y="132"/>
                      <a:pt x="309" y="132"/>
                    </a:cubicBezTo>
                    <a:close/>
                    <a:moveTo>
                      <a:pt x="309" y="1"/>
                    </a:moveTo>
                    <a:cubicBezTo>
                      <a:pt x="220" y="1"/>
                      <a:pt x="110" y="43"/>
                      <a:pt x="47" y="132"/>
                    </a:cubicBezTo>
                    <a:lnTo>
                      <a:pt x="0" y="174"/>
                    </a:lnTo>
                    <a:lnTo>
                      <a:pt x="47" y="195"/>
                    </a:lnTo>
                    <a:cubicBezTo>
                      <a:pt x="178" y="305"/>
                      <a:pt x="419" y="483"/>
                      <a:pt x="634" y="634"/>
                    </a:cubicBezTo>
                    <a:cubicBezTo>
                      <a:pt x="735" y="690"/>
                      <a:pt x="827" y="721"/>
                      <a:pt x="910" y="721"/>
                    </a:cubicBezTo>
                    <a:cubicBezTo>
                      <a:pt x="951" y="721"/>
                      <a:pt x="990" y="713"/>
                      <a:pt x="1027" y="697"/>
                    </a:cubicBezTo>
                    <a:cubicBezTo>
                      <a:pt x="1116" y="655"/>
                      <a:pt x="1179" y="587"/>
                      <a:pt x="1205" y="545"/>
                    </a:cubicBezTo>
                    <a:lnTo>
                      <a:pt x="1205" y="504"/>
                    </a:lnTo>
                    <a:lnTo>
                      <a:pt x="1226" y="456"/>
                    </a:lnTo>
                    <a:lnTo>
                      <a:pt x="1179" y="435"/>
                    </a:lnTo>
                    <a:cubicBezTo>
                      <a:pt x="1095" y="373"/>
                      <a:pt x="964" y="326"/>
                      <a:pt x="917" y="305"/>
                    </a:cubicBezTo>
                    <a:cubicBezTo>
                      <a:pt x="744" y="221"/>
                      <a:pt x="655" y="174"/>
                      <a:pt x="613" y="132"/>
                    </a:cubicBezTo>
                    <a:cubicBezTo>
                      <a:pt x="550" y="111"/>
                      <a:pt x="503" y="64"/>
                      <a:pt x="372" y="22"/>
                    </a:cubicBezTo>
                    <a:cubicBezTo>
                      <a:pt x="351" y="22"/>
                      <a:pt x="330" y="1"/>
                      <a:pt x="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3"/>
              <p:cNvSpPr/>
              <p:nvPr/>
            </p:nvSpPr>
            <p:spPr>
              <a:xfrm>
                <a:off x="1483436" y="2040557"/>
                <a:ext cx="85681" cy="49143"/>
              </a:xfrm>
              <a:custGeom>
                <a:avLst/>
                <a:gdLst/>
                <a:ahLst/>
                <a:cxnLst/>
                <a:rect l="l" t="t" r="r" b="b"/>
                <a:pathLst>
                  <a:path w="1006" h="577" extrusionOk="0">
                    <a:moveTo>
                      <a:pt x="283" y="0"/>
                    </a:moveTo>
                    <a:cubicBezTo>
                      <a:pt x="173" y="0"/>
                      <a:pt x="89" y="21"/>
                      <a:pt x="0" y="42"/>
                    </a:cubicBezTo>
                    <a:cubicBezTo>
                      <a:pt x="0" y="68"/>
                      <a:pt x="21" y="110"/>
                      <a:pt x="21" y="131"/>
                    </a:cubicBezTo>
                    <a:cubicBezTo>
                      <a:pt x="118" y="436"/>
                      <a:pt x="428" y="576"/>
                      <a:pt x="716" y="576"/>
                    </a:cubicBezTo>
                    <a:cubicBezTo>
                      <a:pt x="819" y="576"/>
                      <a:pt x="919" y="558"/>
                      <a:pt x="1006" y="524"/>
                    </a:cubicBezTo>
                    <a:cubicBezTo>
                      <a:pt x="980" y="461"/>
                      <a:pt x="938" y="393"/>
                      <a:pt x="896" y="330"/>
                    </a:cubicBezTo>
                    <a:cubicBezTo>
                      <a:pt x="765" y="68"/>
                      <a:pt x="503" y="0"/>
                      <a:pt x="283" y="0"/>
                    </a:cubicBezTo>
                    <a:close/>
                  </a:path>
                </a:pathLst>
              </a:custGeom>
              <a:solidFill>
                <a:srgbClr val="FFB0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3"/>
              <p:cNvSpPr/>
              <p:nvPr/>
            </p:nvSpPr>
            <p:spPr>
              <a:xfrm>
                <a:off x="1477645" y="2035191"/>
                <a:ext cx="96838" cy="59619"/>
              </a:xfrm>
              <a:custGeom>
                <a:avLst/>
                <a:gdLst/>
                <a:ahLst/>
                <a:cxnLst/>
                <a:rect l="l" t="t" r="r" b="b"/>
                <a:pathLst>
                  <a:path w="1137" h="700" extrusionOk="0">
                    <a:moveTo>
                      <a:pt x="351" y="131"/>
                    </a:moveTo>
                    <a:cubicBezTo>
                      <a:pt x="571" y="131"/>
                      <a:pt x="786" y="194"/>
                      <a:pt x="917" y="414"/>
                    </a:cubicBezTo>
                    <a:cubicBezTo>
                      <a:pt x="943" y="456"/>
                      <a:pt x="964" y="498"/>
                      <a:pt x="985" y="524"/>
                    </a:cubicBezTo>
                    <a:cubicBezTo>
                      <a:pt x="891" y="550"/>
                      <a:pt x="797" y="568"/>
                      <a:pt x="702" y="568"/>
                    </a:cubicBezTo>
                    <a:cubicBezTo>
                      <a:pt x="643" y="568"/>
                      <a:pt x="584" y="561"/>
                      <a:pt x="524" y="545"/>
                    </a:cubicBezTo>
                    <a:cubicBezTo>
                      <a:pt x="351" y="477"/>
                      <a:pt x="199" y="367"/>
                      <a:pt x="131" y="173"/>
                    </a:cubicBezTo>
                    <a:lnTo>
                      <a:pt x="131" y="152"/>
                    </a:lnTo>
                    <a:cubicBezTo>
                      <a:pt x="199" y="131"/>
                      <a:pt x="262" y="131"/>
                      <a:pt x="351" y="131"/>
                    </a:cubicBezTo>
                    <a:close/>
                    <a:moveTo>
                      <a:pt x="351" y="1"/>
                    </a:moveTo>
                    <a:cubicBezTo>
                      <a:pt x="241" y="1"/>
                      <a:pt x="131" y="21"/>
                      <a:pt x="47" y="42"/>
                    </a:cubicBezTo>
                    <a:lnTo>
                      <a:pt x="0" y="63"/>
                    </a:lnTo>
                    <a:lnTo>
                      <a:pt x="0" y="105"/>
                    </a:lnTo>
                    <a:cubicBezTo>
                      <a:pt x="27" y="152"/>
                      <a:pt x="27" y="173"/>
                      <a:pt x="27" y="215"/>
                    </a:cubicBezTo>
                    <a:cubicBezTo>
                      <a:pt x="110" y="435"/>
                      <a:pt x="288" y="587"/>
                      <a:pt x="482" y="655"/>
                    </a:cubicBezTo>
                    <a:cubicBezTo>
                      <a:pt x="573" y="684"/>
                      <a:pt x="671" y="699"/>
                      <a:pt x="769" y="699"/>
                    </a:cubicBezTo>
                    <a:cubicBezTo>
                      <a:pt x="884" y="699"/>
                      <a:pt x="998" y="677"/>
                      <a:pt x="1095" y="629"/>
                    </a:cubicBezTo>
                    <a:lnTo>
                      <a:pt x="1137" y="608"/>
                    </a:lnTo>
                    <a:lnTo>
                      <a:pt x="1116" y="566"/>
                    </a:lnTo>
                    <a:cubicBezTo>
                      <a:pt x="1095" y="498"/>
                      <a:pt x="1074" y="435"/>
                      <a:pt x="1027" y="346"/>
                    </a:cubicBezTo>
                    <a:cubicBezTo>
                      <a:pt x="875" y="84"/>
                      <a:pt x="592" y="1"/>
                      <a:pt x="3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3"/>
              <p:cNvSpPr/>
              <p:nvPr/>
            </p:nvSpPr>
            <p:spPr>
              <a:xfrm>
                <a:off x="1424073" y="1819033"/>
                <a:ext cx="89343" cy="54338"/>
              </a:xfrm>
              <a:custGeom>
                <a:avLst/>
                <a:gdLst/>
                <a:ahLst/>
                <a:cxnLst/>
                <a:rect l="l" t="t" r="r" b="b"/>
                <a:pathLst>
                  <a:path w="1049" h="638" extrusionOk="0">
                    <a:moveTo>
                      <a:pt x="440" y="1"/>
                    </a:moveTo>
                    <a:cubicBezTo>
                      <a:pt x="271" y="1"/>
                      <a:pt x="127" y="78"/>
                      <a:pt x="85" y="135"/>
                    </a:cubicBezTo>
                    <a:cubicBezTo>
                      <a:pt x="43" y="224"/>
                      <a:pt x="43" y="287"/>
                      <a:pt x="43" y="418"/>
                    </a:cubicBezTo>
                    <a:cubicBezTo>
                      <a:pt x="22" y="549"/>
                      <a:pt x="1" y="549"/>
                      <a:pt x="64" y="575"/>
                    </a:cubicBezTo>
                    <a:cubicBezTo>
                      <a:pt x="78" y="582"/>
                      <a:pt x="95" y="584"/>
                      <a:pt x="111" y="584"/>
                    </a:cubicBezTo>
                    <a:cubicBezTo>
                      <a:pt x="143" y="584"/>
                      <a:pt x="174" y="575"/>
                      <a:pt x="174" y="575"/>
                    </a:cubicBezTo>
                    <a:cubicBezTo>
                      <a:pt x="241" y="554"/>
                      <a:pt x="308" y="546"/>
                      <a:pt x="371" y="546"/>
                    </a:cubicBezTo>
                    <a:cubicBezTo>
                      <a:pt x="513" y="546"/>
                      <a:pt x="636" y="588"/>
                      <a:pt x="697" y="617"/>
                    </a:cubicBezTo>
                    <a:cubicBezTo>
                      <a:pt x="734" y="630"/>
                      <a:pt x="765" y="637"/>
                      <a:pt x="792" y="637"/>
                    </a:cubicBezTo>
                    <a:cubicBezTo>
                      <a:pt x="847" y="637"/>
                      <a:pt x="886" y="608"/>
                      <a:pt x="917" y="549"/>
                    </a:cubicBezTo>
                    <a:cubicBezTo>
                      <a:pt x="938" y="444"/>
                      <a:pt x="1048" y="266"/>
                      <a:pt x="959" y="203"/>
                    </a:cubicBezTo>
                    <a:cubicBezTo>
                      <a:pt x="891" y="114"/>
                      <a:pt x="697" y="51"/>
                      <a:pt x="498" y="4"/>
                    </a:cubicBezTo>
                    <a:cubicBezTo>
                      <a:pt x="479" y="2"/>
                      <a:pt x="459" y="1"/>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3"/>
              <p:cNvSpPr/>
              <p:nvPr/>
            </p:nvSpPr>
            <p:spPr>
              <a:xfrm>
                <a:off x="1420070" y="1815030"/>
                <a:ext cx="95135" cy="63452"/>
              </a:xfrm>
              <a:custGeom>
                <a:avLst/>
                <a:gdLst/>
                <a:ahLst/>
                <a:cxnLst/>
                <a:rect l="l" t="t" r="r" b="b"/>
                <a:pathLst>
                  <a:path w="1117" h="745" extrusionOk="0">
                    <a:moveTo>
                      <a:pt x="451" y="110"/>
                    </a:moveTo>
                    <a:cubicBezTo>
                      <a:pt x="475" y="110"/>
                      <a:pt x="500" y="113"/>
                      <a:pt x="524" y="119"/>
                    </a:cubicBezTo>
                    <a:cubicBezTo>
                      <a:pt x="634" y="140"/>
                      <a:pt x="723" y="161"/>
                      <a:pt x="807" y="182"/>
                    </a:cubicBezTo>
                    <a:cubicBezTo>
                      <a:pt x="875" y="203"/>
                      <a:pt x="938" y="250"/>
                      <a:pt x="964" y="271"/>
                    </a:cubicBezTo>
                    <a:cubicBezTo>
                      <a:pt x="985" y="292"/>
                      <a:pt x="985" y="334"/>
                      <a:pt x="964" y="402"/>
                    </a:cubicBezTo>
                    <a:cubicBezTo>
                      <a:pt x="964" y="444"/>
                      <a:pt x="917" y="512"/>
                      <a:pt x="896" y="575"/>
                    </a:cubicBezTo>
                    <a:cubicBezTo>
                      <a:pt x="875" y="596"/>
                      <a:pt x="875" y="622"/>
                      <a:pt x="854" y="622"/>
                    </a:cubicBezTo>
                    <a:cubicBezTo>
                      <a:pt x="844" y="632"/>
                      <a:pt x="832" y="637"/>
                      <a:pt x="818" y="637"/>
                    </a:cubicBezTo>
                    <a:cubicBezTo>
                      <a:pt x="803" y="637"/>
                      <a:pt x="786" y="632"/>
                      <a:pt x="765" y="622"/>
                    </a:cubicBezTo>
                    <a:cubicBezTo>
                      <a:pt x="693" y="577"/>
                      <a:pt x="575" y="534"/>
                      <a:pt x="435" y="534"/>
                    </a:cubicBezTo>
                    <a:cubicBezTo>
                      <a:pt x="362" y="534"/>
                      <a:pt x="282" y="546"/>
                      <a:pt x="200" y="575"/>
                    </a:cubicBezTo>
                    <a:lnTo>
                      <a:pt x="132" y="575"/>
                    </a:lnTo>
                    <a:lnTo>
                      <a:pt x="132" y="465"/>
                    </a:lnTo>
                    <a:cubicBezTo>
                      <a:pt x="132" y="360"/>
                      <a:pt x="153" y="292"/>
                      <a:pt x="179" y="229"/>
                    </a:cubicBezTo>
                    <a:cubicBezTo>
                      <a:pt x="200" y="203"/>
                      <a:pt x="242" y="161"/>
                      <a:pt x="310" y="140"/>
                    </a:cubicBezTo>
                    <a:cubicBezTo>
                      <a:pt x="339" y="125"/>
                      <a:pt x="393" y="110"/>
                      <a:pt x="451" y="110"/>
                    </a:cubicBezTo>
                    <a:close/>
                    <a:moveTo>
                      <a:pt x="453" y="0"/>
                    </a:moveTo>
                    <a:cubicBezTo>
                      <a:pt x="380" y="0"/>
                      <a:pt x="311" y="15"/>
                      <a:pt x="263" y="30"/>
                    </a:cubicBezTo>
                    <a:cubicBezTo>
                      <a:pt x="179" y="72"/>
                      <a:pt x="111" y="119"/>
                      <a:pt x="90" y="161"/>
                    </a:cubicBezTo>
                    <a:cubicBezTo>
                      <a:pt x="48" y="250"/>
                      <a:pt x="22" y="334"/>
                      <a:pt x="22" y="465"/>
                    </a:cubicBezTo>
                    <a:cubicBezTo>
                      <a:pt x="22" y="533"/>
                      <a:pt x="22" y="554"/>
                      <a:pt x="1" y="575"/>
                    </a:cubicBezTo>
                    <a:cubicBezTo>
                      <a:pt x="1" y="596"/>
                      <a:pt x="22" y="622"/>
                      <a:pt x="22" y="643"/>
                    </a:cubicBezTo>
                    <a:cubicBezTo>
                      <a:pt x="48" y="664"/>
                      <a:pt x="69" y="664"/>
                      <a:pt x="90" y="664"/>
                    </a:cubicBezTo>
                    <a:cubicBezTo>
                      <a:pt x="116" y="681"/>
                      <a:pt x="148" y="688"/>
                      <a:pt x="175" y="688"/>
                    </a:cubicBezTo>
                    <a:cubicBezTo>
                      <a:pt x="212" y="688"/>
                      <a:pt x="242" y="676"/>
                      <a:pt x="242" y="664"/>
                    </a:cubicBezTo>
                    <a:lnTo>
                      <a:pt x="242" y="685"/>
                    </a:lnTo>
                    <a:cubicBezTo>
                      <a:pt x="313" y="653"/>
                      <a:pt x="384" y="641"/>
                      <a:pt x="449" y="641"/>
                    </a:cubicBezTo>
                    <a:cubicBezTo>
                      <a:pt x="566" y="641"/>
                      <a:pt x="666" y="679"/>
                      <a:pt x="723" y="705"/>
                    </a:cubicBezTo>
                    <a:cubicBezTo>
                      <a:pt x="759" y="733"/>
                      <a:pt x="790" y="744"/>
                      <a:pt x="822" y="744"/>
                    </a:cubicBezTo>
                    <a:cubicBezTo>
                      <a:pt x="845" y="744"/>
                      <a:pt x="869" y="738"/>
                      <a:pt x="896" y="726"/>
                    </a:cubicBezTo>
                    <a:cubicBezTo>
                      <a:pt x="938" y="705"/>
                      <a:pt x="985" y="664"/>
                      <a:pt x="1006" y="622"/>
                    </a:cubicBezTo>
                    <a:cubicBezTo>
                      <a:pt x="1027" y="575"/>
                      <a:pt x="1048" y="491"/>
                      <a:pt x="1069" y="423"/>
                    </a:cubicBezTo>
                    <a:cubicBezTo>
                      <a:pt x="1095" y="360"/>
                      <a:pt x="1116" y="271"/>
                      <a:pt x="1048" y="203"/>
                    </a:cubicBezTo>
                    <a:cubicBezTo>
                      <a:pt x="1006" y="140"/>
                      <a:pt x="938" y="119"/>
                      <a:pt x="854" y="72"/>
                    </a:cubicBezTo>
                    <a:cubicBezTo>
                      <a:pt x="744" y="51"/>
                      <a:pt x="655" y="30"/>
                      <a:pt x="545" y="9"/>
                    </a:cubicBezTo>
                    <a:cubicBezTo>
                      <a:pt x="515" y="3"/>
                      <a:pt x="484" y="0"/>
                      <a:pt x="45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3"/>
              <p:cNvSpPr/>
              <p:nvPr/>
            </p:nvSpPr>
            <p:spPr>
              <a:xfrm>
                <a:off x="1609656" y="1843391"/>
                <a:ext cx="72820" cy="54253"/>
              </a:xfrm>
              <a:custGeom>
                <a:avLst/>
                <a:gdLst/>
                <a:ahLst/>
                <a:cxnLst/>
                <a:rect l="l" t="t" r="r" b="b"/>
                <a:pathLst>
                  <a:path w="855" h="637" extrusionOk="0">
                    <a:moveTo>
                      <a:pt x="199" y="1"/>
                    </a:moveTo>
                    <a:cubicBezTo>
                      <a:pt x="69" y="1"/>
                      <a:pt x="48" y="90"/>
                      <a:pt x="48" y="90"/>
                    </a:cubicBezTo>
                    <a:cubicBezTo>
                      <a:pt x="21" y="221"/>
                      <a:pt x="0" y="420"/>
                      <a:pt x="21" y="482"/>
                    </a:cubicBezTo>
                    <a:cubicBezTo>
                      <a:pt x="41" y="511"/>
                      <a:pt x="72" y="519"/>
                      <a:pt x="112" y="519"/>
                    </a:cubicBezTo>
                    <a:cubicBezTo>
                      <a:pt x="168" y="519"/>
                      <a:pt x="242" y="503"/>
                      <a:pt x="330" y="503"/>
                    </a:cubicBezTo>
                    <a:cubicBezTo>
                      <a:pt x="482" y="524"/>
                      <a:pt x="592" y="592"/>
                      <a:pt x="655" y="634"/>
                    </a:cubicBezTo>
                    <a:cubicBezTo>
                      <a:pt x="659" y="636"/>
                      <a:pt x="663" y="636"/>
                      <a:pt x="666" y="636"/>
                    </a:cubicBezTo>
                    <a:cubicBezTo>
                      <a:pt x="728" y="636"/>
                      <a:pt x="767" y="476"/>
                      <a:pt x="807" y="372"/>
                    </a:cubicBezTo>
                    <a:cubicBezTo>
                      <a:pt x="833" y="289"/>
                      <a:pt x="854" y="200"/>
                      <a:pt x="765" y="158"/>
                    </a:cubicBezTo>
                    <a:cubicBezTo>
                      <a:pt x="676" y="90"/>
                      <a:pt x="309" y="1"/>
                      <a:pt x="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3"/>
              <p:cNvSpPr/>
              <p:nvPr/>
            </p:nvSpPr>
            <p:spPr>
              <a:xfrm>
                <a:off x="1606079" y="1838026"/>
                <a:ext cx="79889" cy="64218"/>
              </a:xfrm>
              <a:custGeom>
                <a:avLst/>
                <a:gdLst/>
                <a:ahLst/>
                <a:cxnLst/>
                <a:rect l="l" t="t" r="r" b="b"/>
                <a:pathLst>
                  <a:path w="938" h="754" extrusionOk="0">
                    <a:moveTo>
                      <a:pt x="241" y="132"/>
                    </a:moveTo>
                    <a:cubicBezTo>
                      <a:pt x="262" y="132"/>
                      <a:pt x="393" y="153"/>
                      <a:pt x="524" y="174"/>
                    </a:cubicBezTo>
                    <a:cubicBezTo>
                      <a:pt x="587" y="195"/>
                      <a:pt x="634" y="195"/>
                      <a:pt x="676" y="221"/>
                    </a:cubicBezTo>
                    <a:cubicBezTo>
                      <a:pt x="744" y="242"/>
                      <a:pt x="786" y="263"/>
                      <a:pt x="786" y="263"/>
                    </a:cubicBezTo>
                    <a:cubicBezTo>
                      <a:pt x="807" y="284"/>
                      <a:pt x="828" y="284"/>
                      <a:pt x="828" y="305"/>
                    </a:cubicBezTo>
                    <a:cubicBezTo>
                      <a:pt x="828" y="326"/>
                      <a:pt x="807" y="373"/>
                      <a:pt x="786" y="435"/>
                    </a:cubicBezTo>
                    <a:cubicBezTo>
                      <a:pt x="765" y="483"/>
                      <a:pt x="744" y="545"/>
                      <a:pt x="718" y="587"/>
                    </a:cubicBezTo>
                    <a:cubicBezTo>
                      <a:pt x="718" y="614"/>
                      <a:pt x="697" y="635"/>
                      <a:pt x="697" y="635"/>
                    </a:cubicBezTo>
                    <a:cubicBezTo>
                      <a:pt x="655" y="614"/>
                      <a:pt x="545" y="525"/>
                      <a:pt x="372" y="525"/>
                    </a:cubicBezTo>
                    <a:lnTo>
                      <a:pt x="131" y="525"/>
                    </a:lnTo>
                    <a:lnTo>
                      <a:pt x="131" y="504"/>
                    </a:lnTo>
                    <a:cubicBezTo>
                      <a:pt x="111" y="504"/>
                      <a:pt x="111" y="435"/>
                      <a:pt x="111" y="373"/>
                    </a:cubicBezTo>
                    <a:cubicBezTo>
                      <a:pt x="111" y="305"/>
                      <a:pt x="131" y="242"/>
                      <a:pt x="131" y="153"/>
                    </a:cubicBezTo>
                    <a:lnTo>
                      <a:pt x="152" y="153"/>
                    </a:lnTo>
                    <a:cubicBezTo>
                      <a:pt x="173" y="132"/>
                      <a:pt x="194" y="132"/>
                      <a:pt x="241" y="132"/>
                    </a:cubicBezTo>
                    <a:close/>
                    <a:moveTo>
                      <a:pt x="241" y="1"/>
                    </a:moveTo>
                    <a:cubicBezTo>
                      <a:pt x="152" y="1"/>
                      <a:pt x="111" y="43"/>
                      <a:pt x="90" y="64"/>
                    </a:cubicBezTo>
                    <a:cubicBezTo>
                      <a:pt x="42" y="90"/>
                      <a:pt x="21" y="132"/>
                      <a:pt x="21" y="132"/>
                    </a:cubicBezTo>
                    <a:cubicBezTo>
                      <a:pt x="21" y="195"/>
                      <a:pt x="1" y="284"/>
                      <a:pt x="1" y="373"/>
                    </a:cubicBezTo>
                    <a:cubicBezTo>
                      <a:pt x="1" y="435"/>
                      <a:pt x="1" y="504"/>
                      <a:pt x="21" y="566"/>
                    </a:cubicBezTo>
                    <a:cubicBezTo>
                      <a:pt x="42" y="587"/>
                      <a:pt x="63" y="614"/>
                      <a:pt x="90" y="635"/>
                    </a:cubicBezTo>
                    <a:lnTo>
                      <a:pt x="372" y="635"/>
                    </a:lnTo>
                    <a:cubicBezTo>
                      <a:pt x="503" y="635"/>
                      <a:pt x="587" y="697"/>
                      <a:pt x="676" y="744"/>
                    </a:cubicBezTo>
                    <a:cubicBezTo>
                      <a:pt x="682" y="750"/>
                      <a:pt x="690" y="753"/>
                      <a:pt x="700" y="753"/>
                    </a:cubicBezTo>
                    <a:cubicBezTo>
                      <a:pt x="724" y="753"/>
                      <a:pt x="756" y="737"/>
                      <a:pt x="786" y="718"/>
                    </a:cubicBezTo>
                    <a:cubicBezTo>
                      <a:pt x="807" y="697"/>
                      <a:pt x="807" y="676"/>
                      <a:pt x="828" y="635"/>
                    </a:cubicBezTo>
                    <a:cubicBezTo>
                      <a:pt x="849" y="587"/>
                      <a:pt x="875" y="525"/>
                      <a:pt x="896" y="456"/>
                    </a:cubicBezTo>
                    <a:cubicBezTo>
                      <a:pt x="917" y="415"/>
                      <a:pt x="938" y="373"/>
                      <a:pt x="938" y="305"/>
                    </a:cubicBezTo>
                    <a:cubicBezTo>
                      <a:pt x="938" y="263"/>
                      <a:pt x="896" y="195"/>
                      <a:pt x="849" y="153"/>
                    </a:cubicBezTo>
                    <a:cubicBezTo>
                      <a:pt x="807" y="153"/>
                      <a:pt x="765" y="132"/>
                      <a:pt x="718" y="111"/>
                    </a:cubicBezTo>
                    <a:cubicBezTo>
                      <a:pt x="676" y="90"/>
                      <a:pt x="613" y="90"/>
                      <a:pt x="545" y="64"/>
                    </a:cubicBezTo>
                    <a:cubicBezTo>
                      <a:pt x="414" y="43"/>
                      <a:pt x="304" y="1"/>
                      <a:pt x="24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3"/>
              <p:cNvSpPr/>
              <p:nvPr/>
            </p:nvSpPr>
            <p:spPr>
              <a:xfrm>
                <a:off x="1903298" y="837529"/>
                <a:ext cx="122723" cy="120168"/>
              </a:xfrm>
              <a:custGeom>
                <a:avLst/>
                <a:gdLst/>
                <a:ahLst/>
                <a:cxnLst/>
                <a:rect l="l" t="t" r="r" b="b"/>
                <a:pathLst>
                  <a:path w="1441" h="1411" extrusionOk="0">
                    <a:moveTo>
                      <a:pt x="687" y="1"/>
                    </a:moveTo>
                    <a:cubicBezTo>
                      <a:pt x="646" y="1"/>
                      <a:pt x="607" y="12"/>
                      <a:pt x="572" y="38"/>
                    </a:cubicBezTo>
                    <a:lnTo>
                      <a:pt x="90" y="368"/>
                    </a:lnTo>
                    <a:cubicBezTo>
                      <a:pt x="69" y="368"/>
                      <a:pt x="69" y="368"/>
                      <a:pt x="69" y="389"/>
                    </a:cubicBezTo>
                    <a:cubicBezTo>
                      <a:pt x="1" y="431"/>
                      <a:pt x="1" y="541"/>
                      <a:pt x="69" y="583"/>
                    </a:cubicBezTo>
                    <a:lnTo>
                      <a:pt x="834" y="1369"/>
                    </a:lnTo>
                    <a:lnTo>
                      <a:pt x="854" y="1369"/>
                    </a:lnTo>
                    <a:cubicBezTo>
                      <a:pt x="881" y="1398"/>
                      <a:pt x="913" y="1410"/>
                      <a:pt x="945" y="1410"/>
                    </a:cubicBezTo>
                    <a:cubicBezTo>
                      <a:pt x="989" y="1410"/>
                      <a:pt x="1035" y="1387"/>
                      <a:pt x="1074" y="1348"/>
                    </a:cubicBezTo>
                    <a:lnTo>
                      <a:pt x="1378" y="866"/>
                    </a:lnTo>
                    <a:cubicBezTo>
                      <a:pt x="1441" y="782"/>
                      <a:pt x="1441" y="651"/>
                      <a:pt x="1357" y="583"/>
                    </a:cubicBezTo>
                    <a:lnTo>
                      <a:pt x="854" y="59"/>
                    </a:lnTo>
                    <a:cubicBezTo>
                      <a:pt x="803" y="23"/>
                      <a:pt x="744" y="1"/>
                      <a:pt x="6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3"/>
              <p:cNvSpPr/>
              <p:nvPr/>
            </p:nvSpPr>
            <p:spPr>
              <a:xfrm>
                <a:off x="1898017" y="832334"/>
                <a:ext cx="133879" cy="129791"/>
              </a:xfrm>
              <a:custGeom>
                <a:avLst/>
                <a:gdLst/>
                <a:ahLst/>
                <a:cxnLst/>
                <a:rect l="l" t="t" r="r" b="b"/>
                <a:pathLst>
                  <a:path w="1572" h="1524" extrusionOk="0">
                    <a:moveTo>
                      <a:pt x="749" y="113"/>
                    </a:moveTo>
                    <a:cubicBezTo>
                      <a:pt x="792" y="113"/>
                      <a:pt x="836" y="129"/>
                      <a:pt x="875" y="168"/>
                    </a:cubicBezTo>
                    <a:lnTo>
                      <a:pt x="1372" y="665"/>
                    </a:lnTo>
                    <a:cubicBezTo>
                      <a:pt x="1440" y="733"/>
                      <a:pt x="1440" y="822"/>
                      <a:pt x="1398" y="885"/>
                    </a:cubicBezTo>
                    <a:lnTo>
                      <a:pt x="1068" y="1367"/>
                    </a:lnTo>
                    <a:cubicBezTo>
                      <a:pt x="1055" y="1393"/>
                      <a:pt x="1024" y="1411"/>
                      <a:pt x="993" y="1411"/>
                    </a:cubicBezTo>
                    <a:cubicBezTo>
                      <a:pt x="973" y="1411"/>
                      <a:pt x="953" y="1404"/>
                      <a:pt x="937" y="1388"/>
                    </a:cubicBezTo>
                    <a:lnTo>
                      <a:pt x="173" y="623"/>
                    </a:lnTo>
                    <a:cubicBezTo>
                      <a:pt x="131" y="581"/>
                      <a:pt x="131" y="492"/>
                      <a:pt x="173" y="471"/>
                    </a:cubicBezTo>
                    <a:lnTo>
                      <a:pt x="655" y="141"/>
                    </a:lnTo>
                    <a:cubicBezTo>
                      <a:pt x="682" y="123"/>
                      <a:pt x="715" y="113"/>
                      <a:pt x="749" y="113"/>
                    </a:cubicBezTo>
                    <a:close/>
                    <a:moveTo>
                      <a:pt x="750" y="0"/>
                    </a:moveTo>
                    <a:cubicBezTo>
                      <a:pt x="692" y="0"/>
                      <a:pt x="635" y="18"/>
                      <a:pt x="587" y="58"/>
                    </a:cubicBezTo>
                    <a:lnTo>
                      <a:pt x="110" y="382"/>
                    </a:lnTo>
                    <a:cubicBezTo>
                      <a:pt x="0" y="450"/>
                      <a:pt x="0" y="602"/>
                      <a:pt x="89" y="691"/>
                    </a:cubicBezTo>
                    <a:lnTo>
                      <a:pt x="848" y="1451"/>
                    </a:lnTo>
                    <a:cubicBezTo>
                      <a:pt x="889" y="1500"/>
                      <a:pt x="942" y="1523"/>
                      <a:pt x="996" y="1523"/>
                    </a:cubicBezTo>
                    <a:cubicBezTo>
                      <a:pt x="1062" y="1523"/>
                      <a:pt x="1130" y="1490"/>
                      <a:pt x="1178" y="1430"/>
                    </a:cubicBezTo>
                    <a:lnTo>
                      <a:pt x="1503" y="953"/>
                    </a:lnTo>
                    <a:cubicBezTo>
                      <a:pt x="1571" y="843"/>
                      <a:pt x="1550" y="691"/>
                      <a:pt x="1461" y="602"/>
                    </a:cubicBezTo>
                    <a:lnTo>
                      <a:pt x="958" y="79"/>
                    </a:lnTo>
                    <a:cubicBezTo>
                      <a:pt x="897" y="29"/>
                      <a:pt x="823" y="0"/>
                      <a:pt x="7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3"/>
              <p:cNvSpPr/>
              <p:nvPr/>
            </p:nvSpPr>
            <p:spPr>
              <a:xfrm>
                <a:off x="1998339" y="998658"/>
                <a:ext cx="78096" cy="117783"/>
              </a:xfrm>
              <a:custGeom>
                <a:avLst/>
                <a:gdLst/>
                <a:ahLst/>
                <a:cxnLst/>
                <a:rect l="l" t="t" r="r" b="b"/>
                <a:pathLst>
                  <a:path w="917" h="1383" extrusionOk="0">
                    <a:moveTo>
                      <a:pt x="152" y="0"/>
                    </a:moveTo>
                    <a:cubicBezTo>
                      <a:pt x="63" y="0"/>
                      <a:pt x="0" y="68"/>
                      <a:pt x="0" y="152"/>
                    </a:cubicBezTo>
                    <a:lnTo>
                      <a:pt x="0" y="1226"/>
                    </a:lnTo>
                    <a:lnTo>
                      <a:pt x="0" y="1268"/>
                    </a:lnTo>
                    <a:cubicBezTo>
                      <a:pt x="18" y="1342"/>
                      <a:pt x="68" y="1383"/>
                      <a:pt x="132" y="1383"/>
                    </a:cubicBezTo>
                    <a:cubicBezTo>
                      <a:pt x="145" y="1383"/>
                      <a:pt x="159" y="1381"/>
                      <a:pt x="173" y="1378"/>
                    </a:cubicBezTo>
                    <a:lnTo>
                      <a:pt x="744" y="1268"/>
                    </a:lnTo>
                    <a:cubicBezTo>
                      <a:pt x="849" y="1247"/>
                      <a:pt x="917" y="1158"/>
                      <a:pt x="917" y="1048"/>
                    </a:cubicBezTo>
                    <a:lnTo>
                      <a:pt x="917" y="330"/>
                    </a:lnTo>
                    <a:cubicBezTo>
                      <a:pt x="917" y="220"/>
                      <a:pt x="849" y="131"/>
                      <a:pt x="744" y="110"/>
                    </a:cubicBezTo>
                    <a:lnTo>
                      <a:pt x="1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3"/>
              <p:cNvSpPr/>
              <p:nvPr/>
            </p:nvSpPr>
            <p:spPr>
              <a:xfrm>
                <a:off x="1992548" y="993037"/>
                <a:ext cx="89253" cy="128599"/>
              </a:xfrm>
              <a:custGeom>
                <a:avLst/>
                <a:gdLst/>
                <a:ahLst/>
                <a:cxnLst/>
                <a:rect l="l" t="t" r="r" b="b"/>
                <a:pathLst>
                  <a:path w="1048" h="1510" extrusionOk="0">
                    <a:moveTo>
                      <a:pt x="241" y="113"/>
                    </a:moveTo>
                    <a:lnTo>
                      <a:pt x="812" y="218"/>
                    </a:lnTo>
                    <a:cubicBezTo>
                      <a:pt x="875" y="244"/>
                      <a:pt x="943" y="307"/>
                      <a:pt x="943" y="396"/>
                    </a:cubicBezTo>
                    <a:lnTo>
                      <a:pt x="943" y="1114"/>
                    </a:lnTo>
                    <a:cubicBezTo>
                      <a:pt x="943" y="1203"/>
                      <a:pt x="875" y="1266"/>
                      <a:pt x="812" y="1292"/>
                    </a:cubicBezTo>
                    <a:lnTo>
                      <a:pt x="241" y="1397"/>
                    </a:lnTo>
                    <a:cubicBezTo>
                      <a:pt x="178" y="1397"/>
                      <a:pt x="110" y="1355"/>
                      <a:pt x="110" y="1292"/>
                    </a:cubicBezTo>
                    <a:lnTo>
                      <a:pt x="110" y="218"/>
                    </a:lnTo>
                    <a:cubicBezTo>
                      <a:pt x="110" y="155"/>
                      <a:pt x="178" y="113"/>
                      <a:pt x="241" y="113"/>
                    </a:cubicBezTo>
                    <a:close/>
                    <a:moveTo>
                      <a:pt x="228" y="1"/>
                    </a:moveTo>
                    <a:cubicBezTo>
                      <a:pt x="110" y="1"/>
                      <a:pt x="0" y="99"/>
                      <a:pt x="0" y="218"/>
                    </a:cubicBezTo>
                    <a:lnTo>
                      <a:pt x="0" y="1292"/>
                    </a:lnTo>
                    <a:cubicBezTo>
                      <a:pt x="0" y="1411"/>
                      <a:pt x="110" y="1509"/>
                      <a:pt x="228" y="1509"/>
                    </a:cubicBezTo>
                    <a:cubicBezTo>
                      <a:pt x="239" y="1509"/>
                      <a:pt x="251" y="1508"/>
                      <a:pt x="262" y="1507"/>
                    </a:cubicBezTo>
                    <a:lnTo>
                      <a:pt x="833" y="1397"/>
                    </a:lnTo>
                    <a:cubicBezTo>
                      <a:pt x="964" y="1376"/>
                      <a:pt x="1048" y="1245"/>
                      <a:pt x="1048" y="1114"/>
                    </a:cubicBezTo>
                    <a:lnTo>
                      <a:pt x="1048" y="396"/>
                    </a:lnTo>
                    <a:cubicBezTo>
                      <a:pt x="1048" y="265"/>
                      <a:pt x="964" y="155"/>
                      <a:pt x="833" y="113"/>
                    </a:cubicBezTo>
                    <a:lnTo>
                      <a:pt x="262" y="4"/>
                    </a:lnTo>
                    <a:cubicBezTo>
                      <a:pt x="251" y="2"/>
                      <a:pt x="239" y="1"/>
                      <a:pt x="22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3"/>
              <p:cNvSpPr/>
              <p:nvPr/>
            </p:nvSpPr>
            <p:spPr>
              <a:xfrm>
                <a:off x="1903298" y="1157998"/>
                <a:ext cx="122723" cy="119146"/>
              </a:xfrm>
              <a:custGeom>
                <a:avLst/>
                <a:gdLst/>
                <a:ahLst/>
                <a:cxnLst/>
                <a:rect l="l" t="t" r="r" b="b"/>
                <a:pathLst>
                  <a:path w="1441" h="1399" extrusionOk="0">
                    <a:moveTo>
                      <a:pt x="941" y="0"/>
                    </a:moveTo>
                    <a:cubicBezTo>
                      <a:pt x="903" y="0"/>
                      <a:pt x="865" y="17"/>
                      <a:pt x="834" y="51"/>
                    </a:cubicBezTo>
                    <a:lnTo>
                      <a:pt x="69" y="816"/>
                    </a:lnTo>
                    <a:cubicBezTo>
                      <a:pt x="48" y="816"/>
                      <a:pt x="48" y="816"/>
                      <a:pt x="48" y="837"/>
                    </a:cubicBezTo>
                    <a:cubicBezTo>
                      <a:pt x="1" y="900"/>
                      <a:pt x="1" y="989"/>
                      <a:pt x="90" y="1057"/>
                    </a:cubicBezTo>
                    <a:lnTo>
                      <a:pt x="572" y="1361"/>
                    </a:lnTo>
                    <a:cubicBezTo>
                      <a:pt x="607" y="1387"/>
                      <a:pt x="646" y="1398"/>
                      <a:pt x="687" y="1398"/>
                    </a:cubicBezTo>
                    <a:cubicBezTo>
                      <a:pt x="744" y="1398"/>
                      <a:pt x="803" y="1376"/>
                      <a:pt x="854" y="1340"/>
                    </a:cubicBezTo>
                    <a:lnTo>
                      <a:pt x="1357" y="837"/>
                    </a:lnTo>
                    <a:cubicBezTo>
                      <a:pt x="1441" y="748"/>
                      <a:pt x="1441" y="638"/>
                      <a:pt x="1378" y="554"/>
                    </a:cubicBezTo>
                    <a:lnTo>
                      <a:pt x="1074" y="72"/>
                    </a:lnTo>
                    <a:lnTo>
                      <a:pt x="1048" y="51"/>
                    </a:lnTo>
                    <a:cubicBezTo>
                      <a:pt x="1017" y="17"/>
                      <a:pt x="979" y="0"/>
                      <a:pt x="9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3"/>
              <p:cNvSpPr/>
              <p:nvPr/>
            </p:nvSpPr>
            <p:spPr>
              <a:xfrm>
                <a:off x="1898017" y="1153314"/>
                <a:ext cx="133879" cy="129025"/>
              </a:xfrm>
              <a:custGeom>
                <a:avLst/>
                <a:gdLst/>
                <a:ahLst/>
                <a:cxnLst/>
                <a:rect l="l" t="t" r="r" b="b"/>
                <a:pathLst>
                  <a:path w="1572" h="1515" extrusionOk="0">
                    <a:moveTo>
                      <a:pt x="993" y="104"/>
                    </a:moveTo>
                    <a:cubicBezTo>
                      <a:pt x="1024" y="104"/>
                      <a:pt x="1055" y="122"/>
                      <a:pt x="1068" y="148"/>
                    </a:cubicBezTo>
                    <a:lnTo>
                      <a:pt x="1398" y="630"/>
                    </a:lnTo>
                    <a:cubicBezTo>
                      <a:pt x="1440" y="693"/>
                      <a:pt x="1440" y="782"/>
                      <a:pt x="1372" y="850"/>
                    </a:cubicBezTo>
                    <a:lnTo>
                      <a:pt x="875" y="1347"/>
                    </a:lnTo>
                    <a:cubicBezTo>
                      <a:pt x="836" y="1386"/>
                      <a:pt x="792" y="1402"/>
                      <a:pt x="749" y="1402"/>
                    </a:cubicBezTo>
                    <a:cubicBezTo>
                      <a:pt x="715" y="1402"/>
                      <a:pt x="682" y="1392"/>
                      <a:pt x="655" y="1374"/>
                    </a:cubicBezTo>
                    <a:lnTo>
                      <a:pt x="173" y="1044"/>
                    </a:lnTo>
                    <a:cubicBezTo>
                      <a:pt x="131" y="1023"/>
                      <a:pt x="110" y="955"/>
                      <a:pt x="152" y="913"/>
                    </a:cubicBezTo>
                    <a:lnTo>
                      <a:pt x="937" y="127"/>
                    </a:lnTo>
                    <a:cubicBezTo>
                      <a:pt x="953" y="111"/>
                      <a:pt x="973" y="104"/>
                      <a:pt x="993" y="104"/>
                    </a:cubicBezTo>
                    <a:close/>
                    <a:moveTo>
                      <a:pt x="1004" y="0"/>
                    </a:moveTo>
                    <a:cubicBezTo>
                      <a:pt x="947" y="0"/>
                      <a:pt x="891" y="22"/>
                      <a:pt x="848" y="64"/>
                    </a:cubicBezTo>
                    <a:lnTo>
                      <a:pt x="89" y="824"/>
                    </a:lnTo>
                    <a:cubicBezTo>
                      <a:pt x="0" y="913"/>
                      <a:pt x="0" y="1065"/>
                      <a:pt x="110" y="1154"/>
                    </a:cubicBezTo>
                    <a:lnTo>
                      <a:pt x="587" y="1457"/>
                    </a:lnTo>
                    <a:cubicBezTo>
                      <a:pt x="635" y="1497"/>
                      <a:pt x="692" y="1515"/>
                      <a:pt x="750" y="1515"/>
                    </a:cubicBezTo>
                    <a:cubicBezTo>
                      <a:pt x="823" y="1515"/>
                      <a:pt x="897" y="1486"/>
                      <a:pt x="958" y="1436"/>
                    </a:cubicBezTo>
                    <a:lnTo>
                      <a:pt x="1461" y="913"/>
                    </a:lnTo>
                    <a:cubicBezTo>
                      <a:pt x="1550" y="824"/>
                      <a:pt x="1571" y="672"/>
                      <a:pt x="1482" y="562"/>
                    </a:cubicBezTo>
                    <a:lnTo>
                      <a:pt x="1178" y="85"/>
                    </a:lnTo>
                    <a:cubicBezTo>
                      <a:pt x="1131" y="27"/>
                      <a:pt x="1067" y="0"/>
                      <a:pt x="100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3"/>
              <p:cNvSpPr/>
              <p:nvPr/>
            </p:nvSpPr>
            <p:spPr>
              <a:xfrm>
                <a:off x="1743702" y="1251507"/>
                <a:ext cx="119146" cy="78181"/>
              </a:xfrm>
              <a:custGeom>
                <a:avLst/>
                <a:gdLst/>
                <a:ahLst/>
                <a:cxnLst/>
                <a:rect l="l" t="t" r="r" b="b"/>
                <a:pathLst>
                  <a:path w="1399" h="918" extrusionOk="0">
                    <a:moveTo>
                      <a:pt x="131" y="1"/>
                    </a:moveTo>
                    <a:cubicBezTo>
                      <a:pt x="68" y="1"/>
                      <a:pt x="0" y="90"/>
                      <a:pt x="21" y="174"/>
                    </a:cubicBezTo>
                    <a:lnTo>
                      <a:pt x="131" y="744"/>
                    </a:lnTo>
                    <a:cubicBezTo>
                      <a:pt x="152" y="849"/>
                      <a:pt x="241" y="917"/>
                      <a:pt x="351" y="917"/>
                    </a:cubicBezTo>
                    <a:lnTo>
                      <a:pt x="1068" y="917"/>
                    </a:lnTo>
                    <a:cubicBezTo>
                      <a:pt x="1178" y="917"/>
                      <a:pt x="1267" y="849"/>
                      <a:pt x="1288" y="744"/>
                    </a:cubicBezTo>
                    <a:lnTo>
                      <a:pt x="1398" y="174"/>
                    </a:lnTo>
                    <a:lnTo>
                      <a:pt x="1398" y="153"/>
                    </a:lnTo>
                    <a:cubicBezTo>
                      <a:pt x="1398" y="64"/>
                      <a:pt x="1330" y="1"/>
                      <a:pt x="12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3"/>
              <p:cNvSpPr/>
              <p:nvPr/>
            </p:nvSpPr>
            <p:spPr>
              <a:xfrm>
                <a:off x="1738337" y="1245716"/>
                <a:ext cx="131665" cy="89253"/>
              </a:xfrm>
              <a:custGeom>
                <a:avLst/>
                <a:gdLst/>
                <a:ahLst/>
                <a:cxnLst/>
                <a:rect l="l" t="t" r="r" b="b"/>
                <a:pathLst>
                  <a:path w="1546" h="1048" extrusionOk="0">
                    <a:moveTo>
                      <a:pt x="1309" y="111"/>
                    </a:moveTo>
                    <a:cubicBezTo>
                      <a:pt x="1372" y="111"/>
                      <a:pt x="1414" y="179"/>
                      <a:pt x="1414" y="221"/>
                    </a:cubicBezTo>
                    <a:lnTo>
                      <a:pt x="1309" y="786"/>
                    </a:lnTo>
                    <a:cubicBezTo>
                      <a:pt x="1283" y="875"/>
                      <a:pt x="1220" y="943"/>
                      <a:pt x="1131" y="943"/>
                    </a:cubicBezTo>
                    <a:lnTo>
                      <a:pt x="414" y="943"/>
                    </a:lnTo>
                    <a:cubicBezTo>
                      <a:pt x="325" y="943"/>
                      <a:pt x="262" y="875"/>
                      <a:pt x="236" y="786"/>
                    </a:cubicBezTo>
                    <a:lnTo>
                      <a:pt x="131" y="221"/>
                    </a:lnTo>
                    <a:cubicBezTo>
                      <a:pt x="131" y="179"/>
                      <a:pt x="173" y="111"/>
                      <a:pt x="236" y="111"/>
                    </a:cubicBezTo>
                    <a:close/>
                    <a:moveTo>
                      <a:pt x="236" y="1"/>
                    </a:moveTo>
                    <a:cubicBezTo>
                      <a:pt x="105" y="1"/>
                      <a:pt x="0" y="132"/>
                      <a:pt x="21" y="242"/>
                    </a:cubicBezTo>
                    <a:lnTo>
                      <a:pt x="131" y="812"/>
                    </a:lnTo>
                    <a:cubicBezTo>
                      <a:pt x="173" y="943"/>
                      <a:pt x="283" y="1048"/>
                      <a:pt x="414" y="1048"/>
                    </a:cubicBezTo>
                    <a:lnTo>
                      <a:pt x="1131" y="1048"/>
                    </a:lnTo>
                    <a:cubicBezTo>
                      <a:pt x="1262" y="1048"/>
                      <a:pt x="1393" y="943"/>
                      <a:pt x="1414" y="812"/>
                    </a:cubicBezTo>
                    <a:lnTo>
                      <a:pt x="1524" y="242"/>
                    </a:lnTo>
                    <a:cubicBezTo>
                      <a:pt x="1545" y="132"/>
                      <a:pt x="1440" y="1"/>
                      <a:pt x="1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3"/>
              <p:cNvSpPr/>
              <p:nvPr/>
            </p:nvSpPr>
            <p:spPr>
              <a:xfrm>
                <a:off x="1582233" y="1157913"/>
                <a:ext cx="122723" cy="119231"/>
              </a:xfrm>
              <a:custGeom>
                <a:avLst/>
                <a:gdLst/>
                <a:ahLst/>
                <a:cxnLst/>
                <a:rect l="l" t="t" r="r" b="b"/>
                <a:pathLst>
                  <a:path w="1441" h="1400" extrusionOk="0">
                    <a:moveTo>
                      <a:pt x="499" y="0"/>
                    </a:moveTo>
                    <a:cubicBezTo>
                      <a:pt x="457" y="0"/>
                      <a:pt x="417" y="22"/>
                      <a:pt x="393" y="73"/>
                    </a:cubicBezTo>
                    <a:lnTo>
                      <a:pt x="63" y="534"/>
                    </a:lnTo>
                    <a:cubicBezTo>
                      <a:pt x="0" y="639"/>
                      <a:pt x="21" y="749"/>
                      <a:pt x="84" y="838"/>
                    </a:cubicBezTo>
                    <a:lnTo>
                      <a:pt x="608" y="1341"/>
                    </a:lnTo>
                    <a:cubicBezTo>
                      <a:pt x="647" y="1377"/>
                      <a:pt x="708" y="1399"/>
                      <a:pt x="769" y="1399"/>
                    </a:cubicBezTo>
                    <a:cubicBezTo>
                      <a:pt x="812" y="1399"/>
                      <a:pt x="855" y="1388"/>
                      <a:pt x="891" y="1362"/>
                    </a:cubicBezTo>
                    <a:lnTo>
                      <a:pt x="1372" y="1032"/>
                    </a:lnTo>
                    <a:lnTo>
                      <a:pt x="1393" y="1032"/>
                    </a:lnTo>
                    <a:cubicBezTo>
                      <a:pt x="1440" y="969"/>
                      <a:pt x="1440" y="859"/>
                      <a:pt x="1393" y="817"/>
                    </a:cubicBezTo>
                    <a:lnTo>
                      <a:pt x="608" y="52"/>
                    </a:lnTo>
                    <a:cubicBezTo>
                      <a:pt x="608" y="31"/>
                      <a:pt x="608" y="31"/>
                      <a:pt x="587" y="31"/>
                    </a:cubicBezTo>
                    <a:cubicBezTo>
                      <a:pt x="560" y="12"/>
                      <a:pt x="529" y="0"/>
                      <a:pt x="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3"/>
              <p:cNvSpPr/>
              <p:nvPr/>
            </p:nvSpPr>
            <p:spPr>
              <a:xfrm>
                <a:off x="1576442" y="1152547"/>
                <a:ext cx="135668" cy="129791"/>
              </a:xfrm>
              <a:custGeom>
                <a:avLst/>
                <a:gdLst/>
                <a:ahLst/>
                <a:cxnLst/>
                <a:rect l="l" t="t" r="r" b="b"/>
                <a:pathLst>
                  <a:path w="1593" h="1524" extrusionOk="0">
                    <a:moveTo>
                      <a:pt x="593" y="113"/>
                    </a:moveTo>
                    <a:cubicBezTo>
                      <a:pt x="616" y="113"/>
                      <a:pt x="639" y="120"/>
                      <a:pt x="655" y="136"/>
                    </a:cubicBezTo>
                    <a:lnTo>
                      <a:pt x="1419" y="901"/>
                    </a:lnTo>
                    <a:cubicBezTo>
                      <a:pt x="1461" y="943"/>
                      <a:pt x="1440" y="1032"/>
                      <a:pt x="1398" y="1053"/>
                    </a:cubicBezTo>
                    <a:lnTo>
                      <a:pt x="917" y="1383"/>
                    </a:lnTo>
                    <a:cubicBezTo>
                      <a:pt x="889" y="1401"/>
                      <a:pt x="856" y="1411"/>
                      <a:pt x="823" y="1411"/>
                    </a:cubicBezTo>
                    <a:cubicBezTo>
                      <a:pt x="780" y="1411"/>
                      <a:pt x="735" y="1395"/>
                      <a:pt x="697" y="1356"/>
                    </a:cubicBezTo>
                    <a:lnTo>
                      <a:pt x="199" y="859"/>
                    </a:lnTo>
                    <a:cubicBezTo>
                      <a:pt x="131" y="791"/>
                      <a:pt x="131" y="702"/>
                      <a:pt x="173" y="639"/>
                    </a:cubicBezTo>
                    <a:lnTo>
                      <a:pt x="503" y="157"/>
                    </a:lnTo>
                    <a:cubicBezTo>
                      <a:pt x="516" y="131"/>
                      <a:pt x="555" y="113"/>
                      <a:pt x="593" y="113"/>
                    </a:cubicBezTo>
                    <a:close/>
                    <a:moveTo>
                      <a:pt x="577" y="1"/>
                    </a:moveTo>
                    <a:cubicBezTo>
                      <a:pt x="514" y="1"/>
                      <a:pt x="451" y="34"/>
                      <a:pt x="414" y="94"/>
                    </a:cubicBezTo>
                    <a:lnTo>
                      <a:pt x="89" y="571"/>
                    </a:lnTo>
                    <a:cubicBezTo>
                      <a:pt x="0" y="681"/>
                      <a:pt x="21" y="833"/>
                      <a:pt x="110" y="922"/>
                    </a:cubicBezTo>
                    <a:lnTo>
                      <a:pt x="634" y="1445"/>
                    </a:lnTo>
                    <a:cubicBezTo>
                      <a:pt x="684" y="1495"/>
                      <a:pt x="753" y="1524"/>
                      <a:pt x="823" y="1524"/>
                    </a:cubicBezTo>
                    <a:cubicBezTo>
                      <a:pt x="879" y="1524"/>
                      <a:pt x="936" y="1506"/>
                      <a:pt x="985" y="1466"/>
                    </a:cubicBezTo>
                    <a:lnTo>
                      <a:pt x="1461" y="1163"/>
                    </a:lnTo>
                    <a:cubicBezTo>
                      <a:pt x="1571" y="1074"/>
                      <a:pt x="1592" y="922"/>
                      <a:pt x="1482" y="833"/>
                    </a:cubicBezTo>
                    <a:lnTo>
                      <a:pt x="723" y="73"/>
                    </a:lnTo>
                    <a:cubicBezTo>
                      <a:pt x="683" y="24"/>
                      <a:pt x="629" y="1"/>
                      <a:pt x="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3"/>
              <p:cNvSpPr/>
              <p:nvPr/>
            </p:nvSpPr>
            <p:spPr>
              <a:xfrm>
                <a:off x="1531817" y="998317"/>
                <a:ext cx="79885" cy="117698"/>
              </a:xfrm>
              <a:custGeom>
                <a:avLst/>
                <a:gdLst/>
                <a:ahLst/>
                <a:cxnLst/>
                <a:rect l="l" t="t" r="r" b="b"/>
                <a:pathLst>
                  <a:path w="938" h="1382" extrusionOk="0">
                    <a:moveTo>
                      <a:pt x="776" y="0"/>
                    </a:moveTo>
                    <a:cubicBezTo>
                      <a:pt x="765" y="0"/>
                      <a:pt x="755" y="2"/>
                      <a:pt x="744" y="4"/>
                    </a:cubicBezTo>
                    <a:lnTo>
                      <a:pt x="173" y="114"/>
                    </a:lnTo>
                    <a:cubicBezTo>
                      <a:pt x="69" y="135"/>
                      <a:pt x="1" y="224"/>
                      <a:pt x="1" y="334"/>
                    </a:cubicBezTo>
                    <a:lnTo>
                      <a:pt x="1" y="1052"/>
                    </a:lnTo>
                    <a:cubicBezTo>
                      <a:pt x="1" y="1162"/>
                      <a:pt x="69" y="1251"/>
                      <a:pt x="173" y="1272"/>
                    </a:cubicBezTo>
                    <a:lnTo>
                      <a:pt x="744" y="1382"/>
                    </a:lnTo>
                    <a:lnTo>
                      <a:pt x="786" y="1382"/>
                    </a:lnTo>
                    <a:cubicBezTo>
                      <a:pt x="854" y="1382"/>
                      <a:pt x="938" y="1314"/>
                      <a:pt x="938" y="1230"/>
                    </a:cubicBezTo>
                    <a:lnTo>
                      <a:pt x="938" y="156"/>
                    </a:lnTo>
                    <a:cubicBezTo>
                      <a:pt x="938" y="135"/>
                      <a:pt x="938" y="135"/>
                      <a:pt x="917" y="114"/>
                    </a:cubicBezTo>
                    <a:cubicBezTo>
                      <a:pt x="917" y="59"/>
                      <a:pt x="849" y="0"/>
                      <a:pt x="7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a:off x="1526452" y="993037"/>
                <a:ext cx="89338" cy="128599"/>
              </a:xfrm>
              <a:custGeom>
                <a:avLst/>
                <a:gdLst/>
                <a:ahLst/>
                <a:cxnLst/>
                <a:rect l="l" t="t" r="r" b="b"/>
                <a:pathLst>
                  <a:path w="1049" h="1510" extrusionOk="0">
                    <a:moveTo>
                      <a:pt x="828" y="113"/>
                    </a:moveTo>
                    <a:cubicBezTo>
                      <a:pt x="891" y="113"/>
                      <a:pt x="938" y="155"/>
                      <a:pt x="938" y="218"/>
                    </a:cubicBezTo>
                    <a:lnTo>
                      <a:pt x="938" y="1292"/>
                    </a:lnTo>
                    <a:cubicBezTo>
                      <a:pt x="938" y="1355"/>
                      <a:pt x="891" y="1397"/>
                      <a:pt x="828" y="1397"/>
                    </a:cubicBezTo>
                    <a:lnTo>
                      <a:pt x="263" y="1292"/>
                    </a:lnTo>
                    <a:cubicBezTo>
                      <a:pt x="174" y="1266"/>
                      <a:pt x="132" y="1203"/>
                      <a:pt x="132" y="1114"/>
                    </a:cubicBezTo>
                    <a:lnTo>
                      <a:pt x="132" y="396"/>
                    </a:lnTo>
                    <a:cubicBezTo>
                      <a:pt x="132" y="307"/>
                      <a:pt x="174" y="244"/>
                      <a:pt x="263" y="218"/>
                    </a:cubicBezTo>
                    <a:lnTo>
                      <a:pt x="828" y="113"/>
                    </a:lnTo>
                    <a:close/>
                    <a:moveTo>
                      <a:pt x="841" y="1"/>
                    </a:moveTo>
                    <a:cubicBezTo>
                      <a:pt x="830" y="1"/>
                      <a:pt x="818" y="2"/>
                      <a:pt x="807" y="4"/>
                    </a:cubicBezTo>
                    <a:lnTo>
                      <a:pt x="236" y="113"/>
                    </a:lnTo>
                    <a:cubicBezTo>
                      <a:pt x="105" y="134"/>
                      <a:pt x="1" y="265"/>
                      <a:pt x="1" y="396"/>
                    </a:cubicBezTo>
                    <a:lnTo>
                      <a:pt x="1" y="1114"/>
                    </a:lnTo>
                    <a:cubicBezTo>
                      <a:pt x="1" y="1245"/>
                      <a:pt x="105" y="1376"/>
                      <a:pt x="236" y="1397"/>
                    </a:cubicBezTo>
                    <a:lnTo>
                      <a:pt x="807" y="1507"/>
                    </a:lnTo>
                    <a:cubicBezTo>
                      <a:pt x="818" y="1508"/>
                      <a:pt x="830" y="1509"/>
                      <a:pt x="841" y="1509"/>
                    </a:cubicBezTo>
                    <a:cubicBezTo>
                      <a:pt x="956" y="1509"/>
                      <a:pt x="1048" y="1411"/>
                      <a:pt x="1048" y="1292"/>
                    </a:cubicBezTo>
                    <a:lnTo>
                      <a:pt x="1048" y="218"/>
                    </a:lnTo>
                    <a:cubicBezTo>
                      <a:pt x="1048" y="99"/>
                      <a:pt x="956" y="1"/>
                      <a:pt x="84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3"/>
              <p:cNvSpPr/>
              <p:nvPr/>
            </p:nvSpPr>
            <p:spPr>
              <a:xfrm>
                <a:off x="1582233" y="837529"/>
                <a:ext cx="124511" cy="119146"/>
              </a:xfrm>
              <a:custGeom>
                <a:avLst/>
                <a:gdLst/>
                <a:ahLst/>
                <a:cxnLst/>
                <a:rect l="l" t="t" r="r" b="b"/>
                <a:pathLst>
                  <a:path w="1462" h="1399" extrusionOk="0">
                    <a:moveTo>
                      <a:pt x="769" y="1"/>
                    </a:moveTo>
                    <a:cubicBezTo>
                      <a:pt x="708" y="1"/>
                      <a:pt x="647" y="23"/>
                      <a:pt x="608" y="59"/>
                    </a:cubicBezTo>
                    <a:lnTo>
                      <a:pt x="84" y="562"/>
                    </a:lnTo>
                    <a:cubicBezTo>
                      <a:pt x="21" y="651"/>
                      <a:pt x="0" y="761"/>
                      <a:pt x="63" y="866"/>
                    </a:cubicBezTo>
                    <a:lnTo>
                      <a:pt x="393" y="1327"/>
                    </a:lnTo>
                    <a:cubicBezTo>
                      <a:pt x="393" y="1348"/>
                      <a:pt x="393" y="1348"/>
                      <a:pt x="414" y="1348"/>
                    </a:cubicBezTo>
                    <a:cubicBezTo>
                      <a:pt x="435" y="1382"/>
                      <a:pt x="473" y="1399"/>
                      <a:pt x="514" y="1399"/>
                    </a:cubicBezTo>
                    <a:cubicBezTo>
                      <a:pt x="554" y="1399"/>
                      <a:pt x="597" y="1382"/>
                      <a:pt x="629" y="1348"/>
                    </a:cubicBezTo>
                    <a:lnTo>
                      <a:pt x="1393" y="583"/>
                    </a:lnTo>
                    <a:lnTo>
                      <a:pt x="1414" y="562"/>
                    </a:lnTo>
                    <a:cubicBezTo>
                      <a:pt x="1461" y="499"/>
                      <a:pt x="1440" y="410"/>
                      <a:pt x="1372" y="368"/>
                    </a:cubicBezTo>
                    <a:lnTo>
                      <a:pt x="891" y="38"/>
                    </a:lnTo>
                    <a:cubicBezTo>
                      <a:pt x="855" y="12"/>
                      <a:pt x="812" y="1"/>
                      <a:pt x="7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3"/>
              <p:cNvSpPr/>
              <p:nvPr/>
            </p:nvSpPr>
            <p:spPr>
              <a:xfrm>
                <a:off x="1576442" y="832334"/>
                <a:ext cx="135668" cy="129791"/>
              </a:xfrm>
              <a:custGeom>
                <a:avLst/>
                <a:gdLst/>
                <a:ahLst/>
                <a:cxnLst/>
                <a:rect l="l" t="t" r="r" b="b"/>
                <a:pathLst>
                  <a:path w="1593" h="1524" extrusionOk="0">
                    <a:moveTo>
                      <a:pt x="823" y="113"/>
                    </a:moveTo>
                    <a:cubicBezTo>
                      <a:pt x="856" y="113"/>
                      <a:pt x="889" y="123"/>
                      <a:pt x="917" y="141"/>
                    </a:cubicBezTo>
                    <a:lnTo>
                      <a:pt x="1398" y="471"/>
                    </a:lnTo>
                    <a:cubicBezTo>
                      <a:pt x="1461" y="492"/>
                      <a:pt x="1461" y="581"/>
                      <a:pt x="1419" y="623"/>
                    </a:cubicBezTo>
                    <a:lnTo>
                      <a:pt x="655" y="1388"/>
                    </a:lnTo>
                    <a:cubicBezTo>
                      <a:pt x="639" y="1404"/>
                      <a:pt x="619" y="1411"/>
                      <a:pt x="598" y="1411"/>
                    </a:cubicBezTo>
                    <a:cubicBezTo>
                      <a:pt x="565" y="1411"/>
                      <a:pt x="529" y="1393"/>
                      <a:pt x="503" y="1367"/>
                    </a:cubicBezTo>
                    <a:lnTo>
                      <a:pt x="173" y="885"/>
                    </a:lnTo>
                    <a:cubicBezTo>
                      <a:pt x="131" y="822"/>
                      <a:pt x="152" y="733"/>
                      <a:pt x="199" y="665"/>
                    </a:cubicBezTo>
                    <a:lnTo>
                      <a:pt x="697" y="168"/>
                    </a:lnTo>
                    <a:cubicBezTo>
                      <a:pt x="735" y="129"/>
                      <a:pt x="780" y="113"/>
                      <a:pt x="823" y="113"/>
                    </a:cubicBezTo>
                    <a:close/>
                    <a:moveTo>
                      <a:pt x="823" y="0"/>
                    </a:moveTo>
                    <a:cubicBezTo>
                      <a:pt x="753" y="0"/>
                      <a:pt x="684" y="29"/>
                      <a:pt x="634" y="79"/>
                    </a:cubicBezTo>
                    <a:lnTo>
                      <a:pt x="110" y="602"/>
                    </a:lnTo>
                    <a:cubicBezTo>
                      <a:pt x="21" y="691"/>
                      <a:pt x="0" y="843"/>
                      <a:pt x="89" y="953"/>
                    </a:cubicBezTo>
                    <a:lnTo>
                      <a:pt x="414" y="1430"/>
                    </a:lnTo>
                    <a:cubicBezTo>
                      <a:pt x="451" y="1490"/>
                      <a:pt x="514" y="1523"/>
                      <a:pt x="577" y="1523"/>
                    </a:cubicBezTo>
                    <a:cubicBezTo>
                      <a:pt x="629" y="1523"/>
                      <a:pt x="683" y="1500"/>
                      <a:pt x="723" y="1451"/>
                    </a:cubicBezTo>
                    <a:lnTo>
                      <a:pt x="1508" y="691"/>
                    </a:lnTo>
                    <a:cubicBezTo>
                      <a:pt x="1592" y="602"/>
                      <a:pt x="1571" y="450"/>
                      <a:pt x="1461" y="361"/>
                    </a:cubicBezTo>
                    <a:lnTo>
                      <a:pt x="985" y="58"/>
                    </a:lnTo>
                    <a:cubicBezTo>
                      <a:pt x="936" y="18"/>
                      <a:pt x="879" y="0"/>
                      <a:pt x="82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1591176" y="842554"/>
                <a:ext cx="427784" cy="427784"/>
              </a:xfrm>
              <a:custGeom>
                <a:avLst/>
                <a:gdLst/>
                <a:ahLst/>
                <a:cxnLst/>
                <a:rect l="l" t="t" r="r" b="b"/>
                <a:pathLst>
                  <a:path w="5023" h="5023" extrusionOk="0">
                    <a:moveTo>
                      <a:pt x="2514" y="1200"/>
                    </a:moveTo>
                    <a:cubicBezTo>
                      <a:pt x="3231" y="1200"/>
                      <a:pt x="3823" y="1791"/>
                      <a:pt x="3823" y="2509"/>
                    </a:cubicBezTo>
                    <a:cubicBezTo>
                      <a:pt x="3823" y="3232"/>
                      <a:pt x="3231" y="3818"/>
                      <a:pt x="2514" y="3818"/>
                    </a:cubicBezTo>
                    <a:cubicBezTo>
                      <a:pt x="1791" y="3818"/>
                      <a:pt x="1205" y="3232"/>
                      <a:pt x="1205" y="2509"/>
                    </a:cubicBezTo>
                    <a:cubicBezTo>
                      <a:pt x="1205" y="1791"/>
                      <a:pt x="1791" y="1200"/>
                      <a:pt x="2514" y="1200"/>
                    </a:cubicBezTo>
                    <a:close/>
                    <a:moveTo>
                      <a:pt x="2514" y="0"/>
                    </a:moveTo>
                    <a:cubicBezTo>
                      <a:pt x="1115" y="0"/>
                      <a:pt x="0" y="1137"/>
                      <a:pt x="0" y="2509"/>
                    </a:cubicBezTo>
                    <a:cubicBezTo>
                      <a:pt x="0" y="3886"/>
                      <a:pt x="1115" y="5023"/>
                      <a:pt x="2514" y="5023"/>
                    </a:cubicBezTo>
                    <a:cubicBezTo>
                      <a:pt x="3886" y="5023"/>
                      <a:pt x="5022" y="3886"/>
                      <a:pt x="5022" y="2509"/>
                    </a:cubicBezTo>
                    <a:cubicBezTo>
                      <a:pt x="5022" y="1137"/>
                      <a:pt x="3886" y="0"/>
                      <a:pt x="25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3"/>
              <p:cNvSpPr/>
              <p:nvPr/>
            </p:nvSpPr>
            <p:spPr>
              <a:xfrm>
                <a:off x="1585810" y="838977"/>
                <a:ext cx="436726" cy="434938"/>
              </a:xfrm>
              <a:custGeom>
                <a:avLst/>
                <a:gdLst/>
                <a:ahLst/>
                <a:cxnLst/>
                <a:rect l="l" t="t" r="r" b="b"/>
                <a:pathLst>
                  <a:path w="5128" h="5107" extrusionOk="0">
                    <a:moveTo>
                      <a:pt x="2577" y="1310"/>
                    </a:moveTo>
                    <a:cubicBezTo>
                      <a:pt x="3273" y="1310"/>
                      <a:pt x="3818" y="1854"/>
                      <a:pt x="3818" y="2551"/>
                    </a:cubicBezTo>
                    <a:cubicBezTo>
                      <a:pt x="3818" y="3253"/>
                      <a:pt x="3273" y="3797"/>
                      <a:pt x="2577" y="3797"/>
                    </a:cubicBezTo>
                    <a:cubicBezTo>
                      <a:pt x="1875" y="3797"/>
                      <a:pt x="1309" y="3253"/>
                      <a:pt x="1309" y="2551"/>
                    </a:cubicBezTo>
                    <a:cubicBezTo>
                      <a:pt x="1309" y="1854"/>
                      <a:pt x="1875" y="1310"/>
                      <a:pt x="2577" y="1310"/>
                    </a:cubicBezTo>
                    <a:close/>
                    <a:moveTo>
                      <a:pt x="2577" y="1179"/>
                    </a:moveTo>
                    <a:cubicBezTo>
                      <a:pt x="1812" y="1179"/>
                      <a:pt x="1199" y="1792"/>
                      <a:pt x="1199" y="2551"/>
                    </a:cubicBezTo>
                    <a:cubicBezTo>
                      <a:pt x="1199" y="3316"/>
                      <a:pt x="1812" y="3928"/>
                      <a:pt x="2577" y="3928"/>
                    </a:cubicBezTo>
                    <a:cubicBezTo>
                      <a:pt x="3315" y="3928"/>
                      <a:pt x="3928" y="3316"/>
                      <a:pt x="3928" y="2551"/>
                    </a:cubicBezTo>
                    <a:cubicBezTo>
                      <a:pt x="3928" y="1792"/>
                      <a:pt x="3315" y="1179"/>
                      <a:pt x="2577" y="1179"/>
                    </a:cubicBezTo>
                    <a:close/>
                    <a:moveTo>
                      <a:pt x="2577" y="111"/>
                    </a:moveTo>
                    <a:cubicBezTo>
                      <a:pt x="3928" y="111"/>
                      <a:pt x="5017" y="1200"/>
                      <a:pt x="5017" y="2551"/>
                    </a:cubicBezTo>
                    <a:cubicBezTo>
                      <a:pt x="5017" y="3907"/>
                      <a:pt x="3928" y="4997"/>
                      <a:pt x="2577" y="4997"/>
                    </a:cubicBezTo>
                    <a:cubicBezTo>
                      <a:pt x="1220" y="4997"/>
                      <a:pt x="131" y="3907"/>
                      <a:pt x="131" y="2551"/>
                    </a:cubicBezTo>
                    <a:cubicBezTo>
                      <a:pt x="131" y="1200"/>
                      <a:pt x="1220" y="111"/>
                      <a:pt x="2577" y="111"/>
                    </a:cubicBezTo>
                    <a:close/>
                    <a:moveTo>
                      <a:pt x="2577" y="1"/>
                    </a:moveTo>
                    <a:cubicBezTo>
                      <a:pt x="1158" y="1"/>
                      <a:pt x="0" y="1137"/>
                      <a:pt x="0" y="2551"/>
                    </a:cubicBezTo>
                    <a:cubicBezTo>
                      <a:pt x="0" y="3970"/>
                      <a:pt x="1158" y="5107"/>
                      <a:pt x="2577" y="5107"/>
                    </a:cubicBezTo>
                    <a:cubicBezTo>
                      <a:pt x="3991" y="5107"/>
                      <a:pt x="5127" y="3970"/>
                      <a:pt x="5127" y="2551"/>
                    </a:cubicBezTo>
                    <a:cubicBezTo>
                      <a:pt x="5127" y="1137"/>
                      <a:pt x="3991" y="1"/>
                      <a:pt x="2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3"/>
              <p:cNvSpPr/>
              <p:nvPr/>
            </p:nvSpPr>
            <p:spPr>
              <a:xfrm>
                <a:off x="1678553" y="929931"/>
                <a:ext cx="251152" cy="253025"/>
              </a:xfrm>
              <a:custGeom>
                <a:avLst/>
                <a:gdLst/>
                <a:ahLst/>
                <a:cxnLst/>
                <a:rect l="l" t="t" r="r" b="b"/>
                <a:pathLst>
                  <a:path w="2949" h="2971" extrusionOk="0">
                    <a:moveTo>
                      <a:pt x="1488" y="174"/>
                    </a:moveTo>
                    <a:cubicBezTo>
                      <a:pt x="2205" y="174"/>
                      <a:pt x="2797" y="765"/>
                      <a:pt x="2797" y="1483"/>
                    </a:cubicBezTo>
                    <a:cubicBezTo>
                      <a:pt x="2797" y="2206"/>
                      <a:pt x="2205" y="2792"/>
                      <a:pt x="1488" y="2792"/>
                    </a:cubicBezTo>
                    <a:cubicBezTo>
                      <a:pt x="765" y="2792"/>
                      <a:pt x="179" y="2206"/>
                      <a:pt x="179" y="1483"/>
                    </a:cubicBezTo>
                    <a:cubicBezTo>
                      <a:pt x="179" y="765"/>
                      <a:pt x="765" y="174"/>
                      <a:pt x="1488" y="174"/>
                    </a:cubicBezTo>
                    <a:close/>
                    <a:moveTo>
                      <a:pt x="1488" y="1"/>
                    </a:moveTo>
                    <a:cubicBezTo>
                      <a:pt x="655" y="1"/>
                      <a:pt x="0" y="676"/>
                      <a:pt x="0" y="1483"/>
                    </a:cubicBezTo>
                    <a:cubicBezTo>
                      <a:pt x="0" y="2295"/>
                      <a:pt x="655" y="2970"/>
                      <a:pt x="1488" y="2970"/>
                    </a:cubicBezTo>
                    <a:cubicBezTo>
                      <a:pt x="2294" y="2970"/>
                      <a:pt x="2949" y="2295"/>
                      <a:pt x="2949" y="1483"/>
                    </a:cubicBezTo>
                    <a:cubicBezTo>
                      <a:pt x="2949" y="676"/>
                      <a:pt x="2294" y="1"/>
                      <a:pt x="1488" y="1"/>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3"/>
              <p:cNvSpPr/>
              <p:nvPr/>
            </p:nvSpPr>
            <p:spPr>
              <a:xfrm>
                <a:off x="1673187" y="926354"/>
                <a:ext cx="261882" cy="260179"/>
              </a:xfrm>
              <a:custGeom>
                <a:avLst/>
                <a:gdLst/>
                <a:ahLst/>
                <a:cxnLst/>
                <a:rect l="l" t="t" r="r" b="b"/>
                <a:pathLst>
                  <a:path w="3075" h="3055" extrusionOk="0">
                    <a:moveTo>
                      <a:pt x="1551" y="284"/>
                    </a:moveTo>
                    <a:cubicBezTo>
                      <a:pt x="2247" y="284"/>
                      <a:pt x="2792" y="828"/>
                      <a:pt x="2792" y="1525"/>
                    </a:cubicBezTo>
                    <a:cubicBezTo>
                      <a:pt x="2792" y="2227"/>
                      <a:pt x="2247" y="2771"/>
                      <a:pt x="1551" y="2771"/>
                    </a:cubicBezTo>
                    <a:cubicBezTo>
                      <a:pt x="849" y="2771"/>
                      <a:pt x="283" y="2227"/>
                      <a:pt x="283" y="1525"/>
                    </a:cubicBezTo>
                    <a:cubicBezTo>
                      <a:pt x="283" y="828"/>
                      <a:pt x="849" y="284"/>
                      <a:pt x="1551" y="284"/>
                    </a:cubicBezTo>
                    <a:close/>
                    <a:moveTo>
                      <a:pt x="1551" y="153"/>
                    </a:moveTo>
                    <a:cubicBezTo>
                      <a:pt x="786" y="153"/>
                      <a:pt x="173" y="766"/>
                      <a:pt x="173" y="1525"/>
                    </a:cubicBezTo>
                    <a:cubicBezTo>
                      <a:pt x="173" y="2290"/>
                      <a:pt x="786" y="2902"/>
                      <a:pt x="1551" y="2902"/>
                    </a:cubicBezTo>
                    <a:cubicBezTo>
                      <a:pt x="2289" y="2902"/>
                      <a:pt x="2902" y="2290"/>
                      <a:pt x="2902" y="1525"/>
                    </a:cubicBezTo>
                    <a:cubicBezTo>
                      <a:pt x="2902" y="766"/>
                      <a:pt x="2289" y="153"/>
                      <a:pt x="1551" y="153"/>
                    </a:cubicBezTo>
                    <a:close/>
                    <a:moveTo>
                      <a:pt x="1551" y="111"/>
                    </a:moveTo>
                    <a:cubicBezTo>
                      <a:pt x="2336" y="111"/>
                      <a:pt x="2965" y="739"/>
                      <a:pt x="2965" y="1525"/>
                    </a:cubicBezTo>
                    <a:cubicBezTo>
                      <a:pt x="2965" y="2310"/>
                      <a:pt x="2336" y="2944"/>
                      <a:pt x="1551" y="2944"/>
                    </a:cubicBezTo>
                    <a:cubicBezTo>
                      <a:pt x="765" y="2944"/>
                      <a:pt x="132" y="2310"/>
                      <a:pt x="132" y="1525"/>
                    </a:cubicBezTo>
                    <a:cubicBezTo>
                      <a:pt x="132" y="739"/>
                      <a:pt x="765" y="111"/>
                      <a:pt x="1551" y="111"/>
                    </a:cubicBezTo>
                    <a:close/>
                    <a:moveTo>
                      <a:pt x="1551" y="1"/>
                    </a:moveTo>
                    <a:cubicBezTo>
                      <a:pt x="697" y="1"/>
                      <a:pt x="1" y="677"/>
                      <a:pt x="1" y="1525"/>
                    </a:cubicBezTo>
                    <a:cubicBezTo>
                      <a:pt x="1" y="2379"/>
                      <a:pt x="697" y="3054"/>
                      <a:pt x="1551" y="3054"/>
                    </a:cubicBezTo>
                    <a:cubicBezTo>
                      <a:pt x="2399" y="3054"/>
                      <a:pt x="3075" y="2379"/>
                      <a:pt x="3075" y="1525"/>
                    </a:cubicBezTo>
                    <a:cubicBezTo>
                      <a:pt x="3075" y="677"/>
                      <a:pt x="2399" y="1"/>
                      <a:pt x="15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3"/>
              <p:cNvSpPr/>
              <p:nvPr/>
            </p:nvSpPr>
            <p:spPr>
              <a:xfrm>
                <a:off x="3428214" y="1460427"/>
                <a:ext cx="119231" cy="79885"/>
              </a:xfrm>
              <a:custGeom>
                <a:avLst/>
                <a:gdLst/>
                <a:ahLst/>
                <a:cxnLst/>
                <a:rect l="l" t="t" r="r" b="b"/>
                <a:pathLst>
                  <a:path w="1400" h="938" extrusionOk="0">
                    <a:moveTo>
                      <a:pt x="331" y="0"/>
                    </a:moveTo>
                    <a:cubicBezTo>
                      <a:pt x="221" y="0"/>
                      <a:pt x="132" y="84"/>
                      <a:pt x="111" y="194"/>
                    </a:cubicBezTo>
                    <a:lnTo>
                      <a:pt x="1" y="765"/>
                    </a:lnTo>
                    <a:lnTo>
                      <a:pt x="1" y="786"/>
                    </a:lnTo>
                    <a:cubicBezTo>
                      <a:pt x="1" y="870"/>
                      <a:pt x="69" y="938"/>
                      <a:pt x="158" y="938"/>
                    </a:cubicBezTo>
                    <a:lnTo>
                      <a:pt x="1268" y="938"/>
                    </a:lnTo>
                    <a:cubicBezTo>
                      <a:pt x="1357" y="917"/>
                      <a:pt x="1399" y="828"/>
                      <a:pt x="1378" y="765"/>
                    </a:cubicBezTo>
                    <a:lnTo>
                      <a:pt x="1268" y="194"/>
                    </a:lnTo>
                    <a:cubicBezTo>
                      <a:pt x="1247" y="84"/>
                      <a:pt x="1158" y="0"/>
                      <a:pt x="10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3"/>
              <p:cNvSpPr/>
              <p:nvPr/>
            </p:nvSpPr>
            <p:spPr>
              <a:xfrm>
                <a:off x="3421145" y="1456425"/>
                <a:ext cx="132091" cy="89253"/>
              </a:xfrm>
              <a:custGeom>
                <a:avLst/>
                <a:gdLst/>
                <a:ahLst/>
                <a:cxnLst/>
                <a:rect l="l" t="t" r="r" b="b"/>
                <a:pathLst>
                  <a:path w="1551" h="1048" extrusionOk="0">
                    <a:moveTo>
                      <a:pt x="1131" y="110"/>
                    </a:moveTo>
                    <a:cubicBezTo>
                      <a:pt x="1220" y="110"/>
                      <a:pt x="1288" y="178"/>
                      <a:pt x="1309" y="241"/>
                    </a:cubicBezTo>
                    <a:lnTo>
                      <a:pt x="1419" y="812"/>
                    </a:lnTo>
                    <a:cubicBezTo>
                      <a:pt x="1419" y="875"/>
                      <a:pt x="1372" y="917"/>
                      <a:pt x="1309" y="917"/>
                    </a:cubicBezTo>
                    <a:lnTo>
                      <a:pt x="241" y="917"/>
                    </a:lnTo>
                    <a:cubicBezTo>
                      <a:pt x="173" y="917"/>
                      <a:pt x="131" y="875"/>
                      <a:pt x="131" y="812"/>
                    </a:cubicBezTo>
                    <a:lnTo>
                      <a:pt x="241" y="241"/>
                    </a:lnTo>
                    <a:cubicBezTo>
                      <a:pt x="262" y="178"/>
                      <a:pt x="325" y="110"/>
                      <a:pt x="414" y="110"/>
                    </a:cubicBezTo>
                    <a:close/>
                    <a:moveTo>
                      <a:pt x="414" y="0"/>
                    </a:moveTo>
                    <a:cubicBezTo>
                      <a:pt x="283" y="0"/>
                      <a:pt x="173" y="89"/>
                      <a:pt x="131" y="220"/>
                    </a:cubicBezTo>
                    <a:lnTo>
                      <a:pt x="21" y="786"/>
                    </a:lnTo>
                    <a:cubicBezTo>
                      <a:pt x="0" y="917"/>
                      <a:pt x="110" y="1048"/>
                      <a:pt x="241" y="1048"/>
                    </a:cubicBezTo>
                    <a:lnTo>
                      <a:pt x="1309" y="1048"/>
                    </a:lnTo>
                    <a:cubicBezTo>
                      <a:pt x="1440" y="1048"/>
                      <a:pt x="1550" y="917"/>
                      <a:pt x="1524" y="786"/>
                    </a:cubicBezTo>
                    <a:lnTo>
                      <a:pt x="1419" y="220"/>
                    </a:lnTo>
                    <a:cubicBezTo>
                      <a:pt x="1393" y="89"/>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3"/>
              <p:cNvSpPr/>
              <p:nvPr/>
            </p:nvSpPr>
            <p:spPr>
              <a:xfrm>
                <a:off x="3426425" y="1926951"/>
                <a:ext cx="119231" cy="79885"/>
              </a:xfrm>
              <a:custGeom>
                <a:avLst/>
                <a:gdLst/>
                <a:ahLst/>
                <a:cxnLst/>
                <a:rect l="l" t="t" r="r" b="b"/>
                <a:pathLst>
                  <a:path w="1400" h="938" extrusionOk="0">
                    <a:moveTo>
                      <a:pt x="132" y="0"/>
                    </a:moveTo>
                    <a:cubicBezTo>
                      <a:pt x="48" y="21"/>
                      <a:pt x="1" y="105"/>
                      <a:pt x="22" y="173"/>
                    </a:cubicBezTo>
                    <a:lnTo>
                      <a:pt x="132" y="739"/>
                    </a:lnTo>
                    <a:cubicBezTo>
                      <a:pt x="153" y="849"/>
                      <a:pt x="242" y="938"/>
                      <a:pt x="352" y="938"/>
                    </a:cubicBezTo>
                    <a:lnTo>
                      <a:pt x="1069" y="938"/>
                    </a:lnTo>
                    <a:cubicBezTo>
                      <a:pt x="1179" y="938"/>
                      <a:pt x="1268" y="849"/>
                      <a:pt x="1289" y="739"/>
                    </a:cubicBezTo>
                    <a:lnTo>
                      <a:pt x="1399" y="173"/>
                    </a:lnTo>
                    <a:lnTo>
                      <a:pt x="1399" y="152"/>
                    </a:lnTo>
                    <a:cubicBezTo>
                      <a:pt x="1399" y="63"/>
                      <a:pt x="1331" y="0"/>
                      <a:pt x="1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3421145" y="1921160"/>
                <a:ext cx="132091" cy="89253"/>
              </a:xfrm>
              <a:custGeom>
                <a:avLst/>
                <a:gdLst/>
                <a:ahLst/>
                <a:cxnLst/>
                <a:rect l="l" t="t" r="r" b="b"/>
                <a:pathLst>
                  <a:path w="1551" h="1048" extrusionOk="0">
                    <a:moveTo>
                      <a:pt x="1309" y="131"/>
                    </a:moveTo>
                    <a:cubicBezTo>
                      <a:pt x="1372" y="131"/>
                      <a:pt x="1419" y="173"/>
                      <a:pt x="1419" y="241"/>
                    </a:cubicBezTo>
                    <a:lnTo>
                      <a:pt x="1309" y="807"/>
                    </a:lnTo>
                    <a:cubicBezTo>
                      <a:pt x="1288" y="875"/>
                      <a:pt x="1220" y="937"/>
                      <a:pt x="1131" y="937"/>
                    </a:cubicBezTo>
                    <a:lnTo>
                      <a:pt x="414" y="937"/>
                    </a:lnTo>
                    <a:cubicBezTo>
                      <a:pt x="325" y="937"/>
                      <a:pt x="262" y="875"/>
                      <a:pt x="241" y="807"/>
                    </a:cubicBezTo>
                    <a:lnTo>
                      <a:pt x="131" y="241"/>
                    </a:lnTo>
                    <a:cubicBezTo>
                      <a:pt x="131" y="173"/>
                      <a:pt x="173" y="131"/>
                      <a:pt x="241" y="131"/>
                    </a:cubicBezTo>
                    <a:close/>
                    <a:moveTo>
                      <a:pt x="241" y="0"/>
                    </a:moveTo>
                    <a:cubicBezTo>
                      <a:pt x="110" y="0"/>
                      <a:pt x="0" y="131"/>
                      <a:pt x="21" y="262"/>
                    </a:cubicBezTo>
                    <a:lnTo>
                      <a:pt x="131" y="828"/>
                    </a:lnTo>
                    <a:cubicBezTo>
                      <a:pt x="152" y="958"/>
                      <a:pt x="283" y="1047"/>
                      <a:pt x="414" y="1047"/>
                    </a:cubicBezTo>
                    <a:lnTo>
                      <a:pt x="1131" y="1047"/>
                    </a:lnTo>
                    <a:cubicBezTo>
                      <a:pt x="1262" y="1047"/>
                      <a:pt x="1372" y="958"/>
                      <a:pt x="1419" y="828"/>
                    </a:cubicBezTo>
                    <a:lnTo>
                      <a:pt x="1524" y="262"/>
                    </a:lnTo>
                    <a:cubicBezTo>
                      <a:pt x="1550" y="131"/>
                      <a:pt x="1440" y="0"/>
                      <a:pt x="130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3265042" y="1833697"/>
                <a:ext cx="122723" cy="119742"/>
              </a:xfrm>
              <a:custGeom>
                <a:avLst/>
                <a:gdLst/>
                <a:ahLst/>
                <a:cxnLst/>
                <a:rect l="l" t="t" r="r" b="b"/>
                <a:pathLst>
                  <a:path w="1441" h="1406" extrusionOk="0">
                    <a:moveTo>
                      <a:pt x="515" y="0"/>
                    </a:moveTo>
                    <a:cubicBezTo>
                      <a:pt x="468" y="0"/>
                      <a:pt x="420" y="24"/>
                      <a:pt x="393" y="69"/>
                    </a:cubicBezTo>
                    <a:lnTo>
                      <a:pt x="63" y="545"/>
                    </a:lnTo>
                    <a:cubicBezTo>
                      <a:pt x="0" y="634"/>
                      <a:pt x="21" y="765"/>
                      <a:pt x="84" y="833"/>
                    </a:cubicBezTo>
                    <a:lnTo>
                      <a:pt x="587" y="1331"/>
                    </a:lnTo>
                    <a:cubicBezTo>
                      <a:pt x="639" y="1384"/>
                      <a:pt x="700" y="1405"/>
                      <a:pt x="757" y="1405"/>
                    </a:cubicBezTo>
                    <a:cubicBezTo>
                      <a:pt x="797" y="1405"/>
                      <a:pt x="835" y="1395"/>
                      <a:pt x="869" y="1378"/>
                    </a:cubicBezTo>
                    <a:lnTo>
                      <a:pt x="1351" y="1048"/>
                    </a:lnTo>
                    <a:cubicBezTo>
                      <a:pt x="1372" y="1048"/>
                      <a:pt x="1372" y="1027"/>
                      <a:pt x="1372" y="1027"/>
                    </a:cubicBezTo>
                    <a:cubicBezTo>
                      <a:pt x="1440" y="964"/>
                      <a:pt x="1440" y="875"/>
                      <a:pt x="1372" y="807"/>
                    </a:cubicBezTo>
                    <a:lnTo>
                      <a:pt x="608" y="48"/>
                    </a:lnTo>
                    <a:cubicBezTo>
                      <a:pt x="608" y="48"/>
                      <a:pt x="608" y="22"/>
                      <a:pt x="587" y="22"/>
                    </a:cubicBezTo>
                    <a:cubicBezTo>
                      <a:pt x="565" y="7"/>
                      <a:pt x="540" y="0"/>
                      <a:pt x="5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a:off x="3259251" y="1829354"/>
                <a:ext cx="135668" cy="129280"/>
              </a:xfrm>
              <a:custGeom>
                <a:avLst/>
                <a:gdLst/>
                <a:ahLst/>
                <a:cxnLst/>
                <a:rect l="l" t="t" r="r" b="b"/>
                <a:pathLst>
                  <a:path w="1593" h="1518" extrusionOk="0">
                    <a:moveTo>
                      <a:pt x="560" y="109"/>
                    </a:moveTo>
                    <a:cubicBezTo>
                      <a:pt x="585" y="109"/>
                      <a:pt x="613" y="120"/>
                      <a:pt x="634" y="141"/>
                    </a:cubicBezTo>
                    <a:lnTo>
                      <a:pt x="1419" y="905"/>
                    </a:lnTo>
                    <a:cubicBezTo>
                      <a:pt x="1461" y="947"/>
                      <a:pt x="1440" y="1015"/>
                      <a:pt x="1398" y="1057"/>
                    </a:cubicBezTo>
                    <a:lnTo>
                      <a:pt x="917" y="1361"/>
                    </a:lnTo>
                    <a:cubicBezTo>
                      <a:pt x="888" y="1392"/>
                      <a:pt x="854" y="1404"/>
                      <a:pt x="819" y="1404"/>
                    </a:cubicBezTo>
                    <a:cubicBezTo>
                      <a:pt x="778" y="1404"/>
                      <a:pt x="736" y="1387"/>
                      <a:pt x="702" y="1361"/>
                    </a:cubicBezTo>
                    <a:lnTo>
                      <a:pt x="702" y="1340"/>
                    </a:lnTo>
                    <a:lnTo>
                      <a:pt x="199" y="837"/>
                    </a:lnTo>
                    <a:cubicBezTo>
                      <a:pt x="131" y="795"/>
                      <a:pt x="131" y="685"/>
                      <a:pt x="178" y="622"/>
                    </a:cubicBezTo>
                    <a:lnTo>
                      <a:pt x="503" y="141"/>
                    </a:lnTo>
                    <a:cubicBezTo>
                      <a:pt x="513" y="120"/>
                      <a:pt x="536" y="109"/>
                      <a:pt x="560" y="109"/>
                    </a:cubicBezTo>
                    <a:close/>
                    <a:moveTo>
                      <a:pt x="589" y="0"/>
                    </a:moveTo>
                    <a:cubicBezTo>
                      <a:pt x="519" y="0"/>
                      <a:pt x="445" y="34"/>
                      <a:pt x="393" y="99"/>
                    </a:cubicBezTo>
                    <a:lnTo>
                      <a:pt x="89" y="554"/>
                    </a:lnTo>
                    <a:cubicBezTo>
                      <a:pt x="0" y="685"/>
                      <a:pt x="21" y="816"/>
                      <a:pt x="110" y="926"/>
                    </a:cubicBezTo>
                    <a:lnTo>
                      <a:pt x="634" y="1429"/>
                    </a:lnTo>
                    <a:lnTo>
                      <a:pt x="634" y="1450"/>
                    </a:lnTo>
                    <a:lnTo>
                      <a:pt x="653" y="1450"/>
                    </a:lnTo>
                    <a:cubicBezTo>
                      <a:pt x="700" y="1497"/>
                      <a:pt x="762" y="1518"/>
                      <a:pt x="824" y="1518"/>
                    </a:cubicBezTo>
                    <a:cubicBezTo>
                      <a:pt x="880" y="1518"/>
                      <a:pt x="936" y="1501"/>
                      <a:pt x="985" y="1471"/>
                    </a:cubicBezTo>
                    <a:lnTo>
                      <a:pt x="1461" y="1146"/>
                    </a:lnTo>
                    <a:cubicBezTo>
                      <a:pt x="1571" y="1078"/>
                      <a:pt x="1592" y="905"/>
                      <a:pt x="1487" y="816"/>
                    </a:cubicBezTo>
                    <a:lnTo>
                      <a:pt x="723" y="52"/>
                    </a:lnTo>
                    <a:cubicBezTo>
                      <a:pt x="686" y="17"/>
                      <a:pt x="639" y="0"/>
                      <a:pt x="58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3"/>
              <p:cNvSpPr/>
              <p:nvPr/>
            </p:nvSpPr>
            <p:spPr>
              <a:xfrm>
                <a:off x="3214625" y="1673676"/>
                <a:ext cx="78096" cy="119572"/>
              </a:xfrm>
              <a:custGeom>
                <a:avLst/>
                <a:gdLst/>
                <a:ahLst/>
                <a:cxnLst/>
                <a:rect l="l" t="t" r="r" b="b"/>
                <a:pathLst>
                  <a:path w="917" h="1404" extrusionOk="0">
                    <a:moveTo>
                      <a:pt x="779" y="1"/>
                    </a:moveTo>
                    <a:cubicBezTo>
                      <a:pt x="767" y="1"/>
                      <a:pt x="756" y="2"/>
                      <a:pt x="744" y="5"/>
                    </a:cubicBezTo>
                    <a:lnTo>
                      <a:pt x="178" y="115"/>
                    </a:lnTo>
                    <a:cubicBezTo>
                      <a:pt x="68" y="136"/>
                      <a:pt x="0" y="225"/>
                      <a:pt x="0" y="330"/>
                    </a:cubicBezTo>
                    <a:lnTo>
                      <a:pt x="0" y="1052"/>
                    </a:lnTo>
                    <a:cubicBezTo>
                      <a:pt x="0" y="1162"/>
                      <a:pt x="68" y="1272"/>
                      <a:pt x="178" y="1293"/>
                    </a:cubicBezTo>
                    <a:lnTo>
                      <a:pt x="744" y="1403"/>
                    </a:lnTo>
                    <a:lnTo>
                      <a:pt x="765" y="1403"/>
                    </a:lnTo>
                    <a:cubicBezTo>
                      <a:pt x="854" y="1403"/>
                      <a:pt x="917" y="1335"/>
                      <a:pt x="917" y="1246"/>
                    </a:cubicBezTo>
                    <a:lnTo>
                      <a:pt x="917" y="157"/>
                    </a:lnTo>
                    <a:lnTo>
                      <a:pt x="917" y="136"/>
                    </a:lnTo>
                    <a:cubicBezTo>
                      <a:pt x="917" y="58"/>
                      <a:pt x="854" y="1"/>
                      <a:pt x="7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3209260" y="1670099"/>
                <a:ext cx="89253" cy="126981"/>
              </a:xfrm>
              <a:custGeom>
                <a:avLst/>
                <a:gdLst/>
                <a:ahLst/>
                <a:cxnLst/>
                <a:rect l="l" t="t" r="r" b="b"/>
                <a:pathLst>
                  <a:path w="1048" h="1491" extrusionOk="0">
                    <a:moveTo>
                      <a:pt x="850" y="105"/>
                    </a:moveTo>
                    <a:cubicBezTo>
                      <a:pt x="890" y="105"/>
                      <a:pt x="938" y="146"/>
                      <a:pt x="938" y="199"/>
                    </a:cubicBezTo>
                    <a:lnTo>
                      <a:pt x="938" y="1288"/>
                    </a:lnTo>
                    <a:cubicBezTo>
                      <a:pt x="938" y="1344"/>
                      <a:pt x="892" y="1382"/>
                      <a:pt x="852" y="1382"/>
                    </a:cubicBezTo>
                    <a:cubicBezTo>
                      <a:pt x="844" y="1382"/>
                      <a:pt x="835" y="1381"/>
                      <a:pt x="828" y="1377"/>
                    </a:cubicBezTo>
                    <a:lnTo>
                      <a:pt x="262" y="1267"/>
                    </a:lnTo>
                    <a:cubicBezTo>
                      <a:pt x="173" y="1246"/>
                      <a:pt x="111" y="1183"/>
                      <a:pt x="111" y="1094"/>
                    </a:cubicBezTo>
                    <a:lnTo>
                      <a:pt x="111" y="372"/>
                    </a:lnTo>
                    <a:cubicBezTo>
                      <a:pt x="111" y="309"/>
                      <a:pt x="173" y="241"/>
                      <a:pt x="262" y="220"/>
                    </a:cubicBezTo>
                    <a:lnTo>
                      <a:pt x="828" y="110"/>
                    </a:lnTo>
                    <a:cubicBezTo>
                      <a:pt x="835" y="106"/>
                      <a:pt x="842" y="105"/>
                      <a:pt x="850" y="105"/>
                    </a:cubicBezTo>
                    <a:close/>
                    <a:moveTo>
                      <a:pt x="847" y="0"/>
                    </a:moveTo>
                    <a:cubicBezTo>
                      <a:pt x="833" y="0"/>
                      <a:pt x="820" y="2"/>
                      <a:pt x="807" y="5"/>
                    </a:cubicBezTo>
                    <a:lnTo>
                      <a:pt x="241" y="110"/>
                    </a:lnTo>
                    <a:cubicBezTo>
                      <a:pt x="111" y="136"/>
                      <a:pt x="1" y="241"/>
                      <a:pt x="1" y="372"/>
                    </a:cubicBezTo>
                    <a:lnTo>
                      <a:pt x="1" y="1094"/>
                    </a:lnTo>
                    <a:cubicBezTo>
                      <a:pt x="1" y="1246"/>
                      <a:pt x="111" y="1356"/>
                      <a:pt x="241" y="1377"/>
                    </a:cubicBezTo>
                    <a:lnTo>
                      <a:pt x="807" y="1487"/>
                    </a:lnTo>
                    <a:cubicBezTo>
                      <a:pt x="818" y="1489"/>
                      <a:pt x="829" y="1490"/>
                      <a:pt x="840" y="1490"/>
                    </a:cubicBezTo>
                    <a:cubicBezTo>
                      <a:pt x="941" y="1490"/>
                      <a:pt x="1048" y="1406"/>
                      <a:pt x="1048" y="1288"/>
                    </a:cubicBezTo>
                    <a:lnTo>
                      <a:pt x="1048" y="199"/>
                    </a:lnTo>
                    <a:cubicBezTo>
                      <a:pt x="1048" y="83"/>
                      <a:pt x="946" y="0"/>
                      <a:pt x="8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3265042" y="1513484"/>
                <a:ext cx="124511" cy="120083"/>
              </a:xfrm>
              <a:custGeom>
                <a:avLst/>
                <a:gdLst/>
                <a:ahLst/>
                <a:cxnLst/>
                <a:rect l="l" t="t" r="r" b="b"/>
                <a:pathLst>
                  <a:path w="1462" h="1410" extrusionOk="0">
                    <a:moveTo>
                      <a:pt x="758" y="1"/>
                    </a:moveTo>
                    <a:cubicBezTo>
                      <a:pt x="697" y="1"/>
                      <a:pt x="638" y="22"/>
                      <a:pt x="587" y="74"/>
                    </a:cubicBezTo>
                    <a:lnTo>
                      <a:pt x="84" y="577"/>
                    </a:lnTo>
                    <a:cubicBezTo>
                      <a:pt x="21" y="639"/>
                      <a:pt x="0" y="770"/>
                      <a:pt x="63" y="859"/>
                    </a:cubicBezTo>
                    <a:lnTo>
                      <a:pt x="393" y="1341"/>
                    </a:lnTo>
                    <a:lnTo>
                      <a:pt x="393" y="1362"/>
                    </a:lnTo>
                    <a:cubicBezTo>
                      <a:pt x="424" y="1394"/>
                      <a:pt x="468" y="1409"/>
                      <a:pt x="508" y="1409"/>
                    </a:cubicBezTo>
                    <a:cubicBezTo>
                      <a:pt x="549" y="1409"/>
                      <a:pt x="587" y="1394"/>
                      <a:pt x="608" y="1362"/>
                    </a:cubicBezTo>
                    <a:lnTo>
                      <a:pt x="1393" y="598"/>
                    </a:lnTo>
                    <a:lnTo>
                      <a:pt x="1393" y="577"/>
                    </a:lnTo>
                    <a:cubicBezTo>
                      <a:pt x="1461" y="509"/>
                      <a:pt x="1440" y="404"/>
                      <a:pt x="1351" y="357"/>
                    </a:cubicBezTo>
                    <a:lnTo>
                      <a:pt x="896" y="32"/>
                    </a:lnTo>
                    <a:cubicBezTo>
                      <a:pt x="849" y="12"/>
                      <a:pt x="803" y="1"/>
                      <a:pt x="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3259251" y="1508545"/>
                <a:ext cx="135668" cy="129280"/>
              </a:xfrm>
              <a:custGeom>
                <a:avLst/>
                <a:gdLst/>
                <a:ahLst/>
                <a:cxnLst/>
                <a:rect l="l" t="t" r="r" b="b"/>
                <a:pathLst>
                  <a:path w="1593" h="1518" extrusionOk="0">
                    <a:moveTo>
                      <a:pt x="836" y="109"/>
                    </a:moveTo>
                    <a:cubicBezTo>
                      <a:pt x="865" y="109"/>
                      <a:pt x="893" y="116"/>
                      <a:pt x="917" y="132"/>
                    </a:cubicBezTo>
                    <a:lnTo>
                      <a:pt x="1398" y="462"/>
                    </a:lnTo>
                    <a:cubicBezTo>
                      <a:pt x="1440" y="504"/>
                      <a:pt x="1461" y="567"/>
                      <a:pt x="1419" y="614"/>
                    </a:cubicBezTo>
                    <a:lnTo>
                      <a:pt x="655" y="1378"/>
                    </a:lnTo>
                    <a:cubicBezTo>
                      <a:pt x="636" y="1397"/>
                      <a:pt x="609" y="1407"/>
                      <a:pt x="582" y="1407"/>
                    </a:cubicBezTo>
                    <a:cubicBezTo>
                      <a:pt x="548" y="1407"/>
                      <a:pt x="515" y="1390"/>
                      <a:pt x="503" y="1352"/>
                    </a:cubicBezTo>
                    <a:lnTo>
                      <a:pt x="178" y="896"/>
                    </a:lnTo>
                    <a:cubicBezTo>
                      <a:pt x="131" y="807"/>
                      <a:pt x="131" y="724"/>
                      <a:pt x="199" y="677"/>
                    </a:cubicBezTo>
                    <a:lnTo>
                      <a:pt x="702" y="153"/>
                    </a:lnTo>
                    <a:cubicBezTo>
                      <a:pt x="741" y="127"/>
                      <a:pt x="789" y="109"/>
                      <a:pt x="836" y="109"/>
                    </a:cubicBezTo>
                    <a:close/>
                    <a:moveTo>
                      <a:pt x="828" y="0"/>
                    </a:moveTo>
                    <a:cubicBezTo>
                      <a:pt x="756" y="0"/>
                      <a:pt x="684" y="27"/>
                      <a:pt x="634" y="90"/>
                    </a:cubicBezTo>
                    <a:lnTo>
                      <a:pt x="131" y="567"/>
                    </a:lnTo>
                    <a:lnTo>
                      <a:pt x="110" y="593"/>
                    </a:lnTo>
                    <a:cubicBezTo>
                      <a:pt x="21" y="677"/>
                      <a:pt x="0" y="828"/>
                      <a:pt x="89" y="938"/>
                    </a:cubicBezTo>
                    <a:lnTo>
                      <a:pt x="393" y="1420"/>
                    </a:lnTo>
                    <a:cubicBezTo>
                      <a:pt x="444" y="1484"/>
                      <a:pt x="517" y="1518"/>
                      <a:pt x="586" y="1518"/>
                    </a:cubicBezTo>
                    <a:cubicBezTo>
                      <a:pt x="637" y="1518"/>
                      <a:pt x="685" y="1500"/>
                      <a:pt x="723" y="1462"/>
                    </a:cubicBezTo>
                    <a:lnTo>
                      <a:pt x="1487" y="697"/>
                    </a:lnTo>
                    <a:cubicBezTo>
                      <a:pt x="1592" y="593"/>
                      <a:pt x="1571" y="436"/>
                      <a:pt x="1461" y="373"/>
                    </a:cubicBezTo>
                    <a:lnTo>
                      <a:pt x="985" y="43"/>
                    </a:lnTo>
                    <a:cubicBezTo>
                      <a:pt x="937" y="16"/>
                      <a:pt x="882" y="0"/>
                      <a:pt x="82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3274410" y="1519701"/>
                <a:ext cx="425570" cy="425570"/>
              </a:xfrm>
              <a:custGeom>
                <a:avLst/>
                <a:gdLst/>
                <a:ahLst/>
                <a:cxnLst/>
                <a:rect l="l" t="t" r="r" b="b"/>
                <a:pathLst>
                  <a:path w="4997" h="4997" extrusionOk="0">
                    <a:moveTo>
                      <a:pt x="2509" y="1179"/>
                    </a:moveTo>
                    <a:cubicBezTo>
                      <a:pt x="3226" y="1179"/>
                      <a:pt x="3818" y="1771"/>
                      <a:pt x="3818" y="2488"/>
                    </a:cubicBezTo>
                    <a:cubicBezTo>
                      <a:pt x="3818" y="3232"/>
                      <a:pt x="3226" y="3819"/>
                      <a:pt x="2509" y="3819"/>
                    </a:cubicBezTo>
                    <a:cubicBezTo>
                      <a:pt x="1765" y="3819"/>
                      <a:pt x="1178" y="3232"/>
                      <a:pt x="1178" y="2488"/>
                    </a:cubicBezTo>
                    <a:cubicBezTo>
                      <a:pt x="1178" y="1771"/>
                      <a:pt x="1765" y="1179"/>
                      <a:pt x="2509" y="1179"/>
                    </a:cubicBezTo>
                    <a:close/>
                    <a:moveTo>
                      <a:pt x="2509" y="1"/>
                    </a:moveTo>
                    <a:cubicBezTo>
                      <a:pt x="1110" y="1"/>
                      <a:pt x="0" y="1116"/>
                      <a:pt x="0" y="2488"/>
                    </a:cubicBezTo>
                    <a:cubicBezTo>
                      <a:pt x="0" y="3887"/>
                      <a:pt x="1110" y="4997"/>
                      <a:pt x="2509" y="4997"/>
                    </a:cubicBezTo>
                    <a:cubicBezTo>
                      <a:pt x="3881" y="4997"/>
                      <a:pt x="4996" y="3887"/>
                      <a:pt x="4996" y="2488"/>
                    </a:cubicBezTo>
                    <a:cubicBezTo>
                      <a:pt x="4996" y="1116"/>
                      <a:pt x="3881" y="1"/>
                      <a:pt x="25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3268619" y="1514421"/>
                <a:ext cx="436641" cy="436641"/>
              </a:xfrm>
              <a:custGeom>
                <a:avLst/>
                <a:gdLst/>
                <a:ahLst/>
                <a:cxnLst/>
                <a:rect l="l" t="t" r="r" b="b"/>
                <a:pathLst>
                  <a:path w="5127" h="5127" extrusionOk="0">
                    <a:moveTo>
                      <a:pt x="2577" y="1309"/>
                    </a:moveTo>
                    <a:cubicBezTo>
                      <a:pt x="3252" y="1309"/>
                      <a:pt x="3818" y="1875"/>
                      <a:pt x="3818" y="2550"/>
                    </a:cubicBezTo>
                    <a:cubicBezTo>
                      <a:pt x="3818" y="3247"/>
                      <a:pt x="3252" y="3818"/>
                      <a:pt x="2577" y="3818"/>
                    </a:cubicBezTo>
                    <a:cubicBezTo>
                      <a:pt x="1875" y="3818"/>
                      <a:pt x="1309" y="3247"/>
                      <a:pt x="1309" y="2550"/>
                    </a:cubicBezTo>
                    <a:cubicBezTo>
                      <a:pt x="1309" y="1875"/>
                      <a:pt x="1875" y="1309"/>
                      <a:pt x="2577" y="1309"/>
                    </a:cubicBezTo>
                    <a:close/>
                    <a:moveTo>
                      <a:pt x="2577" y="1199"/>
                    </a:moveTo>
                    <a:cubicBezTo>
                      <a:pt x="1812" y="1199"/>
                      <a:pt x="1199" y="1807"/>
                      <a:pt x="1199" y="2550"/>
                    </a:cubicBezTo>
                    <a:cubicBezTo>
                      <a:pt x="1199" y="3315"/>
                      <a:pt x="1812" y="3928"/>
                      <a:pt x="2577" y="3928"/>
                    </a:cubicBezTo>
                    <a:cubicBezTo>
                      <a:pt x="3315" y="3928"/>
                      <a:pt x="3928" y="3315"/>
                      <a:pt x="3928" y="2550"/>
                    </a:cubicBezTo>
                    <a:cubicBezTo>
                      <a:pt x="3928" y="1807"/>
                      <a:pt x="3315" y="1199"/>
                      <a:pt x="2577" y="1199"/>
                    </a:cubicBezTo>
                    <a:close/>
                    <a:moveTo>
                      <a:pt x="2577" y="105"/>
                    </a:moveTo>
                    <a:cubicBezTo>
                      <a:pt x="3928" y="105"/>
                      <a:pt x="5017" y="1199"/>
                      <a:pt x="5017" y="2550"/>
                    </a:cubicBezTo>
                    <a:cubicBezTo>
                      <a:pt x="5017" y="3902"/>
                      <a:pt x="3928" y="5017"/>
                      <a:pt x="2577" y="5017"/>
                    </a:cubicBezTo>
                    <a:cubicBezTo>
                      <a:pt x="1220" y="5017"/>
                      <a:pt x="110" y="3902"/>
                      <a:pt x="110" y="2550"/>
                    </a:cubicBezTo>
                    <a:cubicBezTo>
                      <a:pt x="110" y="1199"/>
                      <a:pt x="1220" y="105"/>
                      <a:pt x="2577" y="105"/>
                    </a:cubicBezTo>
                    <a:close/>
                    <a:moveTo>
                      <a:pt x="2577" y="0"/>
                    </a:moveTo>
                    <a:cubicBezTo>
                      <a:pt x="1157" y="0"/>
                      <a:pt x="0" y="1152"/>
                      <a:pt x="0" y="2550"/>
                    </a:cubicBezTo>
                    <a:cubicBezTo>
                      <a:pt x="0" y="3970"/>
                      <a:pt x="1157" y="5127"/>
                      <a:pt x="2577" y="5127"/>
                    </a:cubicBezTo>
                    <a:cubicBezTo>
                      <a:pt x="3970" y="5127"/>
                      <a:pt x="5127" y="3970"/>
                      <a:pt x="5127" y="2550"/>
                    </a:cubicBezTo>
                    <a:cubicBezTo>
                      <a:pt x="5127" y="1152"/>
                      <a:pt x="3970" y="0"/>
                      <a:pt x="257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3"/>
              <p:cNvSpPr/>
              <p:nvPr/>
            </p:nvSpPr>
            <p:spPr>
              <a:xfrm>
                <a:off x="3361361" y="1607163"/>
                <a:ext cx="251152" cy="250726"/>
              </a:xfrm>
              <a:custGeom>
                <a:avLst/>
                <a:gdLst/>
                <a:ahLst/>
                <a:cxnLst/>
                <a:rect l="l" t="t" r="r" b="b"/>
                <a:pathLst>
                  <a:path w="2949" h="2944" extrusionOk="0">
                    <a:moveTo>
                      <a:pt x="1488" y="152"/>
                    </a:moveTo>
                    <a:cubicBezTo>
                      <a:pt x="2205" y="152"/>
                      <a:pt x="2797" y="744"/>
                      <a:pt x="2797" y="1461"/>
                    </a:cubicBezTo>
                    <a:cubicBezTo>
                      <a:pt x="2797" y="2205"/>
                      <a:pt x="2205" y="2792"/>
                      <a:pt x="1488" y="2792"/>
                    </a:cubicBezTo>
                    <a:cubicBezTo>
                      <a:pt x="744" y="2792"/>
                      <a:pt x="157" y="2205"/>
                      <a:pt x="157" y="1461"/>
                    </a:cubicBezTo>
                    <a:cubicBezTo>
                      <a:pt x="157" y="744"/>
                      <a:pt x="744" y="152"/>
                      <a:pt x="1488" y="152"/>
                    </a:cubicBezTo>
                    <a:close/>
                    <a:moveTo>
                      <a:pt x="1488" y="0"/>
                    </a:moveTo>
                    <a:cubicBezTo>
                      <a:pt x="655" y="0"/>
                      <a:pt x="0" y="655"/>
                      <a:pt x="0" y="1461"/>
                    </a:cubicBezTo>
                    <a:cubicBezTo>
                      <a:pt x="0" y="2289"/>
                      <a:pt x="655" y="2943"/>
                      <a:pt x="1488" y="2943"/>
                    </a:cubicBezTo>
                    <a:cubicBezTo>
                      <a:pt x="2294" y="2943"/>
                      <a:pt x="2949" y="2289"/>
                      <a:pt x="2949" y="1461"/>
                    </a:cubicBezTo>
                    <a:cubicBezTo>
                      <a:pt x="2949" y="655"/>
                      <a:pt x="2294" y="0"/>
                      <a:pt x="14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p:nvPr/>
            </p:nvSpPr>
            <p:spPr>
              <a:xfrm>
                <a:off x="3355996" y="1601815"/>
                <a:ext cx="261882" cy="262308"/>
              </a:xfrm>
              <a:custGeom>
                <a:avLst/>
                <a:gdLst/>
                <a:ahLst/>
                <a:cxnLst/>
                <a:rect l="l" t="t" r="r" b="b"/>
                <a:pathLst>
                  <a:path w="3075" h="3080" extrusionOk="0">
                    <a:moveTo>
                      <a:pt x="1551" y="288"/>
                    </a:moveTo>
                    <a:cubicBezTo>
                      <a:pt x="2226" y="288"/>
                      <a:pt x="2792" y="854"/>
                      <a:pt x="2792" y="1529"/>
                    </a:cubicBezTo>
                    <a:cubicBezTo>
                      <a:pt x="2792" y="2226"/>
                      <a:pt x="2226" y="2797"/>
                      <a:pt x="1551" y="2797"/>
                    </a:cubicBezTo>
                    <a:cubicBezTo>
                      <a:pt x="849" y="2797"/>
                      <a:pt x="283" y="2226"/>
                      <a:pt x="283" y="1529"/>
                    </a:cubicBezTo>
                    <a:cubicBezTo>
                      <a:pt x="283" y="854"/>
                      <a:pt x="849" y="288"/>
                      <a:pt x="1551" y="288"/>
                    </a:cubicBezTo>
                    <a:close/>
                    <a:moveTo>
                      <a:pt x="1551" y="178"/>
                    </a:moveTo>
                    <a:cubicBezTo>
                      <a:pt x="786" y="178"/>
                      <a:pt x="173" y="786"/>
                      <a:pt x="173" y="1529"/>
                    </a:cubicBezTo>
                    <a:cubicBezTo>
                      <a:pt x="173" y="2294"/>
                      <a:pt x="786" y="2907"/>
                      <a:pt x="1551" y="2907"/>
                    </a:cubicBezTo>
                    <a:cubicBezTo>
                      <a:pt x="2289" y="2907"/>
                      <a:pt x="2902" y="2294"/>
                      <a:pt x="2902" y="1529"/>
                    </a:cubicBezTo>
                    <a:cubicBezTo>
                      <a:pt x="2902" y="786"/>
                      <a:pt x="2289" y="178"/>
                      <a:pt x="1551" y="178"/>
                    </a:cubicBezTo>
                    <a:close/>
                    <a:moveTo>
                      <a:pt x="1551" y="110"/>
                    </a:moveTo>
                    <a:cubicBezTo>
                      <a:pt x="2336" y="110"/>
                      <a:pt x="2970" y="744"/>
                      <a:pt x="2970" y="1529"/>
                    </a:cubicBezTo>
                    <a:cubicBezTo>
                      <a:pt x="2970" y="2336"/>
                      <a:pt x="2336" y="2970"/>
                      <a:pt x="1551" y="2970"/>
                    </a:cubicBezTo>
                    <a:cubicBezTo>
                      <a:pt x="765" y="2970"/>
                      <a:pt x="110" y="2336"/>
                      <a:pt x="110" y="1529"/>
                    </a:cubicBezTo>
                    <a:cubicBezTo>
                      <a:pt x="110" y="744"/>
                      <a:pt x="765" y="110"/>
                      <a:pt x="1551" y="110"/>
                    </a:cubicBezTo>
                    <a:close/>
                    <a:moveTo>
                      <a:pt x="1551" y="0"/>
                    </a:moveTo>
                    <a:cubicBezTo>
                      <a:pt x="697" y="0"/>
                      <a:pt x="0" y="702"/>
                      <a:pt x="0" y="1529"/>
                    </a:cubicBezTo>
                    <a:cubicBezTo>
                      <a:pt x="0" y="2383"/>
                      <a:pt x="697" y="3080"/>
                      <a:pt x="1551" y="3080"/>
                    </a:cubicBezTo>
                    <a:cubicBezTo>
                      <a:pt x="2378" y="3080"/>
                      <a:pt x="3075" y="2383"/>
                      <a:pt x="3075" y="1529"/>
                    </a:cubicBezTo>
                    <a:cubicBezTo>
                      <a:pt x="3075" y="702"/>
                      <a:pt x="2378" y="0"/>
                      <a:pt x="155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44" name="Google Shape;744;p35"/>
          <p:cNvSpPr txBox="1">
            <a:spLocks noGrp="1"/>
          </p:cNvSpPr>
          <p:nvPr>
            <p:ph type="title" idx="5"/>
          </p:nvPr>
        </p:nvSpPr>
        <p:spPr>
          <a:xfrm>
            <a:off x="1947561" y="1301814"/>
            <a:ext cx="954600" cy="47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746" name="Google Shape;746;p35"/>
          <p:cNvSpPr txBox="1">
            <a:spLocks noGrp="1"/>
          </p:cNvSpPr>
          <p:nvPr>
            <p:ph type="title" idx="8"/>
          </p:nvPr>
        </p:nvSpPr>
        <p:spPr>
          <a:xfrm>
            <a:off x="5280721" y="3292136"/>
            <a:ext cx="954600" cy="42790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04</a:t>
            </a:r>
            <a:endParaRPr dirty="0"/>
          </a:p>
        </p:txBody>
      </p:sp>
      <p:sp>
        <p:nvSpPr>
          <p:cNvPr id="747" name="Google Shape;747;p35"/>
          <p:cNvSpPr txBox="1">
            <a:spLocks noGrp="1"/>
          </p:cNvSpPr>
          <p:nvPr>
            <p:ph type="title" idx="6"/>
          </p:nvPr>
        </p:nvSpPr>
        <p:spPr>
          <a:xfrm>
            <a:off x="1852414" y="3278282"/>
            <a:ext cx="954600" cy="42790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dirty="0"/>
              <a:t>03</a:t>
            </a:r>
            <a:endParaRPr dirty="0"/>
          </a:p>
        </p:txBody>
      </p:sp>
      <p:sp>
        <p:nvSpPr>
          <p:cNvPr id="748" name="Google Shape;748;p35"/>
          <p:cNvSpPr txBox="1">
            <a:spLocks noGrp="1"/>
          </p:cNvSpPr>
          <p:nvPr>
            <p:ph type="subTitle" idx="9"/>
          </p:nvPr>
        </p:nvSpPr>
        <p:spPr>
          <a:xfrm>
            <a:off x="1852414" y="2123250"/>
            <a:ext cx="1497479"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Giới thiệu đồ án </a:t>
            </a:r>
            <a:endParaRPr dirty="0"/>
          </a:p>
        </p:txBody>
      </p:sp>
      <p:sp>
        <p:nvSpPr>
          <p:cNvPr id="750" name="Google Shape;750;p35"/>
          <p:cNvSpPr txBox="1">
            <a:spLocks noGrp="1"/>
          </p:cNvSpPr>
          <p:nvPr>
            <p:ph type="subTitle" idx="14"/>
          </p:nvPr>
        </p:nvSpPr>
        <p:spPr>
          <a:xfrm>
            <a:off x="1852414" y="4014769"/>
            <a:ext cx="1756357"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Phân tích yêu cầu</a:t>
            </a:r>
          </a:p>
        </p:txBody>
      </p:sp>
      <p:sp>
        <p:nvSpPr>
          <p:cNvPr id="751" name="Google Shape;751;p35"/>
          <p:cNvSpPr txBox="1">
            <a:spLocks noGrp="1"/>
          </p:cNvSpPr>
          <p:nvPr>
            <p:ph type="subTitle" idx="15"/>
          </p:nvPr>
        </p:nvSpPr>
        <p:spPr>
          <a:xfrm>
            <a:off x="5245449" y="3699264"/>
            <a:ext cx="1346898" cy="448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Kết luận </a:t>
            </a:r>
            <a:endParaRPr dirty="0"/>
          </a:p>
        </p:txBody>
      </p:sp>
      <p:sp>
        <p:nvSpPr>
          <p:cNvPr id="6" name="Google Shape;745;p35">
            <a:extLst>
              <a:ext uri="{FF2B5EF4-FFF2-40B4-BE49-F238E27FC236}">
                <a16:creationId xmlns:a16="http://schemas.microsoft.com/office/drawing/2014/main" id="{1E02A45C-8324-ABF2-C52E-0680D1E483FB}"/>
              </a:ext>
            </a:extLst>
          </p:cNvPr>
          <p:cNvSpPr txBox="1">
            <a:spLocks/>
          </p:cNvSpPr>
          <p:nvPr/>
        </p:nvSpPr>
        <p:spPr>
          <a:xfrm>
            <a:off x="5245449" y="1268909"/>
            <a:ext cx="954600" cy="470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vi-VN" dirty="0"/>
              <a:t>02</a:t>
            </a:r>
            <a:endParaRPr lang="en" dirty="0"/>
          </a:p>
        </p:txBody>
      </p:sp>
      <p:sp>
        <p:nvSpPr>
          <p:cNvPr id="7" name="Google Shape;749;p35">
            <a:extLst>
              <a:ext uri="{FF2B5EF4-FFF2-40B4-BE49-F238E27FC236}">
                <a16:creationId xmlns:a16="http://schemas.microsoft.com/office/drawing/2014/main" id="{D53BAD67-6F6B-FF86-E25B-D2587C9F014A}"/>
              </a:ext>
            </a:extLst>
          </p:cNvPr>
          <p:cNvSpPr txBox="1">
            <a:spLocks/>
          </p:cNvSpPr>
          <p:nvPr/>
        </p:nvSpPr>
        <p:spPr>
          <a:xfrm>
            <a:off x="5245449" y="2139122"/>
            <a:ext cx="1497479" cy="448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Bebas Neue"/>
              <a:buNone/>
              <a:defRPr sz="2000" b="1"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vi-VN" dirty="0"/>
              <a:t>Mục  tiêu đồ án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6"/>
          <p:cNvSpPr txBox="1">
            <a:spLocks noGrp="1"/>
          </p:cNvSpPr>
          <p:nvPr>
            <p:ph type="title"/>
          </p:nvPr>
        </p:nvSpPr>
        <p:spPr>
          <a:xfrm>
            <a:off x="601962" y="2739668"/>
            <a:ext cx="3450493"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latin typeface="Montserrat" panose="00000500000000000000" pitchFamily="2" charset="0"/>
              </a:rPr>
              <a:t>Giới thiệu đồ án </a:t>
            </a:r>
            <a:endParaRPr dirty="0">
              <a:latin typeface="Montserrat" panose="00000500000000000000" pitchFamily="2" charset="0"/>
            </a:endParaRPr>
          </a:p>
        </p:txBody>
      </p:sp>
      <p:sp>
        <p:nvSpPr>
          <p:cNvPr id="758" name="Google Shape;758;p36"/>
          <p:cNvSpPr txBox="1">
            <a:spLocks noGrp="1"/>
          </p:cNvSpPr>
          <p:nvPr>
            <p:ph type="title" idx="2"/>
          </p:nvPr>
        </p:nvSpPr>
        <p:spPr>
          <a:xfrm>
            <a:off x="719999" y="1249000"/>
            <a:ext cx="1746455"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Montserrat" panose="00000500000000000000" pitchFamily="2" charset="0"/>
              </a:rPr>
              <a:t>01</a:t>
            </a:r>
            <a:endParaRPr>
              <a:latin typeface="Montserrat" panose="00000500000000000000" pitchFamily="2" charset="0"/>
            </a:endParaRPr>
          </a:p>
        </p:txBody>
      </p:sp>
      <p:pic>
        <p:nvPicPr>
          <p:cNvPr id="1026" name="Picture 2" descr="Quy trình thiết kế hệ thống mạng cho doanh nghiệp | Siêu Thị Thiết Bị Số 24h">
            <a:extLst>
              <a:ext uri="{FF2B5EF4-FFF2-40B4-BE49-F238E27FC236}">
                <a16:creationId xmlns:a16="http://schemas.microsoft.com/office/drawing/2014/main" id="{D751FD67-C7D3-50F8-B5AB-3DC6E6366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99" y="1025168"/>
            <a:ext cx="4690039"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361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740781" y="978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latin typeface="Montserrat" panose="00000500000000000000" pitchFamily="2" charset="0"/>
              </a:rPr>
              <a:t>Không gian </a:t>
            </a:r>
            <a:endParaRPr dirty="0">
              <a:latin typeface="Montserrat" panose="00000500000000000000" pitchFamily="2" charset="0"/>
            </a:endParaRPr>
          </a:p>
        </p:txBody>
      </p:sp>
      <p:sp>
        <p:nvSpPr>
          <p:cNvPr id="869" name="Google Shape;869;p37"/>
          <p:cNvSpPr txBox="1">
            <a:spLocks noGrp="1"/>
          </p:cNvSpPr>
          <p:nvPr>
            <p:ph type="subTitle" idx="2"/>
          </p:nvPr>
        </p:nvSpPr>
        <p:spPr>
          <a:xfrm>
            <a:off x="1089327" y="1858290"/>
            <a:ext cx="7091782" cy="190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300" dirty="0">
                <a:latin typeface="Montserrat" panose="00000500000000000000" pitchFamily="2" charset="0"/>
              </a:rPr>
              <a:t>Trường Đại học NT-UIT </a:t>
            </a:r>
          </a:p>
          <a:p>
            <a:pPr marL="285750" lvl="0" indent="-285750" algn="l" rtl="0">
              <a:spcBef>
                <a:spcPts val="0"/>
              </a:spcBef>
              <a:spcAft>
                <a:spcPts val="0"/>
              </a:spcAft>
              <a:buFont typeface="Arial" panose="020B0604020202020204" pitchFamily="34" charset="0"/>
              <a:buChar char="•"/>
            </a:pPr>
            <a:r>
              <a:rPr lang="vi-VN" sz="1300" dirty="0">
                <a:latin typeface="Montserrat" panose="00000500000000000000" pitchFamily="2" charset="0"/>
              </a:rPr>
              <a:t>Trụ sở chính tại Thành phố Thủ Đức có </a:t>
            </a:r>
          </a:p>
          <a:p>
            <a:pPr marL="285750" lvl="0" indent="-285750" algn="l" rtl="0">
              <a:spcBef>
                <a:spcPts val="0"/>
              </a:spcBef>
              <a:spcAft>
                <a:spcPts val="0"/>
              </a:spcAft>
              <a:buFont typeface="Wingdings" panose="05000000000000000000" pitchFamily="2" charset="2"/>
              <a:buChar char="Ø"/>
            </a:pPr>
            <a:r>
              <a:rPr lang="vi-VN" sz="1300" dirty="0">
                <a:latin typeface="Montserrat" panose="00000500000000000000" pitchFamily="2" charset="0"/>
              </a:rPr>
              <a:t>2 tòa nhà: 1 tòa nhà 5 tầng gồm văn phòng cho các phòng ban và trung tâm dữ liệu của Trường, tòa nhà 12 tầng còn lại là các phòng học và phòng thực hành</a:t>
            </a:r>
          </a:p>
          <a:p>
            <a:pPr marL="285750" lvl="0" indent="-285750" algn="l" rtl="0">
              <a:spcBef>
                <a:spcPts val="0"/>
              </a:spcBef>
              <a:spcAft>
                <a:spcPts val="0"/>
              </a:spcAft>
              <a:buFont typeface="Arial" panose="020B0604020202020204" pitchFamily="34" charset="0"/>
              <a:buChar char="•"/>
            </a:pPr>
            <a:r>
              <a:rPr lang="vi-VN" sz="1300" dirty="0">
                <a:latin typeface="Montserrat" panose="00000500000000000000" pitchFamily="2" charset="0"/>
              </a:rPr>
              <a:t>Chi nhánh tại quận 3 – TP HCM </a:t>
            </a:r>
          </a:p>
          <a:p>
            <a:pPr marL="285750" lvl="0" indent="-285750" algn="l" rtl="0">
              <a:spcBef>
                <a:spcPts val="0"/>
              </a:spcBef>
              <a:spcAft>
                <a:spcPts val="0"/>
              </a:spcAft>
              <a:buFont typeface="Wingdings" panose="05000000000000000000" pitchFamily="2" charset="2"/>
              <a:buChar char="Ø"/>
            </a:pPr>
            <a:r>
              <a:rPr lang="vi-VN" sz="1300" dirty="0">
                <a:latin typeface="Montserrat" panose="00000500000000000000" pitchFamily="2" charset="0"/>
              </a:rPr>
              <a:t>Là nơi tổ chức các hoạt động đào tạo từ xa và các lớp học ngoài giờ hành chính</a:t>
            </a:r>
            <a:endParaRPr sz="1300" dirty="0">
              <a:latin typeface="Montserrat"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grpSp>
        <p:nvGrpSpPr>
          <p:cNvPr id="1085" name="Google Shape;1085;p38"/>
          <p:cNvGrpSpPr/>
          <p:nvPr/>
        </p:nvGrpSpPr>
        <p:grpSpPr>
          <a:xfrm>
            <a:off x="-656100" y="3091023"/>
            <a:ext cx="3170700" cy="2696994"/>
            <a:chOff x="674425" y="2051931"/>
            <a:chExt cx="3170700" cy="2696994"/>
          </a:xfrm>
        </p:grpSpPr>
        <p:sp>
          <p:nvSpPr>
            <p:cNvPr id="1086" name="Google Shape;1086;p38"/>
            <p:cNvSpPr/>
            <p:nvPr/>
          </p:nvSpPr>
          <p:spPr>
            <a:xfrm>
              <a:off x="674425" y="4086225"/>
              <a:ext cx="3170700" cy="662700"/>
            </a:xfrm>
            <a:prstGeom prst="ellipse">
              <a:avLst/>
            </a:prstGeom>
            <a:solidFill>
              <a:srgbClr val="3E285A">
                <a:alpha val="13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grpSp>
          <p:nvGrpSpPr>
            <p:cNvPr id="1087" name="Google Shape;1087;p38"/>
            <p:cNvGrpSpPr/>
            <p:nvPr/>
          </p:nvGrpSpPr>
          <p:grpSpPr>
            <a:xfrm>
              <a:off x="774889" y="2051931"/>
              <a:ext cx="2761783" cy="2556651"/>
              <a:chOff x="1040300" y="433750"/>
              <a:chExt cx="4203627" cy="3891401"/>
            </a:xfrm>
          </p:grpSpPr>
          <p:sp>
            <p:nvSpPr>
              <p:cNvPr id="1088" name="Google Shape;1088;p38"/>
              <p:cNvSpPr/>
              <p:nvPr/>
            </p:nvSpPr>
            <p:spPr>
              <a:xfrm>
                <a:off x="1040300" y="1327292"/>
                <a:ext cx="3297391" cy="2659009"/>
              </a:xfrm>
              <a:custGeom>
                <a:avLst/>
                <a:gdLst/>
                <a:ahLst/>
                <a:cxnLst/>
                <a:rect l="l" t="t" r="r" b="b"/>
                <a:pathLst>
                  <a:path w="21038" h="16965" extrusionOk="0">
                    <a:moveTo>
                      <a:pt x="6122" y="0"/>
                    </a:moveTo>
                    <a:cubicBezTo>
                      <a:pt x="5488" y="0"/>
                      <a:pt x="5018" y="170"/>
                      <a:pt x="4651" y="384"/>
                    </a:cubicBezTo>
                    <a:cubicBezTo>
                      <a:pt x="3845" y="840"/>
                      <a:pt x="1" y="7082"/>
                      <a:pt x="111" y="8501"/>
                    </a:cubicBezTo>
                    <a:cubicBezTo>
                      <a:pt x="200" y="9915"/>
                      <a:pt x="3232" y="16550"/>
                      <a:pt x="3824" y="16854"/>
                    </a:cubicBezTo>
                    <a:cubicBezTo>
                      <a:pt x="3985" y="16933"/>
                      <a:pt x="5222" y="16964"/>
                      <a:pt x="6950" y="16964"/>
                    </a:cubicBezTo>
                    <a:cubicBezTo>
                      <a:pt x="11506" y="16964"/>
                      <a:pt x="19472" y="16749"/>
                      <a:pt x="20121" y="16639"/>
                    </a:cubicBezTo>
                    <a:cubicBezTo>
                      <a:pt x="21017" y="16487"/>
                      <a:pt x="21038" y="10570"/>
                      <a:pt x="20582" y="9522"/>
                    </a:cubicBezTo>
                    <a:cubicBezTo>
                      <a:pt x="20100" y="8501"/>
                      <a:pt x="19053" y="8239"/>
                      <a:pt x="17963" y="7951"/>
                    </a:cubicBezTo>
                    <a:cubicBezTo>
                      <a:pt x="16895" y="7648"/>
                      <a:pt x="14381" y="6537"/>
                      <a:pt x="13009" y="4223"/>
                    </a:cubicBezTo>
                    <a:cubicBezTo>
                      <a:pt x="11611" y="1887"/>
                      <a:pt x="9406" y="1059"/>
                      <a:pt x="9406" y="1059"/>
                    </a:cubicBezTo>
                    <a:cubicBezTo>
                      <a:pt x="7974" y="269"/>
                      <a:pt x="6919" y="0"/>
                      <a:pt x="6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89" name="Google Shape;1089;p38"/>
              <p:cNvSpPr/>
              <p:nvPr/>
            </p:nvSpPr>
            <p:spPr>
              <a:xfrm>
                <a:off x="1044532" y="1319926"/>
                <a:ext cx="3279993" cy="2673742"/>
              </a:xfrm>
              <a:custGeom>
                <a:avLst/>
                <a:gdLst/>
                <a:ahLst/>
                <a:cxnLst/>
                <a:rect l="l" t="t" r="r" b="b"/>
                <a:pathLst>
                  <a:path w="20927" h="17059" extrusionOk="0">
                    <a:moveTo>
                      <a:pt x="6123" y="95"/>
                    </a:moveTo>
                    <a:cubicBezTo>
                      <a:pt x="6195" y="95"/>
                      <a:pt x="6270" y="97"/>
                      <a:pt x="6347" y="101"/>
                    </a:cubicBezTo>
                    <a:cubicBezTo>
                      <a:pt x="7091" y="169"/>
                      <a:pt x="8070" y="452"/>
                      <a:pt x="9358" y="1148"/>
                    </a:cubicBezTo>
                    <a:cubicBezTo>
                      <a:pt x="9358" y="1148"/>
                      <a:pt x="11563" y="1976"/>
                      <a:pt x="12914" y="4291"/>
                    </a:cubicBezTo>
                    <a:cubicBezTo>
                      <a:pt x="14313" y="6647"/>
                      <a:pt x="16842" y="7736"/>
                      <a:pt x="17936" y="8045"/>
                    </a:cubicBezTo>
                    <a:cubicBezTo>
                      <a:pt x="18460" y="8197"/>
                      <a:pt x="19005" y="8328"/>
                      <a:pt x="19439" y="8548"/>
                    </a:cubicBezTo>
                    <a:cubicBezTo>
                      <a:pt x="19900" y="8784"/>
                      <a:pt x="20272" y="9093"/>
                      <a:pt x="20508" y="9596"/>
                    </a:cubicBezTo>
                    <a:cubicBezTo>
                      <a:pt x="20618" y="9857"/>
                      <a:pt x="20707" y="10423"/>
                      <a:pt x="20749" y="11119"/>
                    </a:cubicBezTo>
                    <a:cubicBezTo>
                      <a:pt x="20796" y="11821"/>
                      <a:pt x="20817" y="12649"/>
                      <a:pt x="20770" y="13455"/>
                    </a:cubicBezTo>
                    <a:cubicBezTo>
                      <a:pt x="20749" y="14283"/>
                      <a:pt x="20686" y="15047"/>
                      <a:pt x="20555" y="15639"/>
                    </a:cubicBezTo>
                    <a:cubicBezTo>
                      <a:pt x="20508" y="15943"/>
                      <a:pt x="20424" y="16184"/>
                      <a:pt x="20335" y="16356"/>
                    </a:cubicBezTo>
                    <a:cubicBezTo>
                      <a:pt x="20272" y="16534"/>
                      <a:pt x="20162" y="16618"/>
                      <a:pt x="20094" y="16618"/>
                    </a:cubicBezTo>
                    <a:cubicBezTo>
                      <a:pt x="19984" y="16639"/>
                      <a:pt x="19659" y="16665"/>
                      <a:pt x="19157" y="16686"/>
                    </a:cubicBezTo>
                    <a:cubicBezTo>
                      <a:pt x="18675" y="16707"/>
                      <a:pt x="18020" y="16749"/>
                      <a:pt x="17261" y="16770"/>
                    </a:cubicBezTo>
                    <a:cubicBezTo>
                      <a:pt x="15732" y="16817"/>
                      <a:pt x="13768" y="16859"/>
                      <a:pt x="11825" y="16901"/>
                    </a:cubicBezTo>
                    <a:cubicBezTo>
                      <a:pt x="9882" y="16927"/>
                      <a:pt x="7939" y="16948"/>
                      <a:pt x="6457" y="16948"/>
                    </a:cubicBezTo>
                    <a:cubicBezTo>
                      <a:pt x="5714" y="16948"/>
                      <a:pt x="5085" y="16948"/>
                      <a:pt x="4624" y="16927"/>
                    </a:cubicBezTo>
                    <a:cubicBezTo>
                      <a:pt x="4383" y="16901"/>
                      <a:pt x="4211" y="16901"/>
                      <a:pt x="4059" y="16880"/>
                    </a:cubicBezTo>
                    <a:cubicBezTo>
                      <a:pt x="3928" y="16880"/>
                      <a:pt x="3839" y="16859"/>
                      <a:pt x="3818" y="16838"/>
                    </a:cubicBezTo>
                    <a:cubicBezTo>
                      <a:pt x="3797" y="16838"/>
                      <a:pt x="3750" y="16796"/>
                      <a:pt x="3687" y="16728"/>
                    </a:cubicBezTo>
                    <a:cubicBezTo>
                      <a:pt x="3645" y="16665"/>
                      <a:pt x="3577" y="16576"/>
                      <a:pt x="3514" y="16487"/>
                    </a:cubicBezTo>
                    <a:cubicBezTo>
                      <a:pt x="3383" y="16273"/>
                      <a:pt x="3205" y="15985"/>
                      <a:pt x="3032" y="15639"/>
                    </a:cubicBezTo>
                    <a:cubicBezTo>
                      <a:pt x="2660" y="14963"/>
                      <a:pt x="2226" y="14068"/>
                      <a:pt x="1812" y="13130"/>
                    </a:cubicBezTo>
                    <a:cubicBezTo>
                      <a:pt x="1372" y="12188"/>
                      <a:pt x="979" y="11208"/>
                      <a:pt x="676" y="10381"/>
                    </a:cubicBezTo>
                    <a:cubicBezTo>
                      <a:pt x="372" y="9548"/>
                      <a:pt x="152" y="8873"/>
                      <a:pt x="131" y="8548"/>
                    </a:cubicBezTo>
                    <a:cubicBezTo>
                      <a:pt x="110" y="8218"/>
                      <a:pt x="325" y="7543"/>
                      <a:pt x="676" y="6757"/>
                    </a:cubicBezTo>
                    <a:cubicBezTo>
                      <a:pt x="1047" y="5972"/>
                      <a:pt x="1550" y="5055"/>
                      <a:pt x="2074" y="4160"/>
                    </a:cubicBezTo>
                    <a:cubicBezTo>
                      <a:pt x="2598" y="3264"/>
                      <a:pt x="3142" y="2395"/>
                      <a:pt x="3598" y="1714"/>
                    </a:cubicBezTo>
                    <a:cubicBezTo>
                      <a:pt x="3839" y="1389"/>
                      <a:pt x="4059" y="1106"/>
                      <a:pt x="4232" y="887"/>
                    </a:cubicBezTo>
                    <a:cubicBezTo>
                      <a:pt x="4431" y="667"/>
                      <a:pt x="4582" y="515"/>
                      <a:pt x="4666" y="473"/>
                    </a:cubicBezTo>
                    <a:cubicBezTo>
                      <a:pt x="5019" y="256"/>
                      <a:pt x="5478" y="95"/>
                      <a:pt x="6123" y="95"/>
                    </a:cubicBezTo>
                    <a:close/>
                    <a:moveTo>
                      <a:pt x="6061" y="0"/>
                    </a:moveTo>
                    <a:cubicBezTo>
                      <a:pt x="5439" y="0"/>
                      <a:pt x="4964" y="174"/>
                      <a:pt x="4603" y="384"/>
                    </a:cubicBezTo>
                    <a:cubicBezTo>
                      <a:pt x="4493" y="452"/>
                      <a:pt x="4341" y="583"/>
                      <a:pt x="4169" y="824"/>
                    </a:cubicBezTo>
                    <a:cubicBezTo>
                      <a:pt x="3970" y="1038"/>
                      <a:pt x="3750" y="1321"/>
                      <a:pt x="3514" y="1651"/>
                    </a:cubicBezTo>
                    <a:cubicBezTo>
                      <a:pt x="3053" y="2327"/>
                      <a:pt x="2488" y="3201"/>
                      <a:pt x="1964" y="4097"/>
                    </a:cubicBezTo>
                    <a:cubicBezTo>
                      <a:pt x="1440" y="4987"/>
                      <a:pt x="938" y="5930"/>
                      <a:pt x="587" y="6715"/>
                    </a:cubicBezTo>
                    <a:cubicBezTo>
                      <a:pt x="241" y="7522"/>
                      <a:pt x="0" y="8176"/>
                      <a:pt x="21" y="8548"/>
                    </a:cubicBezTo>
                    <a:cubicBezTo>
                      <a:pt x="63" y="8915"/>
                      <a:pt x="262" y="9596"/>
                      <a:pt x="566" y="10423"/>
                    </a:cubicBezTo>
                    <a:cubicBezTo>
                      <a:pt x="869" y="11250"/>
                      <a:pt x="1288" y="12235"/>
                      <a:pt x="1702" y="13172"/>
                    </a:cubicBezTo>
                    <a:cubicBezTo>
                      <a:pt x="2116" y="14110"/>
                      <a:pt x="2550" y="15005"/>
                      <a:pt x="2922" y="15681"/>
                    </a:cubicBezTo>
                    <a:cubicBezTo>
                      <a:pt x="3121" y="16032"/>
                      <a:pt x="3273" y="16335"/>
                      <a:pt x="3425" y="16534"/>
                    </a:cubicBezTo>
                    <a:cubicBezTo>
                      <a:pt x="3488" y="16639"/>
                      <a:pt x="3556" y="16728"/>
                      <a:pt x="3619" y="16796"/>
                    </a:cubicBezTo>
                    <a:cubicBezTo>
                      <a:pt x="3666" y="16859"/>
                      <a:pt x="3708" y="16927"/>
                      <a:pt x="3776" y="16948"/>
                    </a:cubicBezTo>
                    <a:cubicBezTo>
                      <a:pt x="3818" y="16969"/>
                      <a:pt x="3907" y="16969"/>
                      <a:pt x="4059" y="16990"/>
                    </a:cubicBezTo>
                    <a:cubicBezTo>
                      <a:pt x="4190" y="17011"/>
                      <a:pt x="4383" y="17011"/>
                      <a:pt x="4624" y="17032"/>
                    </a:cubicBezTo>
                    <a:cubicBezTo>
                      <a:pt x="5085" y="17032"/>
                      <a:pt x="5714" y="17058"/>
                      <a:pt x="6457" y="17058"/>
                    </a:cubicBezTo>
                    <a:cubicBezTo>
                      <a:pt x="7939" y="17058"/>
                      <a:pt x="9882" y="17032"/>
                      <a:pt x="11825" y="17011"/>
                    </a:cubicBezTo>
                    <a:cubicBezTo>
                      <a:pt x="13768" y="16969"/>
                      <a:pt x="15732" y="16927"/>
                      <a:pt x="17261" y="16859"/>
                    </a:cubicBezTo>
                    <a:cubicBezTo>
                      <a:pt x="18020" y="16838"/>
                      <a:pt x="18675" y="16817"/>
                      <a:pt x="19157" y="16796"/>
                    </a:cubicBezTo>
                    <a:cubicBezTo>
                      <a:pt x="19659" y="16770"/>
                      <a:pt x="19984" y="16749"/>
                      <a:pt x="20094" y="16728"/>
                    </a:cubicBezTo>
                    <a:cubicBezTo>
                      <a:pt x="20246" y="16707"/>
                      <a:pt x="20356" y="16576"/>
                      <a:pt x="20445" y="16404"/>
                    </a:cubicBezTo>
                    <a:cubicBezTo>
                      <a:pt x="20534" y="16205"/>
                      <a:pt x="20597" y="15964"/>
                      <a:pt x="20665" y="15660"/>
                    </a:cubicBezTo>
                    <a:cubicBezTo>
                      <a:pt x="20796" y="15068"/>
                      <a:pt x="20859" y="14283"/>
                      <a:pt x="20880" y="13476"/>
                    </a:cubicBezTo>
                    <a:cubicBezTo>
                      <a:pt x="20927" y="12649"/>
                      <a:pt x="20901" y="11821"/>
                      <a:pt x="20859" y="11099"/>
                    </a:cubicBezTo>
                    <a:cubicBezTo>
                      <a:pt x="20817" y="10402"/>
                      <a:pt x="20728" y="9831"/>
                      <a:pt x="20597" y="9548"/>
                    </a:cubicBezTo>
                    <a:cubicBezTo>
                      <a:pt x="20356" y="9025"/>
                      <a:pt x="19963" y="8700"/>
                      <a:pt x="19508" y="8459"/>
                    </a:cubicBezTo>
                    <a:cubicBezTo>
                      <a:pt x="19026" y="8218"/>
                      <a:pt x="18502" y="8087"/>
                      <a:pt x="17957" y="7935"/>
                    </a:cubicBezTo>
                    <a:cubicBezTo>
                      <a:pt x="16889" y="7653"/>
                      <a:pt x="14381" y="6537"/>
                      <a:pt x="13024" y="4228"/>
                    </a:cubicBezTo>
                    <a:cubicBezTo>
                      <a:pt x="11631" y="1892"/>
                      <a:pt x="9406" y="1059"/>
                      <a:pt x="9406" y="1059"/>
                    </a:cubicBezTo>
                    <a:cubicBezTo>
                      <a:pt x="8117" y="342"/>
                      <a:pt x="7112" y="59"/>
                      <a:pt x="6347" y="12"/>
                    </a:cubicBezTo>
                    <a:cubicBezTo>
                      <a:pt x="6248" y="4"/>
                      <a:pt x="6153" y="0"/>
                      <a:pt x="606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0" name="Google Shape;1090;p38"/>
              <p:cNvSpPr/>
              <p:nvPr/>
            </p:nvSpPr>
            <p:spPr>
              <a:xfrm>
                <a:off x="1625547" y="2909212"/>
                <a:ext cx="1310148" cy="430238"/>
              </a:xfrm>
              <a:custGeom>
                <a:avLst/>
                <a:gdLst/>
                <a:ahLst/>
                <a:cxnLst/>
                <a:rect l="l" t="t" r="r" b="b"/>
                <a:pathLst>
                  <a:path w="8359" h="2745" extrusionOk="0">
                    <a:moveTo>
                      <a:pt x="69" y="0"/>
                    </a:moveTo>
                    <a:cubicBezTo>
                      <a:pt x="22" y="0"/>
                      <a:pt x="1" y="21"/>
                      <a:pt x="1" y="42"/>
                    </a:cubicBezTo>
                    <a:cubicBezTo>
                      <a:pt x="1" y="84"/>
                      <a:pt x="22" y="110"/>
                      <a:pt x="43" y="110"/>
                    </a:cubicBezTo>
                    <a:cubicBezTo>
                      <a:pt x="43" y="110"/>
                      <a:pt x="3033" y="194"/>
                      <a:pt x="5411" y="1178"/>
                    </a:cubicBezTo>
                    <a:cubicBezTo>
                      <a:pt x="6589" y="1655"/>
                      <a:pt x="7312" y="2048"/>
                      <a:pt x="7725" y="2310"/>
                    </a:cubicBezTo>
                    <a:cubicBezTo>
                      <a:pt x="8139" y="2571"/>
                      <a:pt x="8249" y="2729"/>
                      <a:pt x="8249" y="2729"/>
                    </a:cubicBezTo>
                    <a:cubicBezTo>
                      <a:pt x="8259" y="2739"/>
                      <a:pt x="8276" y="2744"/>
                      <a:pt x="8293" y="2744"/>
                    </a:cubicBezTo>
                    <a:cubicBezTo>
                      <a:pt x="8310" y="2744"/>
                      <a:pt x="8327" y="2739"/>
                      <a:pt x="8338" y="2729"/>
                    </a:cubicBezTo>
                    <a:cubicBezTo>
                      <a:pt x="8359" y="2702"/>
                      <a:pt x="8359" y="2681"/>
                      <a:pt x="8338" y="2640"/>
                    </a:cubicBezTo>
                    <a:cubicBezTo>
                      <a:pt x="8338" y="2640"/>
                      <a:pt x="8207" y="2488"/>
                      <a:pt x="7793" y="2226"/>
                    </a:cubicBezTo>
                    <a:cubicBezTo>
                      <a:pt x="7353" y="1964"/>
                      <a:pt x="6636" y="1571"/>
                      <a:pt x="5437" y="1068"/>
                    </a:cubicBezTo>
                    <a:cubicBezTo>
                      <a:pt x="3054" y="84"/>
                      <a:pt x="69" y="0"/>
                      <a:pt x="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1" name="Google Shape;1091;p38"/>
              <p:cNvSpPr/>
              <p:nvPr/>
            </p:nvSpPr>
            <p:spPr>
              <a:xfrm>
                <a:off x="2970018" y="3941778"/>
                <a:ext cx="844802" cy="203129"/>
              </a:xfrm>
              <a:custGeom>
                <a:avLst/>
                <a:gdLst/>
                <a:ahLst/>
                <a:cxnLst/>
                <a:rect l="l" t="t" r="r" b="b"/>
                <a:pathLst>
                  <a:path w="5390" h="1296" extrusionOk="0">
                    <a:moveTo>
                      <a:pt x="1" y="0"/>
                    </a:moveTo>
                    <a:cubicBezTo>
                      <a:pt x="1" y="0"/>
                      <a:pt x="22" y="676"/>
                      <a:pt x="195" y="744"/>
                    </a:cubicBezTo>
                    <a:cubicBezTo>
                      <a:pt x="349" y="781"/>
                      <a:pt x="1393" y="1132"/>
                      <a:pt x="1663" y="1132"/>
                    </a:cubicBezTo>
                    <a:cubicBezTo>
                      <a:pt x="1695" y="1132"/>
                      <a:pt x="1717" y="1127"/>
                      <a:pt x="1724" y="1116"/>
                    </a:cubicBezTo>
                    <a:cubicBezTo>
                      <a:pt x="1758" y="1043"/>
                      <a:pt x="1722" y="942"/>
                      <a:pt x="1837" y="942"/>
                    </a:cubicBezTo>
                    <a:cubicBezTo>
                      <a:pt x="1862" y="942"/>
                      <a:pt x="1896" y="947"/>
                      <a:pt x="1939" y="959"/>
                    </a:cubicBezTo>
                    <a:cubicBezTo>
                      <a:pt x="2144" y="1017"/>
                      <a:pt x="2889" y="1295"/>
                      <a:pt x="3672" y="1295"/>
                    </a:cubicBezTo>
                    <a:cubicBezTo>
                      <a:pt x="3808" y="1295"/>
                      <a:pt x="3945" y="1287"/>
                      <a:pt x="4080" y="1268"/>
                    </a:cubicBezTo>
                    <a:cubicBezTo>
                      <a:pt x="5018" y="1137"/>
                      <a:pt x="5259" y="828"/>
                      <a:pt x="5322" y="723"/>
                    </a:cubicBezTo>
                    <a:cubicBezTo>
                      <a:pt x="5390" y="613"/>
                      <a:pt x="5322" y="262"/>
                      <a:pt x="5322" y="262"/>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2" name="Google Shape;1092;p38"/>
              <p:cNvSpPr/>
              <p:nvPr/>
            </p:nvSpPr>
            <p:spPr>
              <a:xfrm>
                <a:off x="2959360" y="3935195"/>
                <a:ext cx="858751" cy="216294"/>
              </a:xfrm>
              <a:custGeom>
                <a:avLst/>
                <a:gdLst/>
                <a:ahLst/>
                <a:cxnLst/>
                <a:rect l="l" t="t" r="r" b="b"/>
                <a:pathLst>
                  <a:path w="5479" h="1380" extrusionOk="0">
                    <a:moveTo>
                      <a:pt x="132" y="110"/>
                    </a:moveTo>
                    <a:lnTo>
                      <a:pt x="5348" y="372"/>
                    </a:lnTo>
                    <a:lnTo>
                      <a:pt x="5348" y="503"/>
                    </a:lnTo>
                    <a:cubicBezTo>
                      <a:pt x="5369" y="545"/>
                      <a:pt x="5369" y="608"/>
                      <a:pt x="5369" y="655"/>
                    </a:cubicBezTo>
                    <a:cubicBezTo>
                      <a:pt x="5348" y="697"/>
                      <a:pt x="5348" y="718"/>
                      <a:pt x="5348" y="739"/>
                    </a:cubicBezTo>
                    <a:cubicBezTo>
                      <a:pt x="5280" y="828"/>
                      <a:pt x="5065" y="1111"/>
                      <a:pt x="4148" y="1241"/>
                    </a:cubicBezTo>
                    <a:cubicBezTo>
                      <a:pt x="3995" y="1264"/>
                      <a:pt x="3839" y="1274"/>
                      <a:pt x="3687" y="1274"/>
                    </a:cubicBezTo>
                    <a:cubicBezTo>
                      <a:pt x="3381" y="1274"/>
                      <a:pt x="3087" y="1234"/>
                      <a:pt x="2839" y="1179"/>
                    </a:cubicBezTo>
                    <a:cubicBezTo>
                      <a:pt x="2446" y="1090"/>
                      <a:pt x="2137" y="1001"/>
                      <a:pt x="2007" y="959"/>
                    </a:cubicBezTo>
                    <a:cubicBezTo>
                      <a:pt x="1944" y="938"/>
                      <a:pt x="1902" y="938"/>
                      <a:pt x="1876" y="938"/>
                    </a:cubicBezTo>
                    <a:cubicBezTo>
                      <a:pt x="1834" y="938"/>
                      <a:pt x="1792" y="959"/>
                      <a:pt x="1771" y="1001"/>
                    </a:cubicBezTo>
                    <a:cubicBezTo>
                      <a:pt x="1771" y="1027"/>
                      <a:pt x="1771" y="1048"/>
                      <a:pt x="1745" y="1069"/>
                    </a:cubicBezTo>
                    <a:lnTo>
                      <a:pt x="1745" y="1111"/>
                    </a:lnTo>
                    <a:cubicBezTo>
                      <a:pt x="1745" y="1111"/>
                      <a:pt x="1735" y="1120"/>
                      <a:pt x="1723" y="1120"/>
                    </a:cubicBezTo>
                    <a:cubicBezTo>
                      <a:pt x="1717" y="1120"/>
                      <a:pt x="1710" y="1118"/>
                      <a:pt x="1703" y="1111"/>
                    </a:cubicBezTo>
                    <a:cubicBezTo>
                      <a:pt x="1682" y="1111"/>
                      <a:pt x="1614" y="1111"/>
                      <a:pt x="1551" y="1090"/>
                    </a:cubicBezTo>
                    <a:cubicBezTo>
                      <a:pt x="1420" y="1069"/>
                      <a:pt x="1268" y="1027"/>
                      <a:pt x="1090" y="980"/>
                    </a:cubicBezTo>
                    <a:cubicBezTo>
                      <a:pt x="723" y="870"/>
                      <a:pt x="373" y="765"/>
                      <a:pt x="284" y="718"/>
                    </a:cubicBezTo>
                    <a:cubicBezTo>
                      <a:pt x="263" y="718"/>
                      <a:pt x="242" y="676"/>
                      <a:pt x="221" y="608"/>
                    </a:cubicBezTo>
                    <a:cubicBezTo>
                      <a:pt x="200" y="545"/>
                      <a:pt x="174" y="456"/>
                      <a:pt x="153" y="372"/>
                    </a:cubicBezTo>
                    <a:cubicBezTo>
                      <a:pt x="132" y="241"/>
                      <a:pt x="132" y="152"/>
                      <a:pt x="132" y="110"/>
                    </a:cubicBezTo>
                    <a:close/>
                    <a:moveTo>
                      <a:pt x="69" y="0"/>
                    </a:moveTo>
                    <a:lnTo>
                      <a:pt x="1" y="42"/>
                    </a:lnTo>
                    <a:cubicBezTo>
                      <a:pt x="1" y="42"/>
                      <a:pt x="22" y="215"/>
                      <a:pt x="43" y="393"/>
                    </a:cubicBezTo>
                    <a:cubicBezTo>
                      <a:pt x="69" y="477"/>
                      <a:pt x="90" y="566"/>
                      <a:pt x="111" y="655"/>
                    </a:cubicBezTo>
                    <a:cubicBezTo>
                      <a:pt x="132" y="718"/>
                      <a:pt x="174" y="807"/>
                      <a:pt x="242" y="828"/>
                    </a:cubicBezTo>
                    <a:cubicBezTo>
                      <a:pt x="331" y="849"/>
                      <a:pt x="697" y="980"/>
                      <a:pt x="1048" y="1090"/>
                    </a:cubicBezTo>
                    <a:cubicBezTo>
                      <a:pt x="1221" y="1131"/>
                      <a:pt x="1399" y="1179"/>
                      <a:pt x="1530" y="1200"/>
                    </a:cubicBezTo>
                    <a:cubicBezTo>
                      <a:pt x="1593" y="1221"/>
                      <a:pt x="1661" y="1221"/>
                      <a:pt x="1703" y="1221"/>
                    </a:cubicBezTo>
                    <a:lnTo>
                      <a:pt x="1771" y="1221"/>
                    </a:lnTo>
                    <a:cubicBezTo>
                      <a:pt x="1792" y="1221"/>
                      <a:pt x="1813" y="1221"/>
                      <a:pt x="1834" y="1179"/>
                    </a:cubicBezTo>
                    <a:cubicBezTo>
                      <a:pt x="1855" y="1158"/>
                      <a:pt x="1855" y="1111"/>
                      <a:pt x="1855" y="1090"/>
                    </a:cubicBezTo>
                    <a:cubicBezTo>
                      <a:pt x="1855" y="1069"/>
                      <a:pt x="1876" y="1048"/>
                      <a:pt x="1876" y="1048"/>
                    </a:cubicBezTo>
                    <a:cubicBezTo>
                      <a:pt x="1902" y="1048"/>
                      <a:pt x="1923" y="1048"/>
                      <a:pt x="1986" y="1069"/>
                    </a:cubicBezTo>
                    <a:cubicBezTo>
                      <a:pt x="2096" y="1090"/>
                      <a:pt x="2425" y="1200"/>
                      <a:pt x="2818" y="1289"/>
                    </a:cubicBezTo>
                    <a:cubicBezTo>
                      <a:pt x="3095" y="1333"/>
                      <a:pt x="3413" y="1380"/>
                      <a:pt x="3739" y="1380"/>
                    </a:cubicBezTo>
                    <a:cubicBezTo>
                      <a:pt x="3875" y="1380"/>
                      <a:pt x="4012" y="1372"/>
                      <a:pt x="4148" y="1351"/>
                    </a:cubicBezTo>
                    <a:cubicBezTo>
                      <a:pt x="5086" y="1221"/>
                      <a:pt x="5369" y="896"/>
                      <a:pt x="5437" y="786"/>
                    </a:cubicBezTo>
                    <a:cubicBezTo>
                      <a:pt x="5458" y="739"/>
                      <a:pt x="5458" y="697"/>
                      <a:pt x="5458" y="655"/>
                    </a:cubicBezTo>
                    <a:cubicBezTo>
                      <a:pt x="5479" y="608"/>
                      <a:pt x="5458" y="545"/>
                      <a:pt x="5458" y="503"/>
                    </a:cubicBezTo>
                    <a:cubicBezTo>
                      <a:pt x="5458" y="393"/>
                      <a:pt x="5437" y="304"/>
                      <a:pt x="5437" y="304"/>
                    </a:cubicBezTo>
                    <a:lnTo>
                      <a:pt x="5390" y="262"/>
                    </a:lnTo>
                    <a:lnTo>
                      <a:pt x="6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3" name="Google Shape;1093;p38"/>
              <p:cNvSpPr/>
              <p:nvPr/>
            </p:nvSpPr>
            <p:spPr>
              <a:xfrm>
                <a:off x="2970018" y="3941778"/>
                <a:ext cx="844802" cy="203129"/>
              </a:xfrm>
              <a:custGeom>
                <a:avLst/>
                <a:gdLst/>
                <a:ahLst/>
                <a:cxnLst/>
                <a:rect l="l" t="t" r="r" b="b"/>
                <a:pathLst>
                  <a:path w="5390" h="1296" extrusionOk="0">
                    <a:moveTo>
                      <a:pt x="1" y="0"/>
                    </a:moveTo>
                    <a:cubicBezTo>
                      <a:pt x="1" y="0"/>
                      <a:pt x="22" y="676"/>
                      <a:pt x="195" y="744"/>
                    </a:cubicBezTo>
                    <a:cubicBezTo>
                      <a:pt x="349" y="781"/>
                      <a:pt x="1393" y="1132"/>
                      <a:pt x="1663" y="1132"/>
                    </a:cubicBezTo>
                    <a:cubicBezTo>
                      <a:pt x="1695" y="1132"/>
                      <a:pt x="1717" y="1127"/>
                      <a:pt x="1724" y="1116"/>
                    </a:cubicBezTo>
                    <a:cubicBezTo>
                      <a:pt x="1758" y="1043"/>
                      <a:pt x="1722" y="942"/>
                      <a:pt x="1837" y="942"/>
                    </a:cubicBezTo>
                    <a:cubicBezTo>
                      <a:pt x="1862" y="942"/>
                      <a:pt x="1896" y="947"/>
                      <a:pt x="1939" y="959"/>
                    </a:cubicBezTo>
                    <a:cubicBezTo>
                      <a:pt x="2144" y="1017"/>
                      <a:pt x="2889" y="1295"/>
                      <a:pt x="3672" y="1295"/>
                    </a:cubicBezTo>
                    <a:cubicBezTo>
                      <a:pt x="3808" y="1295"/>
                      <a:pt x="3945" y="1287"/>
                      <a:pt x="4080" y="1268"/>
                    </a:cubicBezTo>
                    <a:cubicBezTo>
                      <a:pt x="5018" y="1137"/>
                      <a:pt x="5259" y="828"/>
                      <a:pt x="5322" y="723"/>
                    </a:cubicBezTo>
                    <a:cubicBezTo>
                      <a:pt x="5390" y="613"/>
                      <a:pt x="5322" y="262"/>
                      <a:pt x="5322" y="262"/>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4" name="Google Shape;1094;p38"/>
              <p:cNvSpPr/>
              <p:nvPr/>
            </p:nvSpPr>
            <p:spPr>
              <a:xfrm>
                <a:off x="2959360" y="3935195"/>
                <a:ext cx="858751" cy="216294"/>
              </a:xfrm>
              <a:custGeom>
                <a:avLst/>
                <a:gdLst/>
                <a:ahLst/>
                <a:cxnLst/>
                <a:rect l="l" t="t" r="r" b="b"/>
                <a:pathLst>
                  <a:path w="5479" h="1380" extrusionOk="0">
                    <a:moveTo>
                      <a:pt x="132" y="110"/>
                    </a:moveTo>
                    <a:lnTo>
                      <a:pt x="5348" y="372"/>
                    </a:lnTo>
                    <a:lnTo>
                      <a:pt x="5348" y="503"/>
                    </a:lnTo>
                    <a:cubicBezTo>
                      <a:pt x="5369" y="545"/>
                      <a:pt x="5369" y="608"/>
                      <a:pt x="5369" y="655"/>
                    </a:cubicBezTo>
                    <a:cubicBezTo>
                      <a:pt x="5348" y="697"/>
                      <a:pt x="5348" y="718"/>
                      <a:pt x="5348" y="739"/>
                    </a:cubicBezTo>
                    <a:cubicBezTo>
                      <a:pt x="5280" y="828"/>
                      <a:pt x="5065" y="1111"/>
                      <a:pt x="4148" y="1241"/>
                    </a:cubicBezTo>
                    <a:cubicBezTo>
                      <a:pt x="3995" y="1264"/>
                      <a:pt x="3839" y="1274"/>
                      <a:pt x="3687" y="1274"/>
                    </a:cubicBezTo>
                    <a:cubicBezTo>
                      <a:pt x="3381" y="1274"/>
                      <a:pt x="3087" y="1234"/>
                      <a:pt x="2839" y="1179"/>
                    </a:cubicBezTo>
                    <a:cubicBezTo>
                      <a:pt x="2446" y="1090"/>
                      <a:pt x="2137" y="1001"/>
                      <a:pt x="2007" y="959"/>
                    </a:cubicBezTo>
                    <a:cubicBezTo>
                      <a:pt x="1944" y="938"/>
                      <a:pt x="1902" y="938"/>
                      <a:pt x="1876" y="938"/>
                    </a:cubicBezTo>
                    <a:cubicBezTo>
                      <a:pt x="1834" y="938"/>
                      <a:pt x="1792" y="959"/>
                      <a:pt x="1771" y="1001"/>
                    </a:cubicBezTo>
                    <a:cubicBezTo>
                      <a:pt x="1771" y="1027"/>
                      <a:pt x="1771" y="1048"/>
                      <a:pt x="1745" y="1069"/>
                    </a:cubicBezTo>
                    <a:lnTo>
                      <a:pt x="1745" y="1111"/>
                    </a:lnTo>
                    <a:cubicBezTo>
                      <a:pt x="1745" y="1111"/>
                      <a:pt x="1735" y="1120"/>
                      <a:pt x="1723" y="1120"/>
                    </a:cubicBezTo>
                    <a:cubicBezTo>
                      <a:pt x="1717" y="1120"/>
                      <a:pt x="1710" y="1118"/>
                      <a:pt x="1703" y="1111"/>
                    </a:cubicBezTo>
                    <a:cubicBezTo>
                      <a:pt x="1682" y="1111"/>
                      <a:pt x="1614" y="1111"/>
                      <a:pt x="1551" y="1090"/>
                    </a:cubicBezTo>
                    <a:cubicBezTo>
                      <a:pt x="1420" y="1069"/>
                      <a:pt x="1268" y="1027"/>
                      <a:pt x="1090" y="980"/>
                    </a:cubicBezTo>
                    <a:cubicBezTo>
                      <a:pt x="723" y="870"/>
                      <a:pt x="373" y="765"/>
                      <a:pt x="284" y="718"/>
                    </a:cubicBezTo>
                    <a:cubicBezTo>
                      <a:pt x="263" y="718"/>
                      <a:pt x="242" y="676"/>
                      <a:pt x="221" y="608"/>
                    </a:cubicBezTo>
                    <a:cubicBezTo>
                      <a:pt x="200" y="545"/>
                      <a:pt x="174" y="456"/>
                      <a:pt x="153" y="372"/>
                    </a:cubicBezTo>
                    <a:cubicBezTo>
                      <a:pt x="132" y="241"/>
                      <a:pt x="132" y="152"/>
                      <a:pt x="132" y="110"/>
                    </a:cubicBezTo>
                    <a:close/>
                    <a:moveTo>
                      <a:pt x="69" y="0"/>
                    </a:moveTo>
                    <a:lnTo>
                      <a:pt x="1" y="42"/>
                    </a:lnTo>
                    <a:cubicBezTo>
                      <a:pt x="1" y="42"/>
                      <a:pt x="22" y="215"/>
                      <a:pt x="43" y="393"/>
                    </a:cubicBezTo>
                    <a:cubicBezTo>
                      <a:pt x="69" y="477"/>
                      <a:pt x="90" y="566"/>
                      <a:pt x="111" y="655"/>
                    </a:cubicBezTo>
                    <a:cubicBezTo>
                      <a:pt x="132" y="718"/>
                      <a:pt x="174" y="807"/>
                      <a:pt x="242" y="828"/>
                    </a:cubicBezTo>
                    <a:cubicBezTo>
                      <a:pt x="331" y="849"/>
                      <a:pt x="697" y="980"/>
                      <a:pt x="1048" y="1090"/>
                    </a:cubicBezTo>
                    <a:cubicBezTo>
                      <a:pt x="1221" y="1131"/>
                      <a:pt x="1399" y="1179"/>
                      <a:pt x="1530" y="1200"/>
                    </a:cubicBezTo>
                    <a:cubicBezTo>
                      <a:pt x="1593" y="1221"/>
                      <a:pt x="1661" y="1221"/>
                      <a:pt x="1703" y="1221"/>
                    </a:cubicBezTo>
                    <a:lnTo>
                      <a:pt x="1771" y="1221"/>
                    </a:lnTo>
                    <a:cubicBezTo>
                      <a:pt x="1792" y="1221"/>
                      <a:pt x="1813" y="1221"/>
                      <a:pt x="1834" y="1179"/>
                    </a:cubicBezTo>
                    <a:cubicBezTo>
                      <a:pt x="1855" y="1158"/>
                      <a:pt x="1855" y="1111"/>
                      <a:pt x="1855" y="1090"/>
                    </a:cubicBezTo>
                    <a:cubicBezTo>
                      <a:pt x="1855" y="1069"/>
                      <a:pt x="1876" y="1048"/>
                      <a:pt x="1876" y="1048"/>
                    </a:cubicBezTo>
                    <a:cubicBezTo>
                      <a:pt x="1902" y="1048"/>
                      <a:pt x="1923" y="1048"/>
                      <a:pt x="1986" y="1069"/>
                    </a:cubicBezTo>
                    <a:cubicBezTo>
                      <a:pt x="2096" y="1090"/>
                      <a:pt x="2425" y="1200"/>
                      <a:pt x="2818" y="1289"/>
                    </a:cubicBezTo>
                    <a:cubicBezTo>
                      <a:pt x="3095" y="1333"/>
                      <a:pt x="3413" y="1380"/>
                      <a:pt x="3739" y="1380"/>
                    </a:cubicBezTo>
                    <a:cubicBezTo>
                      <a:pt x="3875" y="1380"/>
                      <a:pt x="4012" y="1372"/>
                      <a:pt x="4148" y="1351"/>
                    </a:cubicBezTo>
                    <a:cubicBezTo>
                      <a:pt x="5086" y="1221"/>
                      <a:pt x="5369" y="896"/>
                      <a:pt x="5437" y="786"/>
                    </a:cubicBezTo>
                    <a:cubicBezTo>
                      <a:pt x="5458" y="739"/>
                      <a:pt x="5458" y="697"/>
                      <a:pt x="5458" y="655"/>
                    </a:cubicBezTo>
                    <a:cubicBezTo>
                      <a:pt x="5479" y="608"/>
                      <a:pt x="5458" y="545"/>
                      <a:pt x="5458" y="503"/>
                    </a:cubicBezTo>
                    <a:cubicBezTo>
                      <a:pt x="5458" y="393"/>
                      <a:pt x="5437" y="304"/>
                      <a:pt x="5437" y="304"/>
                    </a:cubicBezTo>
                    <a:lnTo>
                      <a:pt x="5390" y="262"/>
                    </a:lnTo>
                    <a:lnTo>
                      <a:pt x="6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5" name="Google Shape;1095;p38"/>
              <p:cNvSpPr/>
              <p:nvPr/>
            </p:nvSpPr>
            <p:spPr>
              <a:xfrm>
                <a:off x="4275931" y="4050865"/>
                <a:ext cx="964704" cy="265196"/>
              </a:xfrm>
              <a:custGeom>
                <a:avLst/>
                <a:gdLst/>
                <a:ahLst/>
                <a:cxnLst/>
                <a:rect l="l" t="t" r="r" b="b"/>
                <a:pathLst>
                  <a:path w="6155" h="1692" extrusionOk="0">
                    <a:moveTo>
                      <a:pt x="6023" y="1"/>
                    </a:moveTo>
                    <a:lnTo>
                      <a:pt x="1" y="744"/>
                    </a:lnTo>
                    <a:cubicBezTo>
                      <a:pt x="1" y="744"/>
                      <a:pt x="179" y="1488"/>
                      <a:pt x="373" y="1530"/>
                    </a:cubicBezTo>
                    <a:cubicBezTo>
                      <a:pt x="532" y="1547"/>
                      <a:pt x="1557" y="1691"/>
                      <a:pt x="1981" y="1691"/>
                    </a:cubicBezTo>
                    <a:cubicBezTo>
                      <a:pt x="2086" y="1691"/>
                      <a:pt x="2154" y="1683"/>
                      <a:pt x="2164" y="1661"/>
                    </a:cubicBezTo>
                    <a:cubicBezTo>
                      <a:pt x="2202" y="1541"/>
                      <a:pt x="2095" y="1438"/>
                      <a:pt x="2311" y="1438"/>
                    </a:cubicBezTo>
                    <a:cubicBezTo>
                      <a:pt x="2331" y="1438"/>
                      <a:pt x="2353" y="1439"/>
                      <a:pt x="2378" y="1441"/>
                    </a:cubicBezTo>
                    <a:cubicBezTo>
                      <a:pt x="2539" y="1455"/>
                      <a:pt x="2967" y="1522"/>
                      <a:pt x="3489" y="1522"/>
                    </a:cubicBezTo>
                    <a:cubicBezTo>
                      <a:pt x="3904" y="1522"/>
                      <a:pt x="4379" y="1480"/>
                      <a:pt x="4824" y="1336"/>
                    </a:cubicBezTo>
                    <a:cubicBezTo>
                      <a:pt x="5850" y="1006"/>
                      <a:pt x="6070" y="613"/>
                      <a:pt x="6112" y="483"/>
                    </a:cubicBezTo>
                    <a:cubicBezTo>
                      <a:pt x="6154" y="373"/>
                      <a:pt x="6023" y="1"/>
                      <a:pt x="60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6" name="Google Shape;1096;p38"/>
              <p:cNvSpPr/>
              <p:nvPr/>
            </p:nvSpPr>
            <p:spPr>
              <a:xfrm>
                <a:off x="4269349" y="4040991"/>
                <a:ext cx="974578" cy="284161"/>
              </a:xfrm>
              <a:custGeom>
                <a:avLst/>
                <a:gdLst/>
                <a:ahLst/>
                <a:cxnLst/>
                <a:rect l="l" t="t" r="r" b="b"/>
                <a:pathLst>
                  <a:path w="6218" h="1813" extrusionOk="0">
                    <a:moveTo>
                      <a:pt x="6023" y="111"/>
                    </a:moveTo>
                    <a:cubicBezTo>
                      <a:pt x="6044" y="132"/>
                      <a:pt x="6044" y="195"/>
                      <a:pt x="6086" y="263"/>
                    </a:cubicBezTo>
                    <a:cubicBezTo>
                      <a:pt x="6086" y="326"/>
                      <a:pt x="6112" y="373"/>
                      <a:pt x="6112" y="436"/>
                    </a:cubicBezTo>
                    <a:lnTo>
                      <a:pt x="6112" y="546"/>
                    </a:lnTo>
                    <a:cubicBezTo>
                      <a:pt x="6065" y="655"/>
                      <a:pt x="5871" y="1027"/>
                      <a:pt x="4866" y="1352"/>
                    </a:cubicBezTo>
                    <a:cubicBezTo>
                      <a:pt x="4462" y="1495"/>
                      <a:pt x="4031" y="1537"/>
                      <a:pt x="3652" y="1537"/>
                    </a:cubicBezTo>
                    <a:cubicBezTo>
                      <a:pt x="3559" y="1537"/>
                      <a:pt x="3469" y="1534"/>
                      <a:pt x="3384" y="1530"/>
                    </a:cubicBezTo>
                    <a:cubicBezTo>
                      <a:pt x="2923" y="1530"/>
                      <a:pt x="2577" y="1462"/>
                      <a:pt x="2420" y="1441"/>
                    </a:cubicBezTo>
                    <a:cubicBezTo>
                      <a:pt x="2337" y="1441"/>
                      <a:pt x="2289" y="1441"/>
                      <a:pt x="2248" y="1462"/>
                    </a:cubicBezTo>
                    <a:cubicBezTo>
                      <a:pt x="2206" y="1462"/>
                      <a:pt x="2185" y="1504"/>
                      <a:pt x="2158" y="1530"/>
                    </a:cubicBezTo>
                    <a:lnTo>
                      <a:pt x="2158" y="1635"/>
                    </a:lnTo>
                    <a:lnTo>
                      <a:pt x="2158" y="1682"/>
                    </a:lnTo>
                    <a:cubicBezTo>
                      <a:pt x="2138" y="1682"/>
                      <a:pt x="2138" y="1703"/>
                      <a:pt x="2117" y="1703"/>
                    </a:cubicBezTo>
                    <a:lnTo>
                      <a:pt x="1944" y="1703"/>
                    </a:lnTo>
                    <a:cubicBezTo>
                      <a:pt x="1792" y="1703"/>
                      <a:pt x="1572" y="1682"/>
                      <a:pt x="1373" y="1661"/>
                    </a:cubicBezTo>
                    <a:cubicBezTo>
                      <a:pt x="959" y="1614"/>
                      <a:pt x="525" y="1551"/>
                      <a:pt x="436" y="1530"/>
                    </a:cubicBezTo>
                    <a:cubicBezTo>
                      <a:pt x="415" y="1530"/>
                      <a:pt x="373" y="1483"/>
                      <a:pt x="326" y="1420"/>
                    </a:cubicBezTo>
                    <a:cubicBezTo>
                      <a:pt x="284" y="1352"/>
                      <a:pt x="242" y="1268"/>
                      <a:pt x="221" y="1158"/>
                    </a:cubicBezTo>
                    <a:cubicBezTo>
                      <a:pt x="153" y="1006"/>
                      <a:pt x="132" y="896"/>
                      <a:pt x="111" y="849"/>
                    </a:cubicBezTo>
                    <a:lnTo>
                      <a:pt x="6023" y="111"/>
                    </a:lnTo>
                    <a:close/>
                    <a:moveTo>
                      <a:pt x="6065" y="1"/>
                    </a:moveTo>
                    <a:lnTo>
                      <a:pt x="43" y="765"/>
                    </a:lnTo>
                    <a:lnTo>
                      <a:pt x="1" y="828"/>
                    </a:lnTo>
                    <a:cubicBezTo>
                      <a:pt x="1" y="828"/>
                      <a:pt x="43" y="1006"/>
                      <a:pt x="111" y="1200"/>
                    </a:cubicBezTo>
                    <a:cubicBezTo>
                      <a:pt x="153" y="1289"/>
                      <a:pt x="174" y="1399"/>
                      <a:pt x="242" y="1483"/>
                    </a:cubicBezTo>
                    <a:cubicBezTo>
                      <a:pt x="284" y="1551"/>
                      <a:pt x="326" y="1614"/>
                      <a:pt x="415" y="1635"/>
                    </a:cubicBezTo>
                    <a:cubicBezTo>
                      <a:pt x="525" y="1661"/>
                      <a:pt x="938" y="1724"/>
                      <a:pt x="1352" y="1766"/>
                    </a:cubicBezTo>
                    <a:cubicBezTo>
                      <a:pt x="1572" y="1792"/>
                      <a:pt x="1766" y="1813"/>
                      <a:pt x="1923" y="1813"/>
                    </a:cubicBezTo>
                    <a:cubicBezTo>
                      <a:pt x="2007" y="1813"/>
                      <a:pt x="2075" y="1813"/>
                      <a:pt x="2117" y="1792"/>
                    </a:cubicBezTo>
                    <a:lnTo>
                      <a:pt x="2206" y="1792"/>
                    </a:lnTo>
                    <a:cubicBezTo>
                      <a:pt x="2206" y="1766"/>
                      <a:pt x="2248" y="1766"/>
                      <a:pt x="2248" y="1724"/>
                    </a:cubicBezTo>
                    <a:cubicBezTo>
                      <a:pt x="2268" y="1703"/>
                      <a:pt x="2268" y="1661"/>
                      <a:pt x="2268" y="1614"/>
                    </a:cubicBezTo>
                    <a:lnTo>
                      <a:pt x="2268" y="1572"/>
                    </a:lnTo>
                    <a:lnTo>
                      <a:pt x="2268" y="1551"/>
                    </a:lnTo>
                    <a:lnTo>
                      <a:pt x="2399" y="1551"/>
                    </a:lnTo>
                    <a:cubicBezTo>
                      <a:pt x="2551" y="1572"/>
                      <a:pt x="2902" y="1635"/>
                      <a:pt x="3363" y="1635"/>
                    </a:cubicBezTo>
                    <a:cubicBezTo>
                      <a:pt x="3441" y="1639"/>
                      <a:pt x="3523" y="1642"/>
                      <a:pt x="3607" y="1642"/>
                    </a:cubicBezTo>
                    <a:cubicBezTo>
                      <a:pt x="4012" y="1642"/>
                      <a:pt x="4471" y="1588"/>
                      <a:pt x="4887" y="1462"/>
                    </a:cubicBezTo>
                    <a:cubicBezTo>
                      <a:pt x="5913" y="1137"/>
                      <a:pt x="6154" y="718"/>
                      <a:pt x="6196" y="566"/>
                    </a:cubicBezTo>
                    <a:cubicBezTo>
                      <a:pt x="6217" y="525"/>
                      <a:pt x="6217" y="483"/>
                      <a:pt x="6217" y="415"/>
                    </a:cubicBezTo>
                    <a:cubicBezTo>
                      <a:pt x="6217" y="373"/>
                      <a:pt x="6196" y="305"/>
                      <a:pt x="6175" y="242"/>
                    </a:cubicBezTo>
                    <a:cubicBezTo>
                      <a:pt x="6154" y="132"/>
                      <a:pt x="6112" y="43"/>
                      <a:pt x="6112" y="43"/>
                    </a:cubicBezTo>
                    <a:lnTo>
                      <a:pt x="606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7" name="Google Shape;1097;p38"/>
              <p:cNvSpPr/>
              <p:nvPr/>
            </p:nvSpPr>
            <p:spPr>
              <a:xfrm>
                <a:off x="2956068" y="3630660"/>
                <a:ext cx="865334" cy="484154"/>
              </a:xfrm>
              <a:custGeom>
                <a:avLst/>
                <a:gdLst/>
                <a:ahLst/>
                <a:cxnLst/>
                <a:rect l="l" t="t" r="r" b="b"/>
                <a:pathLst>
                  <a:path w="5521" h="3089" extrusionOk="0">
                    <a:moveTo>
                      <a:pt x="483" y="0"/>
                    </a:moveTo>
                    <a:cubicBezTo>
                      <a:pt x="326" y="21"/>
                      <a:pt x="132" y="194"/>
                      <a:pt x="111" y="351"/>
                    </a:cubicBezTo>
                    <a:cubicBezTo>
                      <a:pt x="90" y="524"/>
                      <a:pt x="1" y="1943"/>
                      <a:pt x="132" y="2158"/>
                    </a:cubicBezTo>
                    <a:cubicBezTo>
                      <a:pt x="284" y="2357"/>
                      <a:pt x="2247" y="2902"/>
                      <a:pt x="3232" y="3033"/>
                    </a:cubicBezTo>
                    <a:cubicBezTo>
                      <a:pt x="3492" y="3072"/>
                      <a:pt x="3720" y="3088"/>
                      <a:pt x="3921" y="3088"/>
                    </a:cubicBezTo>
                    <a:cubicBezTo>
                      <a:pt x="4494" y="3088"/>
                      <a:pt x="4839" y="2957"/>
                      <a:pt x="5018" y="2860"/>
                    </a:cubicBezTo>
                    <a:cubicBezTo>
                      <a:pt x="5259" y="2729"/>
                      <a:pt x="5411" y="2488"/>
                      <a:pt x="5458" y="2336"/>
                    </a:cubicBezTo>
                    <a:cubicBezTo>
                      <a:pt x="5500" y="2205"/>
                      <a:pt x="5521" y="1702"/>
                      <a:pt x="5479" y="1530"/>
                    </a:cubicBezTo>
                    <a:cubicBezTo>
                      <a:pt x="5411" y="1352"/>
                      <a:pt x="5348" y="1331"/>
                      <a:pt x="4934" y="1221"/>
                    </a:cubicBezTo>
                    <a:cubicBezTo>
                      <a:pt x="4494" y="1090"/>
                      <a:pt x="3599" y="786"/>
                      <a:pt x="3515" y="676"/>
                    </a:cubicBezTo>
                    <a:cubicBezTo>
                      <a:pt x="3426" y="566"/>
                      <a:pt x="3468" y="351"/>
                      <a:pt x="3468" y="351"/>
                    </a:cubicBezTo>
                    <a:lnTo>
                      <a:pt x="4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8" name="Google Shape;1098;p38"/>
              <p:cNvSpPr/>
              <p:nvPr/>
            </p:nvSpPr>
            <p:spPr>
              <a:xfrm>
                <a:off x="2956068" y="3620002"/>
                <a:ext cx="868625" cy="503433"/>
              </a:xfrm>
              <a:custGeom>
                <a:avLst/>
                <a:gdLst/>
                <a:ahLst/>
                <a:cxnLst/>
                <a:rect l="l" t="t" r="r" b="b"/>
                <a:pathLst>
                  <a:path w="5542" h="3212" extrusionOk="0">
                    <a:moveTo>
                      <a:pt x="504" y="110"/>
                    </a:moveTo>
                    <a:lnTo>
                      <a:pt x="3426" y="461"/>
                    </a:lnTo>
                    <a:cubicBezTo>
                      <a:pt x="3405" y="482"/>
                      <a:pt x="3405" y="482"/>
                      <a:pt x="3405" y="524"/>
                    </a:cubicBezTo>
                    <a:cubicBezTo>
                      <a:pt x="3405" y="613"/>
                      <a:pt x="3405" y="702"/>
                      <a:pt x="3468" y="765"/>
                    </a:cubicBezTo>
                    <a:cubicBezTo>
                      <a:pt x="3494" y="812"/>
                      <a:pt x="3515" y="812"/>
                      <a:pt x="3557" y="833"/>
                    </a:cubicBezTo>
                    <a:cubicBezTo>
                      <a:pt x="3578" y="854"/>
                      <a:pt x="3625" y="875"/>
                      <a:pt x="3688" y="896"/>
                    </a:cubicBezTo>
                    <a:cubicBezTo>
                      <a:pt x="3798" y="943"/>
                      <a:pt x="3929" y="1006"/>
                      <a:pt x="4080" y="1048"/>
                    </a:cubicBezTo>
                    <a:cubicBezTo>
                      <a:pt x="4363" y="1158"/>
                      <a:pt x="4693" y="1268"/>
                      <a:pt x="4908" y="1336"/>
                    </a:cubicBezTo>
                    <a:cubicBezTo>
                      <a:pt x="5128" y="1399"/>
                      <a:pt x="5238" y="1420"/>
                      <a:pt x="5301" y="1467"/>
                    </a:cubicBezTo>
                    <a:cubicBezTo>
                      <a:pt x="5369" y="1509"/>
                      <a:pt x="5390" y="1530"/>
                      <a:pt x="5411" y="1598"/>
                    </a:cubicBezTo>
                    <a:cubicBezTo>
                      <a:pt x="5432" y="1681"/>
                      <a:pt x="5432" y="1859"/>
                      <a:pt x="5432" y="2011"/>
                    </a:cubicBezTo>
                    <a:cubicBezTo>
                      <a:pt x="5432" y="2184"/>
                      <a:pt x="5411" y="2336"/>
                      <a:pt x="5411" y="2404"/>
                    </a:cubicBezTo>
                    <a:cubicBezTo>
                      <a:pt x="5369" y="2514"/>
                      <a:pt x="5238" y="2750"/>
                      <a:pt x="4997" y="2881"/>
                    </a:cubicBezTo>
                    <a:cubicBezTo>
                      <a:pt x="4812" y="2965"/>
                      <a:pt x="4461" y="3102"/>
                      <a:pt x="3865" y="3102"/>
                    </a:cubicBezTo>
                    <a:cubicBezTo>
                      <a:pt x="3684" y="3102"/>
                      <a:pt x="3481" y="3089"/>
                      <a:pt x="3253" y="3059"/>
                    </a:cubicBezTo>
                    <a:cubicBezTo>
                      <a:pt x="2750" y="2991"/>
                      <a:pt x="2007" y="2818"/>
                      <a:pt x="1399" y="2645"/>
                    </a:cubicBezTo>
                    <a:cubicBezTo>
                      <a:pt x="1069" y="2556"/>
                      <a:pt x="786" y="2446"/>
                      <a:pt x="566" y="2383"/>
                    </a:cubicBezTo>
                    <a:cubicBezTo>
                      <a:pt x="456" y="2336"/>
                      <a:pt x="373" y="2294"/>
                      <a:pt x="305" y="2273"/>
                    </a:cubicBezTo>
                    <a:cubicBezTo>
                      <a:pt x="242" y="2226"/>
                      <a:pt x="195" y="2205"/>
                      <a:pt x="174" y="2184"/>
                    </a:cubicBezTo>
                    <a:cubicBezTo>
                      <a:pt x="174" y="2184"/>
                      <a:pt x="153" y="2142"/>
                      <a:pt x="153" y="2074"/>
                    </a:cubicBezTo>
                    <a:cubicBezTo>
                      <a:pt x="132" y="2032"/>
                      <a:pt x="132" y="1943"/>
                      <a:pt x="132" y="1880"/>
                    </a:cubicBezTo>
                    <a:cubicBezTo>
                      <a:pt x="111" y="1702"/>
                      <a:pt x="111" y="1509"/>
                      <a:pt x="111" y="1310"/>
                    </a:cubicBezTo>
                    <a:cubicBezTo>
                      <a:pt x="132" y="1116"/>
                      <a:pt x="132" y="896"/>
                      <a:pt x="153" y="744"/>
                    </a:cubicBezTo>
                    <a:cubicBezTo>
                      <a:pt x="153" y="592"/>
                      <a:pt x="153" y="461"/>
                      <a:pt x="174" y="440"/>
                    </a:cubicBezTo>
                    <a:cubicBezTo>
                      <a:pt x="174" y="351"/>
                      <a:pt x="221" y="288"/>
                      <a:pt x="284" y="220"/>
                    </a:cubicBezTo>
                    <a:cubicBezTo>
                      <a:pt x="352" y="178"/>
                      <a:pt x="436" y="131"/>
                      <a:pt x="504" y="110"/>
                    </a:cubicBezTo>
                    <a:close/>
                    <a:moveTo>
                      <a:pt x="483" y="0"/>
                    </a:moveTo>
                    <a:cubicBezTo>
                      <a:pt x="394" y="27"/>
                      <a:pt x="305" y="68"/>
                      <a:pt x="221" y="157"/>
                    </a:cubicBezTo>
                    <a:cubicBezTo>
                      <a:pt x="132" y="220"/>
                      <a:pt x="90" y="309"/>
                      <a:pt x="64" y="419"/>
                    </a:cubicBezTo>
                    <a:cubicBezTo>
                      <a:pt x="64" y="461"/>
                      <a:pt x="43" y="571"/>
                      <a:pt x="43" y="744"/>
                    </a:cubicBezTo>
                    <a:cubicBezTo>
                      <a:pt x="22" y="896"/>
                      <a:pt x="22" y="1095"/>
                      <a:pt x="22" y="1310"/>
                    </a:cubicBezTo>
                    <a:cubicBezTo>
                      <a:pt x="1" y="1509"/>
                      <a:pt x="1" y="1702"/>
                      <a:pt x="22" y="1880"/>
                    </a:cubicBezTo>
                    <a:cubicBezTo>
                      <a:pt x="22" y="1964"/>
                      <a:pt x="22" y="2032"/>
                      <a:pt x="43" y="2095"/>
                    </a:cubicBezTo>
                    <a:cubicBezTo>
                      <a:pt x="64" y="2163"/>
                      <a:pt x="64" y="2205"/>
                      <a:pt x="90" y="2252"/>
                    </a:cubicBezTo>
                    <a:cubicBezTo>
                      <a:pt x="132" y="2294"/>
                      <a:pt x="174" y="2315"/>
                      <a:pt x="242" y="2357"/>
                    </a:cubicBezTo>
                    <a:cubicBezTo>
                      <a:pt x="326" y="2404"/>
                      <a:pt x="415" y="2425"/>
                      <a:pt x="525" y="2467"/>
                    </a:cubicBezTo>
                    <a:cubicBezTo>
                      <a:pt x="744" y="2556"/>
                      <a:pt x="1048" y="2645"/>
                      <a:pt x="1352" y="2729"/>
                    </a:cubicBezTo>
                    <a:cubicBezTo>
                      <a:pt x="1986" y="2928"/>
                      <a:pt x="2729" y="3101"/>
                      <a:pt x="3232" y="3169"/>
                    </a:cubicBezTo>
                    <a:cubicBezTo>
                      <a:pt x="3463" y="3199"/>
                      <a:pt x="3669" y="3211"/>
                      <a:pt x="3853" y="3211"/>
                    </a:cubicBezTo>
                    <a:cubicBezTo>
                      <a:pt x="4468" y="3211"/>
                      <a:pt x="4837" y="3070"/>
                      <a:pt x="5039" y="2970"/>
                    </a:cubicBezTo>
                    <a:cubicBezTo>
                      <a:pt x="5301" y="2839"/>
                      <a:pt x="5458" y="2577"/>
                      <a:pt x="5500" y="2425"/>
                    </a:cubicBezTo>
                    <a:cubicBezTo>
                      <a:pt x="5521" y="2336"/>
                      <a:pt x="5541" y="2184"/>
                      <a:pt x="5541" y="2011"/>
                    </a:cubicBezTo>
                    <a:cubicBezTo>
                      <a:pt x="5541" y="1859"/>
                      <a:pt x="5541" y="1681"/>
                      <a:pt x="5521" y="1571"/>
                    </a:cubicBezTo>
                    <a:cubicBezTo>
                      <a:pt x="5500" y="1488"/>
                      <a:pt x="5458" y="1420"/>
                      <a:pt x="5369" y="1378"/>
                    </a:cubicBezTo>
                    <a:cubicBezTo>
                      <a:pt x="5280" y="1336"/>
                      <a:pt x="5149" y="1289"/>
                      <a:pt x="4934" y="1226"/>
                    </a:cubicBezTo>
                    <a:cubicBezTo>
                      <a:pt x="4735" y="1158"/>
                      <a:pt x="4410" y="1048"/>
                      <a:pt x="4101" y="964"/>
                    </a:cubicBezTo>
                    <a:cubicBezTo>
                      <a:pt x="3970" y="896"/>
                      <a:pt x="3839" y="854"/>
                      <a:pt x="3730" y="812"/>
                    </a:cubicBezTo>
                    <a:cubicBezTo>
                      <a:pt x="3688" y="786"/>
                      <a:pt x="3646" y="765"/>
                      <a:pt x="3599" y="744"/>
                    </a:cubicBezTo>
                    <a:cubicBezTo>
                      <a:pt x="3578" y="723"/>
                      <a:pt x="3557" y="702"/>
                      <a:pt x="3557" y="702"/>
                    </a:cubicBezTo>
                    <a:cubicBezTo>
                      <a:pt x="3515" y="681"/>
                      <a:pt x="3515" y="592"/>
                      <a:pt x="3515" y="550"/>
                    </a:cubicBezTo>
                    <a:cubicBezTo>
                      <a:pt x="3515" y="482"/>
                      <a:pt x="3536" y="419"/>
                      <a:pt x="3536" y="419"/>
                    </a:cubicBezTo>
                    <a:lnTo>
                      <a:pt x="3494" y="351"/>
                    </a:lnTo>
                    <a:lnTo>
                      <a:pt x="50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099" name="Google Shape;1099;p38"/>
              <p:cNvSpPr/>
              <p:nvPr/>
            </p:nvSpPr>
            <p:spPr>
              <a:xfrm>
                <a:off x="2956068" y="3630660"/>
                <a:ext cx="865334" cy="484154"/>
              </a:xfrm>
              <a:custGeom>
                <a:avLst/>
                <a:gdLst/>
                <a:ahLst/>
                <a:cxnLst/>
                <a:rect l="l" t="t" r="r" b="b"/>
                <a:pathLst>
                  <a:path w="5521" h="3089" extrusionOk="0">
                    <a:moveTo>
                      <a:pt x="483" y="0"/>
                    </a:moveTo>
                    <a:cubicBezTo>
                      <a:pt x="326" y="21"/>
                      <a:pt x="132" y="194"/>
                      <a:pt x="111" y="351"/>
                    </a:cubicBezTo>
                    <a:cubicBezTo>
                      <a:pt x="90" y="524"/>
                      <a:pt x="1" y="1943"/>
                      <a:pt x="132" y="2158"/>
                    </a:cubicBezTo>
                    <a:cubicBezTo>
                      <a:pt x="284" y="2357"/>
                      <a:pt x="2247" y="2902"/>
                      <a:pt x="3232" y="3033"/>
                    </a:cubicBezTo>
                    <a:cubicBezTo>
                      <a:pt x="3492" y="3072"/>
                      <a:pt x="3720" y="3088"/>
                      <a:pt x="3921" y="3088"/>
                    </a:cubicBezTo>
                    <a:cubicBezTo>
                      <a:pt x="4494" y="3088"/>
                      <a:pt x="4839" y="2957"/>
                      <a:pt x="5018" y="2860"/>
                    </a:cubicBezTo>
                    <a:cubicBezTo>
                      <a:pt x="5259" y="2729"/>
                      <a:pt x="5411" y="2488"/>
                      <a:pt x="5458" y="2336"/>
                    </a:cubicBezTo>
                    <a:cubicBezTo>
                      <a:pt x="5500" y="2205"/>
                      <a:pt x="5521" y="1702"/>
                      <a:pt x="5479" y="1530"/>
                    </a:cubicBezTo>
                    <a:cubicBezTo>
                      <a:pt x="5411" y="1352"/>
                      <a:pt x="5348" y="1331"/>
                      <a:pt x="4934" y="1221"/>
                    </a:cubicBezTo>
                    <a:cubicBezTo>
                      <a:pt x="4494" y="1090"/>
                      <a:pt x="3599" y="786"/>
                      <a:pt x="3515" y="676"/>
                    </a:cubicBezTo>
                    <a:cubicBezTo>
                      <a:pt x="3426" y="566"/>
                      <a:pt x="3468" y="351"/>
                      <a:pt x="3468" y="351"/>
                    </a:cubicBezTo>
                    <a:lnTo>
                      <a:pt x="4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0" name="Google Shape;1100;p38"/>
              <p:cNvSpPr/>
              <p:nvPr/>
            </p:nvSpPr>
            <p:spPr>
              <a:xfrm>
                <a:off x="2956068" y="3620002"/>
                <a:ext cx="868625" cy="503433"/>
              </a:xfrm>
              <a:custGeom>
                <a:avLst/>
                <a:gdLst/>
                <a:ahLst/>
                <a:cxnLst/>
                <a:rect l="l" t="t" r="r" b="b"/>
                <a:pathLst>
                  <a:path w="5542" h="3212" extrusionOk="0">
                    <a:moveTo>
                      <a:pt x="504" y="110"/>
                    </a:moveTo>
                    <a:lnTo>
                      <a:pt x="3426" y="461"/>
                    </a:lnTo>
                    <a:cubicBezTo>
                      <a:pt x="3405" y="482"/>
                      <a:pt x="3405" y="482"/>
                      <a:pt x="3405" y="524"/>
                    </a:cubicBezTo>
                    <a:cubicBezTo>
                      <a:pt x="3405" y="613"/>
                      <a:pt x="3405" y="702"/>
                      <a:pt x="3468" y="765"/>
                    </a:cubicBezTo>
                    <a:cubicBezTo>
                      <a:pt x="3494" y="812"/>
                      <a:pt x="3515" y="812"/>
                      <a:pt x="3557" y="833"/>
                    </a:cubicBezTo>
                    <a:cubicBezTo>
                      <a:pt x="3578" y="854"/>
                      <a:pt x="3625" y="875"/>
                      <a:pt x="3688" y="896"/>
                    </a:cubicBezTo>
                    <a:cubicBezTo>
                      <a:pt x="3798" y="943"/>
                      <a:pt x="3929" y="1006"/>
                      <a:pt x="4080" y="1048"/>
                    </a:cubicBezTo>
                    <a:cubicBezTo>
                      <a:pt x="4363" y="1158"/>
                      <a:pt x="4693" y="1268"/>
                      <a:pt x="4908" y="1336"/>
                    </a:cubicBezTo>
                    <a:cubicBezTo>
                      <a:pt x="5128" y="1399"/>
                      <a:pt x="5238" y="1420"/>
                      <a:pt x="5301" y="1467"/>
                    </a:cubicBezTo>
                    <a:cubicBezTo>
                      <a:pt x="5369" y="1509"/>
                      <a:pt x="5390" y="1530"/>
                      <a:pt x="5411" y="1598"/>
                    </a:cubicBezTo>
                    <a:cubicBezTo>
                      <a:pt x="5432" y="1681"/>
                      <a:pt x="5432" y="1859"/>
                      <a:pt x="5432" y="2011"/>
                    </a:cubicBezTo>
                    <a:cubicBezTo>
                      <a:pt x="5432" y="2184"/>
                      <a:pt x="5411" y="2336"/>
                      <a:pt x="5411" y="2404"/>
                    </a:cubicBezTo>
                    <a:cubicBezTo>
                      <a:pt x="5369" y="2514"/>
                      <a:pt x="5238" y="2750"/>
                      <a:pt x="4997" y="2881"/>
                    </a:cubicBezTo>
                    <a:cubicBezTo>
                      <a:pt x="4812" y="2965"/>
                      <a:pt x="4461" y="3102"/>
                      <a:pt x="3865" y="3102"/>
                    </a:cubicBezTo>
                    <a:cubicBezTo>
                      <a:pt x="3684" y="3102"/>
                      <a:pt x="3481" y="3089"/>
                      <a:pt x="3253" y="3059"/>
                    </a:cubicBezTo>
                    <a:cubicBezTo>
                      <a:pt x="2750" y="2991"/>
                      <a:pt x="2007" y="2818"/>
                      <a:pt x="1399" y="2645"/>
                    </a:cubicBezTo>
                    <a:cubicBezTo>
                      <a:pt x="1069" y="2556"/>
                      <a:pt x="786" y="2446"/>
                      <a:pt x="566" y="2383"/>
                    </a:cubicBezTo>
                    <a:cubicBezTo>
                      <a:pt x="456" y="2336"/>
                      <a:pt x="373" y="2294"/>
                      <a:pt x="305" y="2273"/>
                    </a:cubicBezTo>
                    <a:cubicBezTo>
                      <a:pt x="242" y="2226"/>
                      <a:pt x="195" y="2205"/>
                      <a:pt x="174" y="2184"/>
                    </a:cubicBezTo>
                    <a:cubicBezTo>
                      <a:pt x="174" y="2184"/>
                      <a:pt x="153" y="2142"/>
                      <a:pt x="153" y="2074"/>
                    </a:cubicBezTo>
                    <a:cubicBezTo>
                      <a:pt x="132" y="2032"/>
                      <a:pt x="132" y="1943"/>
                      <a:pt x="132" y="1880"/>
                    </a:cubicBezTo>
                    <a:cubicBezTo>
                      <a:pt x="111" y="1702"/>
                      <a:pt x="111" y="1509"/>
                      <a:pt x="111" y="1310"/>
                    </a:cubicBezTo>
                    <a:cubicBezTo>
                      <a:pt x="132" y="1116"/>
                      <a:pt x="132" y="896"/>
                      <a:pt x="153" y="744"/>
                    </a:cubicBezTo>
                    <a:cubicBezTo>
                      <a:pt x="153" y="592"/>
                      <a:pt x="153" y="461"/>
                      <a:pt x="174" y="440"/>
                    </a:cubicBezTo>
                    <a:cubicBezTo>
                      <a:pt x="174" y="351"/>
                      <a:pt x="221" y="288"/>
                      <a:pt x="284" y="220"/>
                    </a:cubicBezTo>
                    <a:cubicBezTo>
                      <a:pt x="352" y="178"/>
                      <a:pt x="436" y="131"/>
                      <a:pt x="504" y="110"/>
                    </a:cubicBezTo>
                    <a:close/>
                    <a:moveTo>
                      <a:pt x="483" y="0"/>
                    </a:moveTo>
                    <a:cubicBezTo>
                      <a:pt x="394" y="27"/>
                      <a:pt x="305" y="68"/>
                      <a:pt x="221" y="157"/>
                    </a:cubicBezTo>
                    <a:cubicBezTo>
                      <a:pt x="132" y="220"/>
                      <a:pt x="90" y="309"/>
                      <a:pt x="64" y="419"/>
                    </a:cubicBezTo>
                    <a:cubicBezTo>
                      <a:pt x="64" y="461"/>
                      <a:pt x="43" y="571"/>
                      <a:pt x="43" y="744"/>
                    </a:cubicBezTo>
                    <a:cubicBezTo>
                      <a:pt x="22" y="896"/>
                      <a:pt x="22" y="1095"/>
                      <a:pt x="22" y="1310"/>
                    </a:cubicBezTo>
                    <a:cubicBezTo>
                      <a:pt x="1" y="1509"/>
                      <a:pt x="1" y="1702"/>
                      <a:pt x="22" y="1880"/>
                    </a:cubicBezTo>
                    <a:cubicBezTo>
                      <a:pt x="22" y="1964"/>
                      <a:pt x="22" y="2032"/>
                      <a:pt x="43" y="2095"/>
                    </a:cubicBezTo>
                    <a:cubicBezTo>
                      <a:pt x="64" y="2163"/>
                      <a:pt x="64" y="2205"/>
                      <a:pt x="90" y="2252"/>
                    </a:cubicBezTo>
                    <a:cubicBezTo>
                      <a:pt x="132" y="2294"/>
                      <a:pt x="174" y="2315"/>
                      <a:pt x="242" y="2357"/>
                    </a:cubicBezTo>
                    <a:cubicBezTo>
                      <a:pt x="326" y="2404"/>
                      <a:pt x="415" y="2425"/>
                      <a:pt x="525" y="2467"/>
                    </a:cubicBezTo>
                    <a:cubicBezTo>
                      <a:pt x="744" y="2556"/>
                      <a:pt x="1048" y="2645"/>
                      <a:pt x="1352" y="2729"/>
                    </a:cubicBezTo>
                    <a:cubicBezTo>
                      <a:pt x="1986" y="2928"/>
                      <a:pt x="2729" y="3101"/>
                      <a:pt x="3232" y="3169"/>
                    </a:cubicBezTo>
                    <a:cubicBezTo>
                      <a:pt x="3463" y="3199"/>
                      <a:pt x="3669" y="3211"/>
                      <a:pt x="3853" y="3211"/>
                    </a:cubicBezTo>
                    <a:cubicBezTo>
                      <a:pt x="4468" y="3211"/>
                      <a:pt x="4837" y="3070"/>
                      <a:pt x="5039" y="2970"/>
                    </a:cubicBezTo>
                    <a:cubicBezTo>
                      <a:pt x="5301" y="2839"/>
                      <a:pt x="5458" y="2577"/>
                      <a:pt x="5500" y="2425"/>
                    </a:cubicBezTo>
                    <a:cubicBezTo>
                      <a:pt x="5521" y="2336"/>
                      <a:pt x="5541" y="2184"/>
                      <a:pt x="5541" y="2011"/>
                    </a:cubicBezTo>
                    <a:cubicBezTo>
                      <a:pt x="5541" y="1859"/>
                      <a:pt x="5541" y="1681"/>
                      <a:pt x="5521" y="1571"/>
                    </a:cubicBezTo>
                    <a:cubicBezTo>
                      <a:pt x="5500" y="1488"/>
                      <a:pt x="5458" y="1420"/>
                      <a:pt x="5369" y="1378"/>
                    </a:cubicBezTo>
                    <a:cubicBezTo>
                      <a:pt x="5280" y="1336"/>
                      <a:pt x="5149" y="1289"/>
                      <a:pt x="4934" y="1226"/>
                    </a:cubicBezTo>
                    <a:cubicBezTo>
                      <a:pt x="4735" y="1158"/>
                      <a:pt x="4410" y="1048"/>
                      <a:pt x="4101" y="964"/>
                    </a:cubicBezTo>
                    <a:cubicBezTo>
                      <a:pt x="3970" y="896"/>
                      <a:pt x="3839" y="854"/>
                      <a:pt x="3730" y="812"/>
                    </a:cubicBezTo>
                    <a:cubicBezTo>
                      <a:pt x="3688" y="786"/>
                      <a:pt x="3646" y="765"/>
                      <a:pt x="3599" y="744"/>
                    </a:cubicBezTo>
                    <a:cubicBezTo>
                      <a:pt x="3578" y="723"/>
                      <a:pt x="3557" y="702"/>
                      <a:pt x="3557" y="702"/>
                    </a:cubicBezTo>
                    <a:cubicBezTo>
                      <a:pt x="3515" y="681"/>
                      <a:pt x="3515" y="592"/>
                      <a:pt x="3515" y="550"/>
                    </a:cubicBezTo>
                    <a:cubicBezTo>
                      <a:pt x="3515" y="482"/>
                      <a:pt x="3536" y="419"/>
                      <a:pt x="3536" y="419"/>
                    </a:cubicBezTo>
                    <a:lnTo>
                      <a:pt x="3494" y="351"/>
                    </a:lnTo>
                    <a:lnTo>
                      <a:pt x="50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1" name="Google Shape;1101;p38"/>
              <p:cNvSpPr/>
              <p:nvPr/>
            </p:nvSpPr>
            <p:spPr>
              <a:xfrm>
                <a:off x="4231575" y="3777520"/>
                <a:ext cx="1002477" cy="476474"/>
              </a:xfrm>
              <a:custGeom>
                <a:avLst/>
                <a:gdLst/>
                <a:ahLst/>
                <a:cxnLst/>
                <a:rect l="l" t="t" r="r" b="b"/>
                <a:pathLst>
                  <a:path w="6396" h="3040" extrusionOk="0">
                    <a:moveTo>
                      <a:pt x="3316" y="1"/>
                    </a:moveTo>
                    <a:lnTo>
                      <a:pt x="352" y="174"/>
                    </a:lnTo>
                    <a:cubicBezTo>
                      <a:pt x="174" y="242"/>
                      <a:pt x="1" y="462"/>
                      <a:pt x="1" y="655"/>
                    </a:cubicBezTo>
                    <a:cubicBezTo>
                      <a:pt x="1" y="828"/>
                      <a:pt x="174" y="2467"/>
                      <a:pt x="394" y="2661"/>
                    </a:cubicBezTo>
                    <a:cubicBezTo>
                      <a:pt x="574" y="2842"/>
                      <a:pt x="2491" y="3039"/>
                      <a:pt x="3694" y="3039"/>
                    </a:cubicBezTo>
                    <a:cubicBezTo>
                      <a:pt x="3817" y="3039"/>
                      <a:pt x="3933" y="3037"/>
                      <a:pt x="4039" y="3033"/>
                    </a:cubicBezTo>
                    <a:cubicBezTo>
                      <a:pt x="5175" y="2991"/>
                      <a:pt x="5741" y="2687"/>
                      <a:pt x="6002" y="2488"/>
                    </a:cubicBezTo>
                    <a:cubicBezTo>
                      <a:pt x="6243" y="2295"/>
                      <a:pt x="6374" y="1986"/>
                      <a:pt x="6374" y="1834"/>
                    </a:cubicBezTo>
                    <a:cubicBezTo>
                      <a:pt x="6395" y="1661"/>
                      <a:pt x="6306" y="1090"/>
                      <a:pt x="6222" y="896"/>
                    </a:cubicBezTo>
                    <a:cubicBezTo>
                      <a:pt x="6133" y="724"/>
                      <a:pt x="6065" y="724"/>
                      <a:pt x="5568" y="655"/>
                    </a:cubicBezTo>
                    <a:cubicBezTo>
                      <a:pt x="5065" y="593"/>
                      <a:pt x="3997" y="435"/>
                      <a:pt x="3866" y="331"/>
                    </a:cubicBezTo>
                    <a:cubicBezTo>
                      <a:pt x="3756" y="242"/>
                      <a:pt x="3316" y="1"/>
                      <a:pt x="33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2" name="Google Shape;1102;p38"/>
              <p:cNvSpPr/>
              <p:nvPr/>
            </p:nvSpPr>
            <p:spPr>
              <a:xfrm>
                <a:off x="4221858" y="3767646"/>
                <a:ext cx="1018778" cy="496850"/>
              </a:xfrm>
              <a:custGeom>
                <a:avLst/>
                <a:gdLst/>
                <a:ahLst/>
                <a:cxnLst/>
                <a:rect l="l" t="t" r="r" b="b"/>
                <a:pathLst>
                  <a:path w="6500" h="3170" extrusionOk="0">
                    <a:moveTo>
                      <a:pt x="3357" y="106"/>
                    </a:moveTo>
                    <a:cubicBezTo>
                      <a:pt x="3378" y="132"/>
                      <a:pt x="3467" y="174"/>
                      <a:pt x="3577" y="237"/>
                    </a:cubicBezTo>
                    <a:cubicBezTo>
                      <a:pt x="3708" y="305"/>
                      <a:pt x="3839" y="394"/>
                      <a:pt x="3902" y="436"/>
                    </a:cubicBezTo>
                    <a:cubicBezTo>
                      <a:pt x="3928" y="457"/>
                      <a:pt x="3949" y="478"/>
                      <a:pt x="3991" y="498"/>
                    </a:cubicBezTo>
                    <a:cubicBezTo>
                      <a:pt x="4033" y="498"/>
                      <a:pt x="4101" y="525"/>
                      <a:pt x="4163" y="546"/>
                    </a:cubicBezTo>
                    <a:cubicBezTo>
                      <a:pt x="4294" y="567"/>
                      <a:pt x="4452" y="608"/>
                      <a:pt x="4624" y="629"/>
                    </a:cubicBezTo>
                    <a:cubicBezTo>
                      <a:pt x="4975" y="697"/>
                      <a:pt x="5368" y="739"/>
                      <a:pt x="5604" y="787"/>
                    </a:cubicBezTo>
                    <a:cubicBezTo>
                      <a:pt x="5865" y="807"/>
                      <a:pt x="6023" y="828"/>
                      <a:pt x="6085" y="849"/>
                    </a:cubicBezTo>
                    <a:cubicBezTo>
                      <a:pt x="6174" y="870"/>
                      <a:pt x="6195" y="891"/>
                      <a:pt x="6237" y="980"/>
                    </a:cubicBezTo>
                    <a:cubicBezTo>
                      <a:pt x="6284" y="1069"/>
                      <a:pt x="6326" y="1263"/>
                      <a:pt x="6347" y="1441"/>
                    </a:cubicBezTo>
                    <a:cubicBezTo>
                      <a:pt x="6368" y="1635"/>
                      <a:pt x="6389" y="1808"/>
                      <a:pt x="6389" y="1876"/>
                    </a:cubicBezTo>
                    <a:cubicBezTo>
                      <a:pt x="6368" y="2028"/>
                      <a:pt x="6258" y="2331"/>
                      <a:pt x="6023" y="2509"/>
                    </a:cubicBezTo>
                    <a:cubicBezTo>
                      <a:pt x="5782" y="2682"/>
                      <a:pt x="5211" y="3012"/>
                      <a:pt x="4101" y="3054"/>
                    </a:cubicBezTo>
                    <a:cubicBezTo>
                      <a:pt x="4004" y="3058"/>
                      <a:pt x="3899" y="3059"/>
                      <a:pt x="3787" y="3059"/>
                    </a:cubicBezTo>
                    <a:cubicBezTo>
                      <a:pt x="3241" y="3059"/>
                      <a:pt x="2534" y="3018"/>
                      <a:pt x="1917" y="2944"/>
                    </a:cubicBezTo>
                    <a:cubicBezTo>
                      <a:pt x="1545" y="2923"/>
                      <a:pt x="1220" y="2881"/>
                      <a:pt x="958" y="2813"/>
                    </a:cubicBezTo>
                    <a:cubicBezTo>
                      <a:pt x="828" y="2792"/>
                      <a:pt x="718" y="2771"/>
                      <a:pt x="629" y="2750"/>
                    </a:cubicBezTo>
                    <a:cubicBezTo>
                      <a:pt x="545" y="2724"/>
                      <a:pt x="498" y="2703"/>
                      <a:pt x="477" y="2682"/>
                    </a:cubicBezTo>
                    <a:cubicBezTo>
                      <a:pt x="477" y="2682"/>
                      <a:pt x="435" y="2640"/>
                      <a:pt x="414" y="2572"/>
                    </a:cubicBezTo>
                    <a:cubicBezTo>
                      <a:pt x="393" y="2509"/>
                      <a:pt x="367" y="2420"/>
                      <a:pt x="346" y="2331"/>
                    </a:cubicBezTo>
                    <a:cubicBezTo>
                      <a:pt x="304" y="2159"/>
                      <a:pt x="262" y="1939"/>
                      <a:pt x="236" y="1703"/>
                    </a:cubicBezTo>
                    <a:cubicBezTo>
                      <a:pt x="194" y="1483"/>
                      <a:pt x="173" y="1263"/>
                      <a:pt x="152" y="1069"/>
                    </a:cubicBezTo>
                    <a:cubicBezTo>
                      <a:pt x="131" y="891"/>
                      <a:pt x="131" y="739"/>
                      <a:pt x="105" y="718"/>
                    </a:cubicBezTo>
                    <a:cubicBezTo>
                      <a:pt x="105" y="629"/>
                      <a:pt x="152" y="546"/>
                      <a:pt x="215" y="457"/>
                    </a:cubicBezTo>
                    <a:cubicBezTo>
                      <a:pt x="283" y="368"/>
                      <a:pt x="346" y="326"/>
                      <a:pt x="435" y="284"/>
                    </a:cubicBezTo>
                    <a:lnTo>
                      <a:pt x="3357" y="106"/>
                    </a:lnTo>
                    <a:close/>
                    <a:moveTo>
                      <a:pt x="3378" y="1"/>
                    </a:moveTo>
                    <a:lnTo>
                      <a:pt x="414" y="195"/>
                    </a:lnTo>
                    <a:lnTo>
                      <a:pt x="393" y="195"/>
                    </a:lnTo>
                    <a:cubicBezTo>
                      <a:pt x="304" y="216"/>
                      <a:pt x="194" y="305"/>
                      <a:pt x="131" y="394"/>
                    </a:cubicBezTo>
                    <a:cubicBezTo>
                      <a:pt x="63" y="478"/>
                      <a:pt x="0" y="588"/>
                      <a:pt x="21" y="718"/>
                    </a:cubicBezTo>
                    <a:cubicBezTo>
                      <a:pt x="21" y="760"/>
                      <a:pt x="21" y="891"/>
                      <a:pt x="42" y="1090"/>
                    </a:cubicBezTo>
                    <a:cubicBezTo>
                      <a:pt x="63" y="1263"/>
                      <a:pt x="84" y="1504"/>
                      <a:pt x="131" y="1724"/>
                    </a:cubicBezTo>
                    <a:cubicBezTo>
                      <a:pt x="173" y="1939"/>
                      <a:pt x="194" y="2180"/>
                      <a:pt x="262" y="2358"/>
                    </a:cubicBezTo>
                    <a:cubicBezTo>
                      <a:pt x="283" y="2462"/>
                      <a:pt x="304" y="2530"/>
                      <a:pt x="325" y="2619"/>
                    </a:cubicBezTo>
                    <a:cubicBezTo>
                      <a:pt x="346" y="2682"/>
                      <a:pt x="367" y="2724"/>
                      <a:pt x="414" y="2771"/>
                    </a:cubicBezTo>
                    <a:cubicBezTo>
                      <a:pt x="456" y="2792"/>
                      <a:pt x="524" y="2813"/>
                      <a:pt x="608" y="2855"/>
                    </a:cubicBezTo>
                    <a:cubicBezTo>
                      <a:pt x="697" y="2881"/>
                      <a:pt x="807" y="2902"/>
                      <a:pt x="938" y="2923"/>
                    </a:cubicBezTo>
                    <a:cubicBezTo>
                      <a:pt x="1199" y="2965"/>
                      <a:pt x="1545" y="3012"/>
                      <a:pt x="1917" y="3054"/>
                    </a:cubicBezTo>
                    <a:cubicBezTo>
                      <a:pt x="2534" y="3128"/>
                      <a:pt x="3241" y="3169"/>
                      <a:pt x="3787" y="3169"/>
                    </a:cubicBezTo>
                    <a:cubicBezTo>
                      <a:pt x="3899" y="3169"/>
                      <a:pt x="4004" y="3168"/>
                      <a:pt x="4101" y="3164"/>
                    </a:cubicBezTo>
                    <a:cubicBezTo>
                      <a:pt x="5237" y="3117"/>
                      <a:pt x="5824" y="2792"/>
                      <a:pt x="6085" y="2593"/>
                    </a:cubicBezTo>
                    <a:cubicBezTo>
                      <a:pt x="6347" y="2379"/>
                      <a:pt x="6478" y="2070"/>
                      <a:pt x="6499" y="1897"/>
                    </a:cubicBezTo>
                    <a:cubicBezTo>
                      <a:pt x="6499" y="1787"/>
                      <a:pt x="6478" y="1614"/>
                      <a:pt x="6457" y="1415"/>
                    </a:cubicBezTo>
                    <a:cubicBezTo>
                      <a:pt x="6436" y="1242"/>
                      <a:pt x="6389" y="1048"/>
                      <a:pt x="6347" y="938"/>
                    </a:cubicBezTo>
                    <a:cubicBezTo>
                      <a:pt x="6305" y="849"/>
                      <a:pt x="6237" y="787"/>
                      <a:pt x="6127" y="739"/>
                    </a:cubicBezTo>
                    <a:cubicBezTo>
                      <a:pt x="6023" y="718"/>
                      <a:pt x="5865" y="697"/>
                      <a:pt x="5630" y="677"/>
                    </a:cubicBezTo>
                    <a:cubicBezTo>
                      <a:pt x="5389" y="629"/>
                      <a:pt x="4996" y="588"/>
                      <a:pt x="4645" y="525"/>
                    </a:cubicBezTo>
                    <a:cubicBezTo>
                      <a:pt x="4472" y="498"/>
                      <a:pt x="4321" y="457"/>
                      <a:pt x="4190" y="436"/>
                    </a:cubicBezTo>
                    <a:cubicBezTo>
                      <a:pt x="4122" y="415"/>
                      <a:pt x="4080" y="415"/>
                      <a:pt x="4033" y="394"/>
                    </a:cubicBezTo>
                    <a:cubicBezTo>
                      <a:pt x="3991" y="368"/>
                      <a:pt x="3970" y="368"/>
                      <a:pt x="3970" y="368"/>
                    </a:cubicBezTo>
                    <a:cubicBezTo>
                      <a:pt x="3902" y="305"/>
                      <a:pt x="3771" y="216"/>
                      <a:pt x="3640" y="153"/>
                    </a:cubicBezTo>
                    <a:cubicBezTo>
                      <a:pt x="3509" y="64"/>
                      <a:pt x="3404" y="22"/>
                      <a:pt x="3404" y="22"/>
                    </a:cubicBezTo>
                    <a:lnTo>
                      <a:pt x="337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3" name="Google Shape;1103;p38"/>
              <p:cNvSpPr/>
              <p:nvPr/>
            </p:nvSpPr>
            <p:spPr>
              <a:xfrm>
                <a:off x="3267187" y="3657775"/>
                <a:ext cx="509859" cy="246858"/>
              </a:xfrm>
              <a:custGeom>
                <a:avLst/>
                <a:gdLst/>
                <a:ahLst/>
                <a:cxnLst/>
                <a:rect l="l" t="t" r="r" b="b"/>
                <a:pathLst>
                  <a:path w="3253" h="1575" extrusionOk="0">
                    <a:moveTo>
                      <a:pt x="43" y="0"/>
                    </a:moveTo>
                    <a:cubicBezTo>
                      <a:pt x="22" y="199"/>
                      <a:pt x="1" y="676"/>
                      <a:pt x="242" y="896"/>
                    </a:cubicBezTo>
                    <a:cubicBezTo>
                      <a:pt x="551" y="1126"/>
                      <a:pt x="1700" y="1575"/>
                      <a:pt x="2373" y="1575"/>
                    </a:cubicBezTo>
                    <a:cubicBezTo>
                      <a:pt x="2406" y="1575"/>
                      <a:pt x="2437" y="1573"/>
                      <a:pt x="2467" y="1571"/>
                    </a:cubicBezTo>
                    <a:cubicBezTo>
                      <a:pt x="3101" y="1529"/>
                      <a:pt x="3253" y="1357"/>
                      <a:pt x="3185" y="1116"/>
                    </a:cubicBezTo>
                    <a:cubicBezTo>
                      <a:pt x="3122" y="1095"/>
                      <a:pt x="3033" y="1069"/>
                      <a:pt x="2949" y="1048"/>
                    </a:cubicBezTo>
                    <a:cubicBezTo>
                      <a:pt x="2509" y="917"/>
                      <a:pt x="1614" y="613"/>
                      <a:pt x="1530" y="503"/>
                    </a:cubicBezTo>
                    <a:cubicBezTo>
                      <a:pt x="1441" y="393"/>
                      <a:pt x="1483" y="178"/>
                      <a:pt x="1483" y="178"/>
                    </a:cubicBezTo>
                    <a:lnTo>
                      <a:pt x="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4" name="Google Shape;1104;p38"/>
              <p:cNvSpPr/>
              <p:nvPr/>
            </p:nvSpPr>
            <p:spPr>
              <a:xfrm>
                <a:off x="3263895" y="3651192"/>
                <a:ext cx="516442" cy="260650"/>
              </a:xfrm>
              <a:custGeom>
                <a:avLst/>
                <a:gdLst/>
                <a:ahLst/>
                <a:cxnLst/>
                <a:rect l="l" t="t" r="r" b="b"/>
                <a:pathLst>
                  <a:path w="3295" h="1663" extrusionOk="0">
                    <a:moveTo>
                      <a:pt x="132" y="110"/>
                    </a:moveTo>
                    <a:lnTo>
                      <a:pt x="1462" y="262"/>
                    </a:lnTo>
                    <a:cubicBezTo>
                      <a:pt x="1441" y="283"/>
                      <a:pt x="1441" y="283"/>
                      <a:pt x="1441" y="325"/>
                    </a:cubicBezTo>
                    <a:cubicBezTo>
                      <a:pt x="1441" y="414"/>
                      <a:pt x="1441" y="503"/>
                      <a:pt x="1504" y="566"/>
                    </a:cubicBezTo>
                    <a:cubicBezTo>
                      <a:pt x="1530" y="613"/>
                      <a:pt x="1551" y="613"/>
                      <a:pt x="1593" y="634"/>
                    </a:cubicBezTo>
                    <a:cubicBezTo>
                      <a:pt x="1614" y="655"/>
                      <a:pt x="1661" y="676"/>
                      <a:pt x="1724" y="697"/>
                    </a:cubicBezTo>
                    <a:cubicBezTo>
                      <a:pt x="1834" y="744"/>
                      <a:pt x="1965" y="807"/>
                      <a:pt x="2116" y="849"/>
                    </a:cubicBezTo>
                    <a:cubicBezTo>
                      <a:pt x="2399" y="959"/>
                      <a:pt x="2729" y="1069"/>
                      <a:pt x="2944" y="1137"/>
                    </a:cubicBezTo>
                    <a:cubicBezTo>
                      <a:pt x="3033" y="1158"/>
                      <a:pt x="3101" y="1179"/>
                      <a:pt x="3164" y="1200"/>
                    </a:cubicBezTo>
                    <a:lnTo>
                      <a:pt x="3164" y="1310"/>
                    </a:lnTo>
                    <a:cubicBezTo>
                      <a:pt x="3143" y="1351"/>
                      <a:pt x="3122" y="1372"/>
                      <a:pt x="3075" y="1420"/>
                    </a:cubicBezTo>
                    <a:cubicBezTo>
                      <a:pt x="2991" y="1482"/>
                      <a:pt x="2792" y="1530"/>
                      <a:pt x="2488" y="1550"/>
                    </a:cubicBezTo>
                    <a:cubicBezTo>
                      <a:pt x="2459" y="1553"/>
                      <a:pt x="2427" y="1554"/>
                      <a:pt x="2395" y="1554"/>
                    </a:cubicBezTo>
                    <a:cubicBezTo>
                      <a:pt x="2091" y="1554"/>
                      <a:pt x="1660" y="1468"/>
                      <a:pt x="1268" y="1331"/>
                    </a:cubicBezTo>
                    <a:cubicBezTo>
                      <a:pt x="849" y="1179"/>
                      <a:pt x="435" y="1006"/>
                      <a:pt x="304" y="896"/>
                    </a:cubicBezTo>
                    <a:cubicBezTo>
                      <a:pt x="194" y="807"/>
                      <a:pt x="132" y="634"/>
                      <a:pt x="132" y="482"/>
                    </a:cubicBezTo>
                    <a:cubicBezTo>
                      <a:pt x="111" y="325"/>
                      <a:pt x="111" y="194"/>
                      <a:pt x="132" y="110"/>
                    </a:cubicBezTo>
                    <a:close/>
                    <a:moveTo>
                      <a:pt x="90" y="0"/>
                    </a:moveTo>
                    <a:lnTo>
                      <a:pt x="22" y="42"/>
                    </a:lnTo>
                    <a:cubicBezTo>
                      <a:pt x="1" y="131"/>
                      <a:pt x="1" y="304"/>
                      <a:pt x="22" y="482"/>
                    </a:cubicBezTo>
                    <a:cubicBezTo>
                      <a:pt x="43" y="676"/>
                      <a:pt x="90" y="849"/>
                      <a:pt x="242" y="959"/>
                    </a:cubicBezTo>
                    <a:cubicBezTo>
                      <a:pt x="414" y="1111"/>
                      <a:pt x="807" y="1289"/>
                      <a:pt x="1242" y="1440"/>
                    </a:cubicBezTo>
                    <a:cubicBezTo>
                      <a:pt x="1645" y="1561"/>
                      <a:pt x="2080" y="1663"/>
                      <a:pt x="2419" y="1663"/>
                    </a:cubicBezTo>
                    <a:cubicBezTo>
                      <a:pt x="2450" y="1663"/>
                      <a:pt x="2480" y="1662"/>
                      <a:pt x="2509" y="1660"/>
                    </a:cubicBezTo>
                    <a:cubicBezTo>
                      <a:pt x="2813" y="1634"/>
                      <a:pt x="3012" y="1592"/>
                      <a:pt x="3143" y="1503"/>
                    </a:cubicBezTo>
                    <a:cubicBezTo>
                      <a:pt x="3206" y="1461"/>
                      <a:pt x="3253" y="1399"/>
                      <a:pt x="3274" y="1351"/>
                    </a:cubicBezTo>
                    <a:cubicBezTo>
                      <a:pt x="3295" y="1289"/>
                      <a:pt x="3274" y="1221"/>
                      <a:pt x="3274" y="1158"/>
                    </a:cubicBezTo>
                    <a:lnTo>
                      <a:pt x="3232" y="1111"/>
                    </a:lnTo>
                    <a:cubicBezTo>
                      <a:pt x="3164" y="1090"/>
                      <a:pt x="3075" y="1069"/>
                      <a:pt x="2970" y="1027"/>
                    </a:cubicBezTo>
                    <a:cubicBezTo>
                      <a:pt x="2771" y="959"/>
                      <a:pt x="2446" y="849"/>
                      <a:pt x="2137" y="765"/>
                    </a:cubicBezTo>
                    <a:cubicBezTo>
                      <a:pt x="2006" y="697"/>
                      <a:pt x="1875" y="655"/>
                      <a:pt x="1766" y="613"/>
                    </a:cubicBezTo>
                    <a:cubicBezTo>
                      <a:pt x="1724" y="587"/>
                      <a:pt x="1682" y="566"/>
                      <a:pt x="1635" y="545"/>
                    </a:cubicBezTo>
                    <a:cubicBezTo>
                      <a:pt x="1614" y="524"/>
                      <a:pt x="1593" y="503"/>
                      <a:pt x="1593" y="503"/>
                    </a:cubicBezTo>
                    <a:cubicBezTo>
                      <a:pt x="1551" y="482"/>
                      <a:pt x="1551" y="393"/>
                      <a:pt x="1551" y="325"/>
                    </a:cubicBezTo>
                    <a:cubicBezTo>
                      <a:pt x="1551" y="283"/>
                      <a:pt x="1572" y="220"/>
                      <a:pt x="1572" y="220"/>
                    </a:cubicBezTo>
                    <a:lnTo>
                      <a:pt x="1530" y="152"/>
                    </a:lnTo>
                    <a:lnTo>
                      <a:pt x="9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5" name="Google Shape;1105;p38"/>
              <p:cNvSpPr/>
              <p:nvPr/>
            </p:nvSpPr>
            <p:spPr>
              <a:xfrm>
                <a:off x="3267187" y="3657775"/>
                <a:ext cx="509859" cy="246858"/>
              </a:xfrm>
              <a:custGeom>
                <a:avLst/>
                <a:gdLst/>
                <a:ahLst/>
                <a:cxnLst/>
                <a:rect l="l" t="t" r="r" b="b"/>
                <a:pathLst>
                  <a:path w="3253" h="1575" extrusionOk="0">
                    <a:moveTo>
                      <a:pt x="43" y="0"/>
                    </a:moveTo>
                    <a:cubicBezTo>
                      <a:pt x="22" y="199"/>
                      <a:pt x="1" y="676"/>
                      <a:pt x="242" y="896"/>
                    </a:cubicBezTo>
                    <a:cubicBezTo>
                      <a:pt x="551" y="1126"/>
                      <a:pt x="1700" y="1575"/>
                      <a:pt x="2373" y="1575"/>
                    </a:cubicBezTo>
                    <a:cubicBezTo>
                      <a:pt x="2406" y="1575"/>
                      <a:pt x="2437" y="1573"/>
                      <a:pt x="2467" y="1571"/>
                    </a:cubicBezTo>
                    <a:cubicBezTo>
                      <a:pt x="3101" y="1529"/>
                      <a:pt x="3253" y="1357"/>
                      <a:pt x="3185" y="1116"/>
                    </a:cubicBezTo>
                    <a:cubicBezTo>
                      <a:pt x="3122" y="1095"/>
                      <a:pt x="3033" y="1069"/>
                      <a:pt x="2949" y="1048"/>
                    </a:cubicBezTo>
                    <a:cubicBezTo>
                      <a:pt x="2509" y="917"/>
                      <a:pt x="1614" y="613"/>
                      <a:pt x="1530" y="503"/>
                    </a:cubicBezTo>
                    <a:cubicBezTo>
                      <a:pt x="1441" y="393"/>
                      <a:pt x="1483" y="178"/>
                      <a:pt x="1483" y="178"/>
                    </a:cubicBezTo>
                    <a:lnTo>
                      <a:pt x="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6" name="Google Shape;1106;p38"/>
              <p:cNvSpPr/>
              <p:nvPr/>
            </p:nvSpPr>
            <p:spPr>
              <a:xfrm>
                <a:off x="3263895" y="3651192"/>
                <a:ext cx="516442" cy="260650"/>
              </a:xfrm>
              <a:custGeom>
                <a:avLst/>
                <a:gdLst/>
                <a:ahLst/>
                <a:cxnLst/>
                <a:rect l="l" t="t" r="r" b="b"/>
                <a:pathLst>
                  <a:path w="3295" h="1663" extrusionOk="0">
                    <a:moveTo>
                      <a:pt x="132" y="110"/>
                    </a:moveTo>
                    <a:lnTo>
                      <a:pt x="1462" y="262"/>
                    </a:lnTo>
                    <a:cubicBezTo>
                      <a:pt x="1441" y="283"/>
                      <a:pt x="1441" y="283"/>
                      <a:pt x="1441" y="325"/>
                    </a:cubicBezTo>
                    <a:cubicBezTo>
                      <a:pt x="1441" y="414"/>
                      <a:pt x="1441" y="503"/>
                      <a:pt x="1504" y="566"/>
                    </a:cubicBezTo>
                    <a:cubicBezTo>
                      <a:pt x="1530" y="613"/>
                      <a:pt x="1551" y="613"/>
                      <a:pt x="1593" y="634"/>
                    </a:cubicBezTo>
                    <a:cubicBezTo>
                      <a:pt x="1614" y="655"/>
                      <a:pt x="1661" y="676"/>
                      <a:pt x="1724" y="697"/>
                    </a:cubicBezTo>
                    <a:cubicBezTo>
                      <a:pt x="1834" y="744"/>
                      <a:pt x="1965" y="807"/>
                      <a:pt x="2116" y="849"/>
                    </a:cubicBezTo>
                    <a:cubicBezTo>
                      <a:pt x="2399" y="959"/>
                      <a:pt x="2729" y="1069"/>
                      <a:pt x="2944" y="1137"/>
                    </a:cubicBezTo>
                    <a:cubicBezTo>
                      <a:pt x="3033" y="1158"/>
                      <a:pt x="3101" y="1179"/>
                      <a:pt x="3164" y="1200"/>
                    </a:cubicBezTo>
                    <a:lnTo>
                      <a:pt x="3164" y="1310"/>
                    </a:lnTo>
                    <a:cubicBezTo>
                      <a:pt x="3143" y="1351"/>
                      <a:pt x="3122" y="1372"/>
                      <a:pt x="3075" y="1420"/>
                    </a:cubicBezTo>
                    <a:cubicBezTo>
                      <a:pt x="2991" y="1482"/>
                      <a:pt x="2792" y="1530"/>
                      <a:pt x="2488" y="1550"/>
                    </a:cubicBezTo>
                    <a:cubicBezTo>
                      <a:pt x="2459" y="1553"/>
                      <a:pt x="2427" y="1554"/>
                      <a:pt x="2395" y="1554"/>
                    </a:cubicBezTo>
                    <a:cubicBezTo>
                      <a:pt x="2091" y="1554"/>
                      <a:pt x="1660" y="1468"/>
                      <a:pt x="1268" y="1331"/>
                    </a:cubicBezTo>
                    <a:cubicBezTo>
                      <a:pt x="849" y="1179"/>
                      <a:pt x="435" y="1006"/>
                      <a:pt x="304" y="896"/>
                    </a:cubicBezTo>
                    <a:cubicBezTo>
                      <a:pt x="194" y="807"/>
                      <a:pt x="132" y="634"/>
                      <a:pt x="132" y="482"/>
                    </a:cubicBezTo>
                    <a:cubicBezTo>
                      <a:pt x="111" y="325"/>
                      <a:pt x="111" y="194"/>
                      <a:pt x="132" y="110"/>
                    </a:cubicBezTo>
                    <a:close/>
                    <a:moveTo>
                      <a:pt x="90" y="0"/>
                    </a:moveTo>
                    <a:lnTo>
                      <a:pt x="22" y="42"/>
                    </a:lnTo>
                    <a:cubicBezTo>
                      <a:pt x="1" y="131"/>
                      <a:pt x="1" y="304"/>
                      <a:pt x="22" y="482"/>
                    </a:cubicBezTo>
                    <a:cubicBezTo>
                      <a:pt x="43" y="676"/>
                      <a:pt x="90" y="849"/>
                      <a:pt x="242" y="959"/>
                    </a:cubicBezTo>
                    <a:cubicBezTo>
                      <a:pt x="414" y="1111"/>
                      <a:pt x="807" y="1289"/>
                      <a:pt x="1242" y="1440"/>
                    </a:cubicBezTo>
                    <a:cubicBezTo>
                      <a:pt x="1645" y="1561"/>
                      <a:pt x="2080" y="1663"/>
                      <a:pt x="2419" y="1663"/>
                    </a:cubicBezTo>
                    <a:cubicBezTo>
                      <a:pt x="2450" y="1663"/>
                      <a:pt x="2480" y="1662"/>
                      <a:pt x="2509" y="1660"/>
                    </a:cubicBezTo>
                    <a:cubicBezTo>
                      <a:pt x="2813" y="1634"/>
                      <a:pt x="3012" y="1592"/>
                      <a:pt x="3143" y="1503"/>
                    </a:cubicBezTo>
                    <a:cubicBezTo>
                      <a:pt x="3206" y="1461"/>
                      <a:pt x="3253" y="1399"/>
                      <a:pt x="3274" y="1351"/>
                    </a:cubicBezTo>
                    <a:cubicBezTo>
                      <a:pt x="3295" y="1289"/>
                      <a:pt x="3274" y="1221"/>
                      <a:pt x="3274" y="1158"/>
                    </a:cubicBezTo>
                    <a:lnTo>
                      <a:pt x="3232" y="1111"/>
                    </a:lnTo>
                    <a:cubicBezTo>
                      <a:pt x="3164" y="1090"/>
                      <a:pt x="3075" y="1069"/>
                      <a:pt x="2970" y="1027"/>
                    </a:cubicBezTo>
                    <a:cubicBezTo>
                      <a:pt x="2771" y="959"/>
                      <a:pt x="2446" y="849"/>
                      <a:pt x="2137" y="765"/>
                    </a:cubicBezTo>
                    <a:cubicBezTo>
                      <a:pt x="2006" y="697"/>
                      <a:pt x="1875" y="655"/>
                      <a:pt x="1766" y="613"/>
                    </a:cubicBezTo>
                    <a:cubicBezTo>
                      <a:pt x="1724" y="587"/>
                      <a:pt x="1682" y="566"/>
                      <a:pt x="1635" y="545"/>
                    </a:cubicBezTo>
                    <a:cubicBezTo>
                      <a:pt x="1614" y="524"/>
                      <a:pt x="1593" y="503"/>
                      <a:pt x="1593" y="503"/>
                    </a:cubicBezTo>
                    <a:cubicBezTo>
                      <a:pt x="1551" y="482"/>
                      <a:pt x="1551" y="393"/>
                      <a:pt x="1551" y="325"/>
                    </a:cubicBezTo>
                    <a:cubicBezTo>
                      <a:pt x="1551" y="283"/>
                      <a:pt x="1572" y="220"/>
                      <a:pt x="1572" y="220"/>
                    </a:cubicBezTo>
                    <a:lnTo>
                      <a:pt x="1530" y="152"/>
                    </a:lnTo>
                    <a:lnTo>
                      <a:pt x="9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7" name="Google Shape;1107;p38"/>
              <p:cNvSpPr/>
              <p:nvPr/>
            </p:nvSpPr>
            <p:spPr>
              <a:xfrm>
                <a:off x="3011082" y="3527999"/>
                <a:ext cx="426946" cy="202188"/>
              </a:xfrm>
              <a:custGeom>
                <a:avLst/>
                <a:gdLst/>
                <a:ahLst/>
                <a:cxnLst/>
                <a:rect l="l" t="t" r="r" b="b"/>
                <a:pathLst>
                  <a:path w="2724" h="1290" extrusionOk="0">
                    <a:moveTo>
                      <a:pt x="325" y="1"/>
                    </a:moveTo>
                    <a:cubicBezTo>
                      <a:pt x="85" y="373"/>
                      <a:pt x="1" y="959"/>
                      <a:pt x="1" y="959"/>
                    </a:cubicBezTo>
                    <a:cubicBezTo>
                      <a:pt x="1" y="959"/>
                      <a:pt x="456" y="1268"/>
                      <a:pt x="1001" y="1289"/>
                    </a:cubicBezTo>
                    <a:cubicBezTo>
                      <a:pt x="1546" y="1289"/>
                      <a:pt x="2179" y="1268"/>
                      <a:pt x="2441" y="1200"/>
                    </a:cubicBezTo>
                    <a:cubicBezTo>
                      <a:pt x="2682" y="1137"/>
                      <a:pt x="2724" y="959"/>
                      <a:pt x="2724" y="959"/>
                    </a:cubicBezTo>
                    <a:cubicBezTo>
                      <a:pt x="2724" y="959"/>
                      <a:pt x="2116" y="504"/>
                      <a:pt x="1394" y="305"/>
                    </a:cubicBezTo>
                    <a:cubicBezTo>
                      <a:pt x="697" y="111"/>
                      <a:pt x="325" y="1"/>
                      <a:pt x="3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8" name="Google Shape;1108;p38"/>
              <p:cNvSpPr/>
              <p:nvPr/>
            </p:nvSpPr>
            <p:spPr>
              <a:xfrm>
                <a:off x="3003716" y="3521416"/>
                <a:ext cx="441836" cy="216451"/>
              </a:xfrm>
              <a:custGeom>
                <a:avLst/>
                <a:gdLst/>
                <a:ahLst/>
                <a:cxnLst/>
                <a:rect l="l" t="t" r="r" b="b"/>
                <a:pathLst>
                  <a:path w="2819" h="1381" extrusionOk="0">
                    <a:moveTo>
                      <a:pt x="414" y="106"/>
                    </a:moveTo>
                    <a:cubicBezTo>
                      <a:pt x="440" y="132"/>
                      <a:pt x="765" y="216"/>
                      <a:pt x="1441" y="415"/>
                    </a:cubicBezTo>
                    <a:cubicBezTo>
                      <a:pt x="2095" y="587"/>
                      <a:pt x="2640" y="980"/>
                      <a:pt x="2708" y="1022"/>
                    </a:cubicBezTo>
                    <a:cubicBezTo>
                      <a:pt x="2708" y="1048"/>
                      <a:pt x="2708" y="1048"/>
                      <a:pt x="2687" y="1069"/>
                    </a:cubicBezTo>
                    <a:cubicBezTo>
                      <a:pt x="2640" y="1111"/>
                      <a:pt x="2577" y="1153"/>
                      <a:pt x="2467" y="1200"/>
                    </a:cubicBezTo>
                    <a:cubicBezTo>
                      <a:pt x="2286" y="1247"/>
                      <a:pt x="1885" y="1271"/>
                      <a:pt x="1466" y="1271"/>
                    </a:cubicBezTo>
                    <a:cubicBezTo>
                      <a:pt x="1326" y="1271"/>
                      <a:pt x="1184" y="1268"/>
                      <a:pt x="1048" y="1263"/>
                    </a:cubicBezTo>
                    <a:cubicBezTo>
                      <a:pt x="545" y="1263"/>
                      <a:pt x="152" y="1001"/>
                      <a:pt x="111" y="980"/>
                    </a:cubicBezTo>
                    <a:cubicBezTo>
                      <a:pt x="111" y="917"/>
                      <a:pt x="200" y="436"/>
                      <a:pt x="414" y="106"/>
                    </a:cubicBezTo>
                    <a:close/>
                    <a:moveTo>
                      <a:pt x="393" y="1"/>
                    </a:moveTo>
                    <a:lnTo>
                      <a:pt x="331" y="22"/>
                    </a:lnTo>
                    <a:cubicBezTo>
                      <a:pt x="69" y="394"/>
                      <a:pt x="1" y="1001"/>
                      <a:pt x="1" y="1001"/>
                    </a:cubicBezTo>
                    <a:lnTo>
                      <a:pt x="22" y="1048"/>
                    </a:lnTo>
                    <a:cubicBezTo>
                      <a:pt x="22" y="1048"/>
                      <a:pt x="482" y="1373"/>
                      <a:pt x="1048" y="1373"/>
                    </a:cubicBezTo>
                    <a:cubicBezTo>
                      <a:pt x="1184" y="1378"/>
                      <a:pt x="1326" y="1381"/>
                      <a:pt x="1466" y="1381"/>
                    </a:cubicBezTo>
                    <a:cubicBezTo>
                      <a:pt x="1886" y="1381"/>
                      <a:pt x="2292" y="1357"/>
                      <a:pt x="2488" y="1310"/>
                    </a:cubicBezTo>
                    <a:cubicBezTo>
                      <a:pt x="2619" y="1263"/>
                      <a:pt x="2708" y="1200"/>
                      <a:pt x="2771" y="1132"/>
                    </a:cubicBezTo>
                    <a:cubicBezTo>
                      <a:pt x="2818" y="1069"/>
                      <a:pt x="2818" y="1022"/>
                      <a:pt x="2818" y="1022"/>
                    </a:cubicBezTo>
                    <a:lnTo>
                      <a:pt x="2797" y="959"/>
                    </a:lnTo>
                    <a:cubicBezTo>
                      <a:pt x="2797" y="959"/>
                      <a:pt x="2184" y="498"/>
                      <a:pt x="1462" y="305"/>
                    </a:cubicBezTo>
                    <a:cubicBezTo>
                      <a:pt x="765" y="106"/>
                      <a:pt x="393" y="1"/>
                      <a:pt x="39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09" name="Google Shape;1109;p38"/>
              <p:cNvSpPr/>
              <p:nvPr/>
            </p:nvSpPr>
            <p:spPr>
              <a:xfrm>
                <a:off x="3011082" y="3527999"/>
                <a:ext cx="426946" cy="202188"/>
              </a:xfrm>
              <a:custGeom>
                <a:avLst/>
                <a:gdLst/>
                <a:ahLst/>
                <a:cxnLst/>
                <a:rect l="l" t="t" r="r" b="b"/>
                <a:pathLst>
                  <a:path w="2724" h="1290" extrusionOk="0">
                    <a:moveTo>
                      <a:pt x="325" y="1"/>
                    </a:moveTo>
                    <a:cubicBezTo>
                      <a:pt x="85" y="373"/>
                      <a:pt x="1" y="959"/>
                      <a:pt x="1" y="959"/>
                    </a:cubicBezTo>
                    <a:cubicBezTo>
                      <a:pt x="1" y="959"/>
                      <a:pt x="456" y="1268"/>
                      <a:pt x="1001" y="1289"/>
                    </a:cubicBezTo>
                    <a:cubicBezTo>
                      <a:pt x="1546" y="1289"/>
                      <a:pt x="2179" y="1268"/>
                      <a:pt x="2441" y="1200"/>
                    </a:cubicBezTo>
                    <a:cubicBezTo>
                      <a:pt x="2682" y="1137"/>
                      <a:pt x="2724" y="959"/>
                      <a:pt x="2724" y="959"/>
                    </a:cubicBezTo>
                    <a:cubicBezTo>
                      <a:pt x="2724" y="959"/>
                      <a:pt x="2116" y="504"/>
                      <a:pt x="1394" y="305"/>
                    </a:cubicBezTo>
                    <a:cubicBezTo>
                      <a:pt x="697" y="111"/>
                      <a:pt x="325" y="1"/>
                      <a:pt x="325"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0" name="Google Shape;1110;p38"/>
              <p:cNvSpPr/>
              <p:nvPr/>
            </p:nvSpPr>
            <p:spPr>
              <a:xfrm>
                <a:off x="3003716" y="3521416"/>
                <a:ext cx="441836" cy="216451"/>
              </a:xfrm>
              <a:custGeom>
                <a:avLst/>
                <a:gdLst/>
                <a:ahLst/>
                <a:cxnLst/>
                <a:rect l="l" t="t" r="r" b="b"/>
                <a:pathLst>
                  <a:path w="2819" h="1381" extrusionOk="0">
                    <a:moveTo>
                      <a:pt x="414" y="106"/>
                    </a:moveTo>
                    <a:cubicBezTo>
                      <a:pt x="440" y="132"/>
                      <a:pt x="765" y="216"/>
                      <a:pt x="1441" y="415"/>
                    </a:cubicBezTo>
                    <a:cubicBezTo>
                      <a:pt x="2095" y="587"/>
                      <a:pt x="2640" y="980"/>
                      <a:pt x="2708" y="1022"/>
                    </a:cubicBezTo>
                    <a:cubicBezTo>
                      <a:pt x="2708" y="1048"/>
                      <a:pt x="2708" y="1048"/>
                      <a:pt x="2687" y="1069"/>
                    </a:cubicBezTo>
                    <a:cubicBezTo>
                      <a:pt x="2640" y="1111"/>
                      <a:pt x="2577" y="1153"/>
                      <a:pt x="2467" y="1200"/>
                    </a:cubicBezTo>
                    <a:cubicBezTo>
                      <a:pt x="2286" y="1247"/>
                      <a:pt x="1885" y="1271"/>
                      <a:pt x="1466" y="1271"/>
                    </a:cubicBezTo>
                    <a:cubicBezTo>
                      <a:pt x="1326" y="1271"/>
                      <a:pt x="1184" y="1268"/>
                      <a:pt x="1048" y="1263"/>
                    </a:cubicBezTo>
                    <a:cubicBezTo>
                      <a:pt x="545" y="1263"/>
                      <a:pt x="152" y="1001"/>
                      <a:pt x="111" y="980"/>
                    </a:cubicBezTo>
                    <a:cubicBezTo>
                      <a:pt x="111" y="917"/>
                      <a:pt x="200" y="436"/>
                      <a:pt x="414" y="106"/>
                    </a:cubicBezTo>
                    <a:close/>
                    <a:moveTo>
                      <a:pt x="393" y="1"/>
                    </a:moveTo>
                    <a:lnTo>
                      <a:pt x="331" y="22"/>
                    </a:lnTo>
                    <a:cubicBezTo>
                      <a:pt x="69" y="394"/>
                      <a:pt x="1" y="1001"/>
                      <a:pt x="1" y="1001"/>
                    </a:cubicBezTo>
                    <a:lnTo>
                      <a:pt x="22" y="1048"/>
                    </a:lnTo>
                    <a:cubicBezTo>
                      <a:pt x="22" y="1048"/>
                      <a:pt x="482" y="1373"/>
                      <a:pt x="1048" y="1373"/>
                    </a:cubicBezTo>
                    <a:cubicBezTo>
                      <a:pt x="1184" y="1378"/>
                      <a:pt x="1326" y="1381"/>
                      <a:pt x="1466" y="1381"/>
                    </a:cubicBezTo>
                    <a:cubicBezTo>
                      <a:pt x="1886" y="1381"/>
                      <a:pt x="2292" y="1357"/>
                      <a:pt x="2488" y="1310"/>
                    </a:cubicBezTo>
                    <a:cubicBezTo>
                      <a:pt x="2619" y="1263"/>
                      <a:pt x="2708" y="1200"/>
                      <a:pt x="2771" y="1132"/>
                    </a:cubicBezTo>
                    <a:cubicBezTo>
                      <a:pt x="2818" y="1069"/>
                      <a:pt x="2818" y="1022"/>
                      <a:pt x="2818" y="1022"/>
                    </a:cubicBezTo>
                    <a:lnTo>
                      <a:pt x="2797" y="959"/>
                    </a:lnTo>
                    <a:cubicBezTo>
                      <a:pt x="2797" y="959"/>
                      <a:pt x="2184" y="498"/>
                      <a:pt x="1462" y="305"/>
                    </a:cubicBezTo>
                    <a:cubicBezTo>
                      <a:pt x="765" y="106"/>
                      <a:pt x="393" y="1"/>
                      <a:pt x="39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1" name="Google Shape;1111;p38"/>
              <p:cNvSpPr/>
              <p:nvPr/>
            </p:nvSpPr>
            <p:spPr>
              <a:xfrm>
                <a:off x="4160261" y="3428159"/>
                <a:ext cx="591048" cy="465503"/>
              </a:xfrm>
              <a:custGeom>
                <a:avLst/>
                <a:gdLst/>
                <a:ahLst/>
                <a:cxnLst/>
                <a:rect l="l" t="t" r="r" b="b"/>
                <a:pathLst>
                  <a:path w="3771" h="2970" extrusionOk="0">
                    <a:moveTo>
                      <a:pt x="1464" y="1"/>
                    </a:moveTo>
                    <a:cubicBezTo>
                      <a:pt x="706" y="1"/>
                      <a:pt x="891" y="1643"/>
                      <a:pt x="891" y="1643"/>
                    </a:cubicBezTo>
                    <a:cubicBezTo>
                      <a:pt x="0" y="1748"/>
                      <a:pt x="718" y="2774"/>
                      <a:pt x="718" y="2774"/>
                    </a:cubicBezTo>
                    <a:cubicBezTo>
                      <a:pt x="718" y="2774"/>
                      <a:pt x="1123" y="2969"/>
                      <a:pt x="1640" y="2969"/>
                    </a:cubicBezTo>
                    <a:cubicBezTo>
                      <a:pt x="1723" y="2969"/>
                      <a:pt x="1809" y="2964"/>
                      <a:pt x="1896" y="2953"/>
                    </a:cubicBezTo>
                    <a:cubicBezTo>
                      <a:pt x="2509" y="2843"/>
                      <a:pt x="3205" y="2691"/>
                      <a:pt x="3488" y="2581"/>
                    </a:cubicBezTo>
                    <a:cubicBezTo>
                      <a:pt x="3750" y="2450"/>
                      <a:pt x="3771" y="2251"/>
                      <a:pt x="3771" y="2251"/>
                    </a:cubicBezTo>
                    <a:cubicBezTo>
                      <a:pt x="3771" y="2251"/>
                      <a:pt x="2357" y="72"/>
                      <a:pt x="1524" y="4"/>
                    </a:cubicBezTo>
                    <a:cubicBezTo>
                      <a:pt x="1504" y="2"/>
                      <a:pt x="1483" y="1"/>
                      <a:pt x="1464"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2" name="Google Shape;1112;p38"/>
              <p:cNvSpPr/>
              <p:nvPr/>
            </p:nvSpPr>
            <p:spPr>
              <a:xfrm>
                <a:off x="4217626" y="3418285"/>
                <a:ext cx="541206" cy="483214"/>
              </a:xfrm>
              <a:custGeom>
                <a:avLst/>
                <a:gdLst/>
                <a:ahLst/>
                <a:cxnLst/>
                <a:rect l="l" t="t" r="r" b="b"/>
                <a:pathLst>
                  <a:path w="3453" h="3083" extrusionOk="0">
                    <a:moveTo>
                      <a:pt x="1103" y="106"/>
                    </a:moveTo>
                    <a:cubicBezTo>
                      <a:pt x="1121" y="106"/>
                      <a:pt x="1139" y="107"/>
                      <a:pt x="1158" y="109"/>
                    </a:cubicBezTo>
                    <a:cubicBezTo>
                      <a:pt x="1336" y="135"/>
                      <a:pt x="1572" y="266"/>
                      <a:pt x="1813" y="481"/>
                    </a:cubicBezTo>
                    <a:cubicBezTo>
                      <a:pt x="2075" y="701"/>
                      <a:pt x="2316" y="963"/>
                      <a:pt x="2557" y="1245"/>
                    </a:cubicBezTo>
                    <a:cubicBezTo>
                      <a:pt x="2991" y="1790"/>
                      <a:pt x="3321" y="2293"/>
                      <a:pt x="3342" y="2314"/>
                    </a:cubicBezTo>
                    <a:cubicBezTo>
                      <a:pt x="3342" y="2335"/>
                      <a:pt x="3342" y="2361"/>
                      <a:pt x="3321" y="2403"/>
                    </a:cubicBezTo>
                    <a:cubicBezTo>
                      <a:pt x="3274" y="2445"/>
                      <a:pt x="3232" y="2534"/>
                      <a:pt x="3101" y="2576"/>
                    </a:cubicBezTo>
                    <a:cubicBezTo>
                      <a:pt x="2839" y="2707"/>
                      <a:pt x="2143" y="2858"/>
                      <a:pt x="1530" y="2947"/>
                    </a:cubicBezTo>
                    <a:cubicBezTo>
                      <a:pt x="1432" y="2962"/>
                      <a:pt x="1335" y="2969"/>
                      <a:pt x="1242" y="2969"/>
                    </a:cubicBezTo>
                    <a:cubicBezTo>
                      <a:pt x="775" y="2969"/>
                      <a:pt x="390" y="2813"/>
                      <a:pt x="373" y="2796"/>
                    </a:cubicBezTo>
                    <a:cubicBezTo>
                      <a:pt x="373" y="2796"/>
                      <a:pt x="221" y="2555"/>
                      <a:pt x="158" y="2314"/>
                    </a:cubicBezTo>
                    <a:cubicBezTo>
                      <a:pt x="111" y="2183"/>
                      <a:pt x="111" y="2052"/>
                      <a:pt x="179" y="1968"/>
                    </a:cubicBezTo>
                    <a:cubicBezTo>
                      <a:pt x="221" y="1858"/>
                      <a:pt x="331" y="1790"/>
                      <a:pt x="525" y="1769"/>
                    </a:cubicBezTo>
                    <a:lnTo>
                      <a:pt x="572" y="1706"/>
                    </a:lnTo>
                    <a:cubicBezTo>
                      <a:pt x="572" y="1706"/>
                      <a:pt x="525" y="1266"/>
                      <a:pt x="593" y="853"/>
                    </a:cubicBezTo>
                    <a:cubicBezTo>
                      <a:pt x="614" y="659"/>
                      <a:pt x="656" y="460"/>
                      <a:pt x="745" y="308"/>
                    </a:cubicBezTo>
                    <a:cubicBezTo>
                      <a:pt x="825" y="190"/>
                      <a:pt x="939" y="106"/>
                      <a:pt x="1103" y="106"/>
                    </a:cubicBezTo>
                    <a:close/>
                    <a:moveTo>
                      <a:pt x="1096" y="0"/>
                    </a:moveTo>
                    <a:cubicBezTo>
                      <a:pt x="909" y="0"/>
                      <a:pt x="755" y="106"/>
                      <a:pt x="656" y="266"/>
                    </a:cubicBezTo>
                    <a:cubicBezTo>
                      <a:pt x="551" y="418"/>
                      <a:pt x="504" y="633"/>
                      <a:pt x="483" y="853"/>
                    </a:cubicBezTo>
                    <a:cubicBezTo>
                      <a:pt x="420" y="1266"/>
                      <a:pt x="462" y="1638"/>
                      <a:pt x="483" y="1680"/>
                    </a:cubicBezTo>
                    <a:cubicBezTo>
                      <a:pt x="289" y="1727"/>
                      <a:pt x="132" y="1790"/>
                      <a:pt x="69" y="1900"/>
                    </a:cubicBezTo>
                    <a:cubicBezTo>
                      <a:pt x="1" y="2031"/>
                      <a:pt x="27" y="2183"/>
                      <a:pt x="48" y="2335"/>
                    </a:cubicBezTo>
                    <a:cubicBezTo>
                      <a:pt x="111" y="2623"/>
                      <a:pt x="310" y="2885"/>
                      <a:pt x="310" y="2885"/>
                    </a:cubicBezTo>
                    <a:lnTo>
                      <a:pt x="331" y="2885"/>
                    </a:lnTo>
                    <a:cubicBezTo>
                      <a:pt x="331" y="2885"/>
                      <a:pt x="727" y="3083"/>
                      <a:pt x="1228" y="3083"/>
                    </a:cubicBezTo>
                    <a:cubicBezTo>
                      <a:pt x="1326" y="3083"/>
                      <a:pt x="1427" y="3075"/>
                      <a:pt x="1530" y="3057"/>
                    </a:cubicBezTo>
                    <a:cubicBezTo>
                      <a:pt x="2164" y="2968"/>
                      <a:pt x="2860" y="2817"/>
                      <a:pt x="3143" y="2686"/>
                    </a:cubicBezTo>
                    <a:cubicBezTo>
                      <a:pt x="3300" y="2623"/>
                      <a:pt x="3363" y="2534"/>
                      <a:pt x="3405" y="2445"/>
                    </a:cubicBezTo>
                    <a:cubicBezTo>
                      <a:pt x="3452" y="2382"/>
                      <a:pt x="3452" y="2314"/>
                      <a:pt x="3452" y="2314"/>
                    </a:cubicBezTo>
                    <a:lnTo>
                      <a:pt x="3452" y="2272"/>
                    </a:lnTo>
                    <a:cubicBezTo>
                      <a:pt x="3452" y="2272"/>
                      <a:pt x="3080" y="1727"/>
                      <a:pt x="2619" y="1183"/>
                    </a:cubicBezTo>
                    <a:cubicBezTo>
                      <a:pt x="2405" y="895"/>
                      <a:pt x="2143" y="612"/>
                      <a:pt x="1881" y="397"/>
                    </a:cubicBezTo>
                    <a:cubicBezTo>
                      <a:pt x="1640" y="177"/>
                      <a:pt x="1378" y="25"/>
                      <a:pt x="1158" y="4"/>
                    </a:cubicBezTo>
                    <a:cubicBezTo>
                      <a:pt x="1137" y="2"/>
                      <a:pt x="1116" y="0"/>
                      <a:pt x="109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3" name="Google Shape;1113;p38"/>
              <p:cNvSpPr/>
              <p:nvPr/>
            </p:nvSpPr>
            <p:spPr>
              <a:xfrm>
                <a:off x="2757486" y="2388697"/>
                <a:ext cx="1275666" cy="1371901"/>
              </a:xfrm>
              <a:custGeom>
                <a:avLst/>
                <a:gdLst/>
                <a:ahLst/>
                <a:cxnLst/>
                <a:rect l="l" t="t" r="r" b="b"/>
                <a:pathLst>
                  <a:path w="8139" h="8753" extrusionOk="0">
                    <a:moveTo>
                      <a:pt x="2577" y="1"/>
                    </a:moveTo>
                    <a:cubicBezTo>
                      <a:pt x="2577" y="1"/>
                      <a:pt x="613" y="373"/>
                      <a:pt x="309" y="1027"/>
                    </a:cubicBezTo>
                    <a:cubicBezTo>
                      <a:pt x="1" y="1682"/>
                      <a:pt x="283" y="1682"/>
                      <a:pt x="917" y="1860"/>
                    </a:cubicBezTo>
                    <a:cubicBezTo>
                      <a:pt x="1572" y="2033"/>
                      <a:pt x="3645" y="2515"/>
                      <a:pt x="3645" y="2515"/>
                    </a:cubicBezTo>
                    <a:lnTo>
                      <a:pt x="1137" y="6856"/>
                    </a:lnTo>
                    <a:cubicBezTo>
                      <a:pt x="1137" y="6856"/>
                      <a:pt x="1833" y="8186"/>
                      <a:pt x="3342" y="8579"/>
                    </a:cubicBezTo>
                    <a:cubicBezTo>
                      <a:pt x="3811" y="8708"/>
                      <a:pt x="4238" y="8753"/>
                      <a:pt x="4603" y="8753"/>
                    </a:cubicBezTo>
                    <a:cubicBezTo>
                      <a:pt x="5408" y="8753"/>
                      <a:pt x="5913" y="8537"/>
                      <a:pt x="5913" y="8537"/>
                    </a:cubicBezTo>
                    <a:cubicBezTo>
                      <a:pt x="5913" y="8537"/>
                      <a:pt x="7945" y="3363"/>
                      <a:pt x="8055" y="2729"/>
                    </a:cubicBezTo>
                    <a:cubicBezTo>
                      <a:pt x="8139" y="2096"/>
                      <a:pt x="7924" y="572"/>
                      <a:pt x="7138" y="373"/>
                    </a:cubicBezTo>
                    <a:cubicBezTo>
                      <a:pt x="6353" y="179"/>
                      <a:pt x="2577" y="1"/>
                      <a:pt x="25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4" name="Google Shape;1114;p38"/>
              <p:cNvSpPr/>
              <p:nvPr/>
            </p:nvSpPr>
            <p:spPr>
              <a:xfrm>
                <a:off x="2778018" y="2378980"/>
                <a:ext cx="1259209" cy="1389299"/>
              </a:xfrm>
              <a:custGeom>
                <a:avLst/>
                <a:gdLst/>
                <a:ahLst/>
                <a:cxnLst/>
                <a:rect l="l" t="t" r="r" b="b"/>
                <a:pathLst>
                  <a:path w="8034" h="8864" extrusionOk="0">
                    <a:moveTo>
                      <a:pt x="2467" y="110"/>
                    </a:moveTo>
                    <a:cubicBezTo>
                      <a:pt x="2467" y="110"/>
                      <a:pt x="3383" y="152"/>
                      <a:pt x="4431" y="220"/>
                    </a:cubicBezTo>
                    <a:cubicBezTo>
                      <a:pt x="5478" y="304"/>
                      <a:pt x="6615" y="393"/>
                      <a:pt x="6986" y="482"/>
                    </a:cubicBezTo>
                    <a:cubicBezTo>
                      <a:pt x="7353" y="587"/>
                      <a:pt x="7594" y="979"/>
                      <a:pt x="7746" y="1461"/>
                    </a:cubicBezTo>
                    <a:cubicBezTo>
                      <a:pt x="7877" y="1943"/>
                      <a:pt x="7924" y="2488"/>
                      <a:pt x="7856" y="2791"/>
                    </a:cubicBezTo>
                    <a:cubicBezTo>
                      <a:pt x="7835" y="2922"/>
                      <a:pt x="7683" y="3383"/>
                      <a:pt x="7484" y="3949"/>
                    </a:cubicBezTo>
                    <a:cubicBezTo>
                      <a:pt x="7290" y="4514"/>
                      <a:pt x="7007" y="5216"/>
                      <a:pt x="6767" y="5913"/>
                    </a:cubicBezTo>
                    <a:cubicBezTo>
                      <a:pt x="6243" y="7264"/>
                      <a:pt x="5740" y="8531"/>
                      <a:pt x="5740" y="8552"/>
                    </a:cubicBezTo>
                    <a:cubicBezTo>
                      <a:pt x="5711" y="8552"/>
                      <a:pt x="5222" y="8762"/>
                      <a:pt x="4439" y="8762"/>
                    </a:cubicBezTo>
                    <a:cubicBezTo>
                      <a:pt x="4090" y="8762"/>
                      <a:pt x="3683" y="8720"/>
                      <a:pt x="3232" y="8599"/>
                    </a:cubicBezTo>
                    <a:cubicBezTo>
                      <a:pt x="1750" y="8206"/>
                      <a:pt x="1095" y="6960"/>
                      <a:pt x="1069" y="6918"/>
                    </a:cubicBezTo>
                    <a:lnTo>
                      <a:pt x="3556" y="2598"/>
                    </a:lnTo>
                    <a:lnTo>
                      <a:pt x="3514" y="2530"/>
                    </a:lnTo>
                    <a:cubicBezTo>
                      <a:pt x="3514" y="2530"/>
                      <a:pt x="1441" y="2027"/>
                      <a:pt x="807" y="1854"/>
                    </a:cubicBezTo>
                    <a:cubicBezTo>
                      <a:pt x="482" y="1765"/>
                      <a:pt x="262" y="1723"/>
                      <a:pt x="152" y="1634"/>
                    </a:cubicBezTo>
                    <a:cubicBezTo>
                      <a:pt x="110" y="1592"/>
                      <a:pt x="89" y="1550"/>
                      <a:pt x="110" y="1461"/>
                    </a:cubicBezTo>
                    <a:cubicBezTo>
                      <a:pt x="110" y="1398"/>
                      <a:pt x="152" y="1267"/>
                      <a:pt x="220" y="1110"/>
                    </a:cubicBezTo>
                    <a:cubicBezTo>
                      <a:pt x="283" y="958"/>
                      <a:pt x="461" y="828"/>
                      <a:pt x="702" y="697"/>
                    </a:cubicBezTo>
                    <a:cubicBezTo>
                      <a:pt x="917" y="566"/>
                      <a:pt x="1179" y="456"/>
                      <a:pt x="1441" y="372"/>
                    </a:cubicBezTo>
                    <a:cubicBezTo>
                      <a:pt x="1964" y="194"/>
                      <a:pt x="2446" y="110"/>
                      <a:pt x="2467" y="110"/>
                    </a:cubicBezTo>
                    <a:close/>
                    <a:moveTo>
                      <a:pt x="2446" y="0"/>
                    </a:moveTo>
                    <a:cubicBezTo>
                      <a:pt x="2446" y="0"/>
                      <a:pt x="1943" y="110"/>
                      <a:pt x="1420" y="283"/>
                    </a:cubicBezTo>
                    <a:cubicBezTo>
                      <a:pt x="1158" y="372"/>
                      <a:pt x="875" y="482"/>
                      <a:pt x="634" y="613"/>
                    </a:cubicBezTo>
                    <a:cubicBezTo>
                      <a:pt x="393" y="744"/>
                      <a:pt x="220" y="896"/>
                      <a:pt x="131" y="1068"/>
                    </a:cubicBezTo>
                    <a:cubicBezTo>
                      <a:pt x="48" y="1220"/>
                      <a:pt x="0" y="1351"/>
                      <a:pt x="0" y="1461"/>
                    </a:cubicBezTo>
                    <a:cubicBezTo>
                      <a:pt x="0" y="1571"/>
                      <a:pt x="21" y="1660"/>
                      <a:pt x="89" y="1723"/>
                    </a:cubicBezTo>
                    <a:cubicBezTo>
                      <a:pt x="220" y="1854"/>
                      <a:pt x="461" y="1875"/>
                      <a:pt x="786" y="1964"/>
                    </a:cubicBezTo>
                    <a:cubicBezTo>
                      <a:pt x="1399" y="2137"/>
                      <a:pt x="3321" y="2598"/>
                      <a:pt x="3425" y="2619"/>
                    </a:cubicBezTo>
                    <a:lnTo>
                      <a:pt x="964" y="6897"/>
                    </a:lnTo>
                    <a:lnTo>
                      <a:pt x="964" y="6939"/>
                    </a:lnTo>
                    <a:cubicBezTo>
                      <a:pt x="964" y="6939"/>
                      <a:pt x="1661" y="8290"/>
                      <a:pt x="3190" y="8704"/>
                    </a:cubicBezTo>
                    <a:cubicBezTo>
                      <a:pt x="3649" y="8822"/>
                      <a:pt x="4066" y="8864"/>
                      <a:pt x="4426" y="8864"/>
                    </a:cubicBezTo>
                    <a:cubicBezTo>
                      <a:pt x="5260" y="8864"/>
                      <a:pt x="5782" y="8641"/>
                      <a:pt x="5782" y="8641"/>
                    </a:cubicBezTo>
                    <a:lnTo>
                      <a:pt x="5829" y="8620"/>
                    </a:lnTo>
                    <a:cubicBezTo>
                      <a:pt x="5829" y="8620"/>
                      <a:pt x="6332" y="7311"/>
                      <a:pt x="6856" y="5954"/>
                    </a:cubicBezTo>
                    <a:cubicBezTo>
                      <a:pt x="7117" y="5258"/>
                      <a:pt x="7379" y="4561"/>
                      <a:pt x="7594" y="3970"/>
                    </a:cubicBezTo>
                    <a:cubicBezTo>
                      <a:pt x="7793" y="3404"/>
                      <a:pt x="7945" y="2969"/>
                      <a:pt x="7966" y="2791"/>
                    </a:cubicBezTo>
                    <a:cubicBezTo>
                      <a:pt x="8034" y="2467"/>
                      <a:pt x="7987" y="1922"/>
                      <a:pt x="7835" y="1440"/>
                    </a:cubicBezTo>
                    <a:cubicBezTo>
                      <a:pt x="7704" y="938"/>
                      <a:pt x="7442" y="503"/>
                      <a:pt x="7007" y="393"/>
                    </a:cubicBezTo>
                    <a:cubicBezTo>
                      <a:pt x="6615" y="283"/>
                      <a:pt x="5478" y="194"/>
                      <a:pt x="4431" y="131"/>
                    </a:cubicBezTo>
                    <a:cubicBezTo>
                      <a:pt x="3404" y="42"/>
                      <a:pt x="2446" y="0"/>
                      <a:pt x="244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5" name="Google Shape;1115;p38"/>
              <p:cNvSpPr/>
              <p:nvPr/>
            </p:nvSpPr>
            <p:spPr>
              <a:xfrm>
                <a:off x="2309381" y="2470826"/>
                <a:ext cx="2394441" cy="1389613"/>
              </a:xfrm>
              <a:custGeom>
                <a:avLst/>
                <a:gdLst/>
                <a:ahLst/>
                <a:cxnLst/>
                <a:rect l="l" t="t" r="r" b="b"/>
                <a:pathLst>
                  <a:path w="15277" h="8866" extrusionOk="0">
                    <a:moveTo>
                      <a:pt x="3341" y="1"/>
                    </a:moveTo>
                    <a:cubicBezTo>
                      <a:pt x="3341" y="1"/>
                      <a:pt x="2226" y="482"/>
                      <a:pt x="1116" y="1268"/>
                    </a:cubicBezTo>
                    <a:cubicBezTo>
                      <a:pt x="0" y="2054"/>
                      <a:pt x="89" y="3300"/>
                      <a:pt x="89" y="3300"/>
                    </a:cubicBezTo>
                    <a:cubicBezTo>
                      <a:pt x="655" y="4127"/>
                      <a:pt x="1267" y="4127"/>
                      <a:pt x="1990" y="4216"/>
                    </a:cubicBezTo>
                    <a:cubicBezTo>
                      <a:pt x="2080" y="4229"/>
                      <a:pt x="2236" y="4235"/>
                      <a:pt x="2440" y="4235"/>
                    </a:cubicBezTo>
                    <a:cubicBezTo>
                      <a:pt x="3869" y="4235"/>
                      <a:pt x="7662" y="3955"/>
                      <a:pt x="7662" y="3955"/>
                    </a:cubicBezTo>
                    <a:lnTo>
                      <a:pt x="11809" y="8799"/>
                    </a:lnTo>
                    <a:cubicBezTo>
                      <a:pt x="11809" y="8799"/>
                      <a:pt x="11989" y="8866"/>
                      <a:pt x="12292" y="8866"/>
                    </a:cubicBezTo>
                    <a:cubicBezTo>
                      <a:pt x="12697" y="8866"/>
                      <a:pt x="13322" y="8746"/>
                      <a:pt x="14035" y="8186"/>
                    </a:cubicBezTo>
                    <a:cubicBezTo>
                      <a:pt x="15276" y="7201"/>
                      <a:pt x="15234" y="6201"/>
                      <a:pt x="15234" y="6201"/>
                    </a:cubicBezTo>
                    <a:cubicBezTo>
                      <a:pt x="15234" y="6201"/>
                      <a:pt x="10605" y="1944"/>
                      <a:pt x="9777" y="1226"/>
                    </a:cubicBezTo>
                    <a:cubicBezTo>
                      <a:pt x="8974" y="522"/>
                      <a:pt x="8401" y="503"/>
                      <a:pt x="8156" y="503"/>
                    </a:cubicBezTo>
                    <a:cubicBezTo>
                      <a:pt x="8142" y="503"/>
                      <a:pt x="8129" y="503"/>
                      <a:pt x="8117" y="503"/>
                    </a:cubicBezTo>
                    <a:cubicBezTo>
                      <a:pt x="8106" y="502"/>
                      <a:pt x="8085" y="502"/>
                      <a:pt x="8055" y="502"/>
                    </a:cubicBezTo>
                    <a:cubicBezTo>
                      <a:pt x="7617" y="502"/>
                      <a:pt x="5297" y="620"/>
                      <a:pt x="4623" y="620"/>
                    </a:cubicBezTo>
                    <a:cubicBezTo>
                      <a:pt x="4535" y="620"/>
                      <a:pt x="4475" y="618"/>
                      <a:pt x="4452" y="613"/>
                    </a:cubicBezTo>
                    <a:cubicBezTo>
                      <a:pt x="4237" y="592"/>
                      <a:pt x="3341" y="1"/>
                      <a:pt x="33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6" name="Google Shape;1116;p38"/>
              <p:cNvSpPr/>
              <p:nvPr/>
            </p:nvSpPr>
            <p:spPr>
              <a:xfrm>
                <a:off x="2302798" y="2460952"/>
                <a:ext cx="2404315" cy="1407324"/>
              </a:xfrm>
              <a:custGeom>
                <a:avLst/>
                <a:gdLst/>
                <a:ahLst/>
                <a:cxnLst/>
                <a:rect l="l" t="t" r="r" b="b"/>
                <a:pathLst>
                  <a:path w="15340" h="8979" extrusionOk="0">
                    <a:moveTo>
                      <a:pt x="3362" y="111"/>
                    </a:moveTo>
                    <a:cubicBezTo>
                      <a:pt x="3383" y="132"/>
                      <a:pt x="3577" y="263"/>
                      <a:pt x="3818" y="415"/>
                    </a:cubicBezTo>
                    <a:cubicBezTo>
                      <a:pt x="3949" y="483"/>
                      <a:pt x="4101" y="566"/>
                      <a:pt x="4211" y="614"/>
                    </a:cubicBezTo>
                    <a:cubicBezTo>
                      <a:pt x="4321" y="676"/>
                      <a:pt x="4410" y="718"/>
                      <a:pt x="4494" y="744"/>
                    </a:cubicBezTo>
                    <a:lnTo>
                      <a:pt x="5127" y="744"/>
                    </a:lnTo>
                    <a:cubicBezTo>
                      <a:pt x="5478" y="718"/>
                      <a:pt x="5913" y="697"/>
                      <a:pt x="6326" y="676"/>
                    </a:cubicBezTo>
                    <a:cubicBezTo>
                      <a:pt x="6766" y="676"/>
                      <a:pt x="7201" y="655"/>
                      <a:pt x="7531" y="634"/>
                    </a:cubicBezTo>
                    <a:cubicBezTo>
                      <a:pt x="7704" y="634"/>
                      <a:pt x="7856" y="634"/>
                      <a:pt x="7966" y="614"/>
                    </a:cubicBezTo>
                    <a:lnTo>
                      <a:pt x="8159" y="614"/>
                    </a:lnTo>
                    <a:cubicBezTo>
                      <a:pt x="8269" y="634"/>
                      <a:pt x="8468" y="614"/>
                      <a:pt x="8730" y="697"/>
                    </a:cubicBezTo>
                    <a:cubicBezTo>
                      <a:pt x="9013" y="786"/>
                      <a:pt x="9364" y="959"/>
                      <a:pt x="9778" y="1310"/>
                    </a:cubicBezTo>
                    <a:cubicBezTo>
                      <a:pt x="10605" y="2054"/>
                      <a:pt x="15187" y="6243"/>
                      <a:pt x="15208" y="6285"/>
                    </a:cubicBezTo>
                    <a:cubicBezTo>
                      <a:pt x="15208" y="6285"/>
                      <a:pt x="15229" y="6505"/>
                      <a:pt x="15077" y="6872"/>
                    </a:cubicBezTo>
                    <a:cubicBezTo>
                      <a:pt x="14946" y="7243"/>
                      <a:pt x="14664" y="7725"/>
                      <a:pt x="14030" y="8207"/>
                    </a:cubicBezTo>
                    <a:cubicBezTo>
                      <a:pt x="13422" y="8705"/>
                      <a:pt x="12873" y="8835"/>
                      <a:pt x="12506" y="8862"/>
                    </a:cubicBezTo>
                    <a:cubicBezTo>
                      <a:pt x="12431" y="8870"/>
                      <a:pt x="12363" y="8873"/>
                      <a:pt x="12301" y="8873"/>
                    </a:cubicBezTo>
                    <a:cubicBezTo>
                      <a:pt x="12037" y="8873"/>
                      <a:pt x="11889" y="8815"/>
                      <a:pt x="11872" y="8815"/>
                    </a:cubicBezTo>
                    <a:lnTo>
                      <a:pt x="7746" y="3970"/>
                    </a:lnTo>
                    <a:lnTo>
                      <a:pt x="7704" y="3949"/>
                    </a:lnTo>
                    <a:cubicBezTo>
                      <a:pt x="7704" y="3949"/>
                      <a:pt x="6457" y="4038"/>
                      <a:pt x="5127" y="4122"/>
                    </a:cubicBezTo>
                    <a:cubicBezTo>
                      <a:pt x="4473" y="4169"/>
                      <a:pt x="3776" y="4211"/>
                      <a:pt x="3210" y="4232"/>
                    </a:cubicBezTo>
                    <a:cubicBezTo>
                      <a:pt x="2925" y="4243"/>
                      <a:pt x="2674" y="4248"/>
                      <a:pt x="2472" y="4248"/>
                    </a:cubicBezTo>
                    <a:cubicBezTo>
                      <a:pt x="2270" y="4248"/>
                      <a:pt x="2119" y="4243"/>
                      <a:pt x="2032" y="4232"/>
                    </a:cubicBezTo>
                    <a:cubicBezTo>
                      <a:pt x="1681" y="4169"/>
                      <a:pt x="1351" y="4148"/>
                      <a:pt x="1048" y="4038"/>
                    </a:cubicBezTo>
                    <a:cubicBezTo>
                      <a:pt x="744" y="3928"/>
                      <a:pt x="461" y="3729"/>
                      <a:pt x="199" y="3337"/>
                    </a:cubicBezTo>
                    <a:cubicBezTo>
                      <a:pt x="199" y="3316"/>
                      <a:pt x="110" y="2117"/>
                      <a:pt x="1179" y="1373"/>
                    </a:cubicBezTo>
                    <a:cubicBezTo>
                      <a:pt x="2268" y="587"/>
                      <a:pt x="3341" y="132"/>
                      <a:pt x="3362" y="111"/>
                    </a:cubicBezTo>
                    <a:close/>
                    <a:moveTo>
                      <a:pt x="3362" y="1"/>
                    </a:moveTo>
                    <a:cubicBezTo>
                      <a:pt x="3362" y="1"/>
                      <a:pt x="2247" y="483"/>
                      <a:pt x="1137" y="1289"/>
                    </a:cubicBezTo>
                    <a:cubicBezTo>
                      <a:pt x="0" y="2075"/>
                      <a:pt x="89" y="3363"/>
                      <a:pt x="89" y="3363"/>
                    </a:cubicBezTo>
                    <a:lnTo>
                      <a:pt x="89" y="3384"/>
                    </a:lnTo>
                    <a:cubicBezTo>
                      <a:pt x="393" y="3819"/>
                      <a:pt x="697" y="4038"/>
                      <a:pt x="1006" y="4148"/>
                    </a:cubicBezTo>
                    <a:cubicBezTo>
                      <a:pt x="1330" y="4253"/>
                      <a:pt x="1660" y="4279"/>
                      <a:pt x="2032" y="4342"/>
                    </a:cubicBezTo>
                    <a:cubicBezTo>
                      <a:pt x="2083" y="4348"/>
                      <a:pt x="2158" y="4351"/>
                      <a:pt x="2253" y="4351"/>
                    </a:cubicBezTo>
                    <a:cubicBezTo>
                      <a:pt x="2482" y="4351"/>
                      <a:pt x="2828" y="4336"/>
                      <a:pt x="3231" y="4321"/>
                    </a:cubicBezTo>
                    <a:cubicBezTo>
                      <a:pt x="3776" y="4300"/>
                      <a:pt x="4473" y="4279"/>
                      <a:pt x="5127" y="4232"/>
                    </a:cubicBezTo>
                    <a:cubicBezTo>
                      <a:pt x="6457" y="4148"/>
                      <a:pt x="7662" y="4059"/>
                      <a:pt x="7683" y="4059"/>
                    </a:cubicBezTo>
                    <a:lnTo>
                      <a:pt x="11804" y="8883"/>
                    </a:lnTo>
                    <a:lnTo>
                      <a:pt x="11825" y="8904"/>
                    </a:lnTo>
                    <a:cubicBezTo>
                      <a:pt x="11825" y="8904"/>
                      <a:pt x="12003" y="8978"/>
                      <a:pt x="12299" y="8978"/>
                    </a:cubicBezTo>
                    <a:cubicBezTo>
                      <a:pt x="12363" y="8978"/>
                      <a:pt x="12432" y="8975"/>
                      <a:pt x="12506" y="8966"/>
                    </a:cubicBezTo>
                    <a:cubicBezTo>
                      <a:pt x="12920" y="8945"/>
                      <a:pt x="13485" y="8794"/>
                      <a:pt x="14098" y="8291"/>
                    </a:cubicBezTo>
                    <a:cubicBezTo>
                      <a:pt x="14732" y="7814"/>
                      <a:pt x="15035" y="7291"/>
                      <a:pt x="15187" y="6919"/>
                    </a:cubicBezTo>
                    <a:cubicBezTo>
                      <a:pt x="15339" y="6526"/>
                      <a:pt x="15318" y="6264"/>
                      <a:pt x="15318" y="6264"/>
                    </a:cubicBezTo>
                    <a:lnTo>
                      <a:pt x="15297" y="6217"/>
                    </a:lnTo>
                    <a:cubicBezTo>
                      <a:pt x="15297" y="6217"/>
                      <a:pt x="10694" y="1965"/>
                      <a:pt x="9840" y="1242"/>
                    </a:cubicBezTo>
                    <a:cubicBezTo>
                      <a:pt x="9427" y="875"/>
                      <a:pt x="9055" y="697"/>
                      <a:pt x="8772" y="614"/>
                    </a:cubicBezTo>
                    <a:cubicBezTo>
                      <a:pt x="8489" y="525"/>
                      <a:pt x="8269" y="525"/>
                      <a:pt x="8159" y="504"/>
                    </a:cubicBezTo>
                    <a:cubicBezTo>
                      <a:pt x="8138" y="504"/>
                      <a:pt x="8076" y="504"/>
                      <a:pt x="7966" y="525"/>
                    </a:cubicBezTo>
                    <a:lnTo>
                      <a:pt x="7531" y="525"/>
                    </a:lnTo>
                    <a:cubicBezTo>
                      <a:pt x="7201" y="545"/>
                      <a:pt x="6766" y="566"/>
                      <a:pt x="6326" y="587"/>
                    </a:cubicBezTo>
                    <a:cubicBezTo>
                      <a:pt x="5892" y="587"/>
                      <a:pt x="5478" y="614"/>
                      <a:pt x="5127" y="634"/>
                    </a:cubicBezTo>
                    <a:lnTo>
                      <a:pt x="4520" y="634"/>
                    </a:lnTo>
                    <a:cubicBezTo>
                      <a:pt x="4473" y="634"/>
                      <a:pt x="4363" y="587"/>
                      <a:pt x="4258" y="525"/>
                    </a:cubicBezTo>
                    <a:cubicBezTo>
                      <a:pt x="4148" y="456"/>
                      <a:pt x="4017" y="394"/>
                      <a:pt x="3886" y="305"/>
                    </a:cubicBezTo>
                    <a:cubicBezTo>
                      <a:pt x="3624" y="153"/>
                      <a:pt x="3404" y="22"/>
                      <a:pt x="3404" y="22"/>
                    </a:cubicBezTo>
                    <a:lnTo>
                      <a:pt x="336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7" name="Google Shape;1117;p38"/>
              <p:cNvSpPr/>
              <p:nvPr/>
            </p:nvSpPr>
            <p:spPr>
              <a:xfrm>
                <a:off x="4484389" y="3689436"/>
                <a:ext cx="691358" cy="294035"/>
              </a:xfrm>
              <a:custGeom>
                <a:avLst/>
                <a:gdLst/>
                <a:ahLst/>
                <a:cxnLst/>
                <a:rect l="l" t="t" r="r" b="b"/>
                <a:pathLst>
                  <a:path w="4411" h="1876" extrusionOk="0">
                    <a:moveTo>
                      <a:pt x="932" y="1"/>
                    </a:moveTo>
                    <a:cubicBezTo>
                      <a:pt x="790" y="1"/>
                      <a:pt x="652" y="35"/>
                      <a:pt x="525" y="107"/>
                    </a:cubicBezTo>
                    <a:cubicBezTo>
                      <a:pt x="179" y="280"/>
                      <a:pt x="1" y="521"/>
                      <a:pt x="132" y="825"/>
                    </a:cubicBezTo>
                    <a:cubicBezTo>
                      <a:pt x="441" y="1217"/>
                      <a:pt x="682" y="1610"/>
                      <a:pt x="1357" y="1699"/>
                    </a:cubicBezTo>
                    <a:cubicBezTo>
                      <a:pt x="1902" y="1750"/>
                      <a:pt x="2730" y="1876"/>
                      <a:pt x="3249" y="1876"/>
                    </a:cubicBezTo>
                    <a:cubicBezTo>
                      <a:pt x="3374" y="1876"/>
                      <a:pt x="3481" y="1868"/>
                      <a:pt x="3562" y="1851"/>
                    </a:cubicBezTo>
                    <a:cubicBezTo>
                      <a:pt x="3997" y="1741"/>
                      <a:pt x="4410" y="1390"/>
                      <a:pt x="4217" y="1217"/>
                    </a:cubicBezTo>
                    <a:cubicBezTo>
                      <a:pt x="4018" y="1024"/>
                      <a:pt x="2991" y="977"/>
                      <a:pt x="2578" y="825"/>
                    </a:cubicBezTo>
                    <a:cubicBezTo>
                      <a:pt x="2185" y="694"/>
                      <a:pt x="2033" y="631"/>
                      <a:pt x="1682" y="301"/>
                    </a:cubicBezTo>
                    <a:cubicBezTo>
                      <a:pt x="1445" y="107"/>
                      <a:pt x="1182" y="1"/>
                      <a:pt x="9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8" name="Google Shape;1118;p38"/>
              <p:cNvSpPr/>
              <p:nvPr/>
            </p:nvSpPr>
            <p:spPr>
              <a:xfrm>
                <a:off x="4484389" y="3680345"/>
                <a:ext cx="681484" cy="309865"/>
              </a:xfrm>
              <a:custGeom>
                <a:avLst/>
                <a:gdLst/>
                <a:ahLst/>
                <a:cxnLst/>
                <a:rect l="l" t="t" r="r" b="b"/>
                <a:pathLst>
                  <a:path w="4348" h="1977" extrusionOk="0">
                    <a:moveTo>
                      <a:pt x="960" y="111"/>
                    </a:moveTo>
                    <a:cubicBezTo>
                      <a:pt x="1004" y="111"/>
                      <a:pt x="1049" y="113"/>
                      <a:pt x="1095" y="118"/>
                    </a:cubicBezTo>
                    <a:cubicBezTo>
                      <a:pt x="1289" y="165"/>
                      <a:pt x="1467" y="249"/>
                      <a:pt x="1640" y="401"/>
                    </a:cubicBezTo>
                    <a:cubicBezTo>
                      <a:pt x="1991" y="731"/>
                      <a:pt x="2164" y="794"/>
                      <a:pt x="2557" y="951"/>
                    </a:cubicBezTo>
                    <a:cubicBezTo>
                      <a:pt x="2777" y="1014"/>
                      <a:pt x="3143" y="1055"/>
                      <a:pt x="3473" y="1103"/>
                    </a:cubicBezTo>
                    <a:cubicBezTo>
                      <a:pt x="3646" y="1145"/>
                      <a:pt x="3798" y="1165"/>
                      <a:pt x="3929" y="1186"/>
                    </a:cubicBezTo>
                    <a:cubicBezTo>
                      <a:pt x="4060" y="1234"/>
                      <a:pt x="4149" y="1275"/>
                      <a:pt x="4190" y="1296"/>
                    </a:cubicBezTo>
                    <a:cubicBezTo>
                      <a:pt x="4217" y="1344"/>
                      <a:pt x="4238" y="1364"/>
                      <a:pt x="4217" y="1427"/>
                    </a:cubicBezTo>
                    <a:cubicBezTo>
                      <a:pt x="4190" y="1474"/>
                      <a:pt x="4149" y="1516"/>
                      <a:pt x="4086" y="1579"/>
                    </a:cubicBezTo>
                    <a:cubicBezTo>
                      <a:pt x="3976" y="1689"/>
                      <a:pt x="3756" y="1799"/>
                      <a:pt x="3562" y="1841"/>
                    </a:cubicBezTo>
                    <a:cubicBezTo>
                      <a:pt x="3476" y="1861"/>
                      <a:pt x="3358" y="1869"/>
                      <a:pt x="3217" y="1869"/>
                    </a:cubicBezTo>
                    <a:cubicBezTo>
                      <a:pt x="3034" y="1869"/>
                      <a:pt x="2812" y="1856"/>
                      <a:pt x="2578" y="1841"/>
                    </a:cubicBezTo>
                    <a:cubicBezTo>
                      <a:pt x="2164" y="1799"/>
                      <a:pt x="1703" y="1736"/>
                      <a:pt x="1357" y="1689"/>
                    </a:cubicBezTo>
                    <a:cubicBezTo>
                      <a:pt x="1027" y="1668"/>
                      <a:pt x="813" y="1558"/>
                      <a:pt x="635" y="1406"/>
                    </a:cubicBezTo>
                    <a:cubicBezTo>
                      <a:pt x="462" y="1254"/>
                      <a:pt x="331" y="1055"/>
                      <a:pt x="179" y="862"/>
                    </a:cubicBezTo>
                    <a:cubicBezTo>
                      <a:pt x="111" y="731"/>
                      <a:pt x="132" y="600"/>
                      <a:pt x="200" y="490"/>
                    </a:cubicBezTo>
                    <a:cubicBezTo>
                      <a:pt x="263" y="401"/>
                      <a:pt x="373" y="296"/>
                      <a:pt x="551" y="207"/>
                    </a:cubicBezTo>
                    <a:cubicBezTo>
                      <a:pt x="683" y="139"/>
                      <a:pt x="816" y="111"/>
                      <a:pt x="960" y="111"/>
                    </a:cubicBezTo>
                    <a:close/>
                    <a:moveTo>
                      <a:pt x="967" y="1"/>
                    </a:moveTo>
                    <a:cubicBezTo>
                      <a:pt x="806" y="1"/>
                      <a:pt x="656" y="29"/>
                      <a:pt x="504" y="97"/>
                    </a:cubicBezTo>
                    <a:cubicBezTo>
                      <a:pt x="331" y="207"/>
                      <a:pt x="179" y="317"/>
                      <a:pt x="111" y="448"/>
                    </a:cubicBezTo>
                    <a:cubicBezTo>
                      <a:pt x="27" y="579"/>
                      <a:pt x="1" y="731"/>
                      <a:pt x="69" y="904"/>
                    </a:cubicBezTo>
                    <a:lnTo>
                      <a:pt x="90" y="925"/>
                    </a:lnTo>
                    <a:cubicBezTo>
                      <a:pt x="242" y="1124"/>
                      <a:pt x="373" y="1317"/>
                      <a:pt x="572" y="1474"/>
                    </a:cubicBezTo>
                    <a:cubicBezTo>
                      <a:pt x="745" y="1647"/>
                      <a:pt x="1006" y="1757"/>
                      <a:pt x="1357" y="1799"/>
                    </a:cubicBezTo>
                    <a:cubicBezTo>
                      <a:pt x="1682" y="1841"/>
                      <a:pt x="2143" y="1909"/>
                      <a:pt x="2557" y="1930"/>
                    </a:cubicBezTo>
                    <a:cubicBezTo>
                      <a:pt x="2814" y="1956"/>
                      <a:pt x="3064" y="1976"/>
                      <a:pt x="3268" y="1976"/>
                    </a:cubicBezTo>
                    <a:cubicBezTo>
                      <a:pt x="3392" y="1976"/>
                      <a:pt x="3500" y="1969"/>
                      <a:pt x="3583" y="1951"/>
                    </a:cubicBezTo>
                    <a:cubicBezTo>
                      <a:pt x="3798" y="1909"/>
                      <a:pt x="4018" y="1799"/>
                      <a:pt x="4170" y="1668"/>
                    </a:cubicBezTo>
                    <a:cubicBezTo>
                      <a:pt x="4238" y="1605"/>
                      <a:pt x="4279" y="1516"/>
                      <a:pt x="4321" y="1448"/>
                    </a:cubicBezTo>
                    <a:cubicBezTo>
                      <a:pt x="4348" y="1385"/>
                      <a:pt x="4321" y="1296"/>
                      <a:pt x="4259" y="1234"/>
                    </a:cubicBezTo>
                    <a:cubicBezTo>
                      <a:pt x="4190" y="1165"/>
                      <a:pt x="4086" y="1124"/>
                      <a:pt x="3955" y="1103"/>
                    </a:cubicBezTo>
                    <a:cubicBezTo>
                      <a:pt x="3824" y="1055"/>
                      <a:pt x="3646" y="1035"/>
                      <a:pt x="3494" y="1014"/>
                    </a:cubicBezTo>
                    <a:cubicBezTo>
                      <a:pt x="3143" y="951"/>
                      <a:pt x="2797" y="904"/>
                      <a:pt x="2598" y="841"/>
                    </a:cubicBezTo>
                    <a:cubicBezTo>
                      <a:pt x="2185" y="689"/>
                      <a:pt x="2054" y="642"/>
                      <a:pt x="1703" y="338"/>
                    </a:cubicBezTo>
                    <a:cubicBezTo>
                      <a:pt x="1530" y="165"/>
                      <a:pt x="1310" y="55"/>
                      <a:pt x="1116" y="8"/>
                    </a:cubicBezTo>
                    <a:cubicBezTo>
                      <a:pt x="1065" y="3"/>
                      <a:pt x="1015" y="1"/>
                      <a:pt x="96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19" name="Google Shape;1119;p38"/>
              <p:cNvSpPr/>
              <p:nvPr/>
            </p:nvSpPr>
            <p:spPr>
              <a:xfrm>
                <a:off x="3499468" y="2982564"/>
                <a:ext cx="175073" cy="111439"/>
              </a:xfrm>
              <a:custGeom>
                <a:avLst/>
                <a:gdLst/>
                <a:ahLst/>
                <a:cxnLst/>
                <a:rect l="l" t="t" r="r" b="b"/>
                <a:pathLst>
                  <a:path w="1117" h="711" extrusionOk="0">
                    <a:moveTo>
                      <a:pt x="1029" y="0"/>
                    </a:moveTo>
                    <a:cubicBezTo>
                      <a:pt x="1020" y="0"/>
                      <a:pt x="1012" y="3"/>
                      <a:pt x="1006" y="9"/>
                    </a:cubicBezTo>
                    <a:cubicBezTo>
                      <a:pt x="702" y="297"/>
                      <a:pt x="441" y="532"/>
                      <a:pt x="48" y="600"/>
                    </a:cubicBezTo>
                    <a:cubicBezTo>
                      <a:pt x="27" y="600"/>
                      <a:pt x="1" y="642"/>
                      <a:pt x="1" y="663"/>
                    </a:cubicBezTo>
                    <a:cubicBezTo>
                      <a:pt x="1" y="690"/>
                      <a:pt x="48" y="710"/>
                      <a:pt x="69" y="710"/>
                    </a:cubicBezTo>
                    <a:cubicBezTo>
                      <a:pt x="503" y="642"/>
                      <a:pt x="786" y="360"/>
                      <a:pt x="1095" y="98"/>
                    </a:cubicBezTo>
                    <a:cubicBezTo>
                      <a:pt x="1116" y="77"/>
                      <a:pt x="1116" y="56"/>
                      <a:pt x="1095" y="35"/>
                    </a:cubicBezTo>
                    <a:cubicBezTo>
                      <a:pt x="1080" y="16"/>
                      <a:pt x="1052" y="0"/>
                      <a:pt x="102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0" name="Google Shape;1120;p38"/>
              <p:cNvSpPr/>
              <p:nvPr/>
            </p:nvSpPr>
            <p:spPr>
              <a:xfrm>
                <a:off x="2921587" y="2385563"/>
                <a:ext cx="1546661" cy="318486"/>
              </a:xfrm>
              <a:custGeom>
                <a:avLst/>
                <a:gdLst/>
                <a:ahLst/>
                <a:cxnLst/>
                <a:rect l="l" t="t" r="r" b="b"/>
                <a:pathLst>
                  <a:path w="9868" h="2032" extrusionOk="0">
                    <a:moveTo>
                      <a:pt x="5390" y="0"/>
                    </a:moveTo>
                    <a:cubicBezTo>
                      <a:pt x="5285" y="0"/>
                      <a:pt x="5154" y="21"/>
                      <a:pt x="5086" y="47"/>
                    </a:cubicBezTo>
                    <a:lnTo>
                      <a:pt x="896" y="1660"/>
                    </a:lnTo>
                    <a:lnTo>
                      <a:pt x="964" y="1550"/>
                    </a:lnTo>
                    <a:lnTo>
                      <a:pt x="1" y="1702"/>
                    </a:lnTo>
                    <a:lnTo>
                      <a:pt x="1" y="2011"/>
                    </a:lnTo>
                    <a:lnTo>
                      <a:pt x="22" y="2011"/>
                    </a:lnTo>
                    <a:cubicBezTo>
                      <a:pt x="22" y="2011"/>
                      <a:pt x="90" y="2032"/>
                      <a:pt x="179" y="2032"/>
                    </a:cubicBezTo>
                    <a:lnTo>
                      <a:pt x="5086" y="2032"/>
                    </a:lnTo>
                    <a:cubicBezTo>
                      <a:pt x="5196" y="2032"/>
                      <a:pt x="5327" y="2011"/>
                      <a:pt x="5369" y="1985"/>
                    </a:cubicBezTo>
                    <a:lnTo>
                      <a:pt x="9820" y="330"/>
                    </a:lnTo>
                    <a:cubicBezTo>
                      <a:pt x="9841" y="330"/>
                      <a:pt x="9867" y="309"/>
                      <a:pt x="9841" y="309"/>
                    </a:cubicBezTo>
                    <a:lnTo>
                      <a:pt x="9867" y="0"/>
                    </a:lnTo>
                    <a:lnTo>
                      <a:pt x="9867" y="0"/>
                    </a:lnTo>
                    <a:lnTo>
                      <a:pt x="9820" y="47"/>
                    </a:lnTo>
                    <a:lnTo>
                      <a:pt x="9082" y="199"/>
                    </a:lnTo>
                    <a:lnTo>
                      <a:pt x="9082" y="241"/>
                    </a:lnTo>
                    <a:lnTo>
                      <a:pt x="54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1" name="Google Shape;1121;p38"/>
              <p:cNvSpPr/>
              <p:nvPr/>
            </p:nvSpPr>
            <p:spPr>
              <a:xfrm>
                <a:off x="2915004" y="2378980"/>
                <a:ext cx="1559827" cy="331651"/>
              </a:xfrm>
              <a:custGeom>
                <a:avLst/>
                <a:gdLst/>
                <a:ahLst/>
                <a:cxnLst/>
                <a:rect l="l" t="t" r="r" b="b"/>
                <a:pathLst>
                  <a:path w="9952" h="2116" extrusionOk="0">
                    <a:moveTo>
                      <a:pt x="5479" y="110"/>
                    </a:moveTo>
                    <a:lnTo>
                      <a:pt x="9124" y="325"/>
                    </a:lnTo>
                    <a:lnTo>
                      <a:pt x="9166" y="283"/>
                    </a:lnTo>
                    <a:lnTo>
                      <a:pt x="9841" y="131"/>
                    </a:lnTo>
                    <a:lnTo>
                      <a:pt x="9841" y="325"/>
                    </a:lnTo>
                    <a:lnTo>
                      <a:pt x="5411" y="1964"/>
                    </a:lnTo>
                    <a:cubicBezTo>
                      <a:pt x="5348" y="1985"/>
                      <a:pt x="5217" y="2006"/>
                      <a:pt x="5128" y="2006"/>
                    </a:cubicBezTo>
                    <a:lnTo>
                      <a:pt x="111" y="2006"/>
                    </a:lnTo>
                    <a:lnTo>
                      <a:pt x="111" y="1791"/>
                    </a:lnTo>
                    <a:lnTo>
                      <a:pt x="897" y="1660"/>
                    </a:lnTo>
                    <a:lnTo>
                      <a:pt x="959" y="1744"/>
                    </a:lnTo>
                    <a:lnTo>
                      <a:pt x="5149" y="131"/>
                    </a:lnTo>
                    <a:cubicBezTo>
                      <a:pt x="5196" y="131"/>
                      <a:pt x="5327" y="110"/>
                      <a:pt x="5432" y="110"/>
                    </a:cubicBezTo>
                    <a:close/>
                    <a:moveTo>
                      <a:pt x="5432" y="0"/>
                    </a:moveTo>
                    <a:cubicBezTo>
                      <a:pt x="5327" y="0"/>
                      <a:pt x="5196" y="0"/>
                      <a:pt x="5107" y="42"/>
                    </a:cubicBezTo>
                    <a:lnTo>
                      <a:pt x="1048" y="1592"/>
                    </a:lnTo>
                    <a:lnTo>
                      <a:pt x="1006" y="1550"/>
                    </a:lnTo>
                    <a:lnTo>
                      <a:pt x="43" y="1681"/>
                    </a:lnTo>
                    <a:lnTo>
                      <a:pt x="1" y="1744"/>
                    </a:lnTo>
                    <a:lnTo>
                      <a:pt x="1" y="2053"/>
                    </a:lnTo>
                    <a:lnTo>
                      <a:pt x="43" y="2095"/>
                    </a:lnTo>
                    <a:lnTo>
                      <a:pt x="43" y="2095"/>
                    </a:lnTo>
                    <a:lnTo>
                      <a:pt x="1" y="2074"/>
                    </a:lnTo>
                    <a:lnTo>
                      <a:pt x="1" y="2074"/>
                    </a:lnTo>
                    <a:cubicBezTo>
                      <a:pt x="22" y="2095"/>
                      <a:pt x="43" y="2095"/>
                      <a:pt x="43" y="2116"/>
                    </a:cubicBezTo>
                    <a:lnTo>
                      <a:pt x="5128" y="2116"/>
                    </a:lnTo>
                    <a:cubicBezTo>
                      <a:pt x="5238" y="2116"/>
                      <a:pt x="5369" y="2095"/>
                      <a:pt x="5432" y="2074"/>
                    </a:cubicBezTo>
                    <a:lnTo>
                      <a:pt x="9883" y="435"/>
                    </a:lnTo>
                    <a:lnTo>
                      <a:pt x="9930" y="393"/>
                    </a:lnTo>
                    <a:cubicBezTo>
                      <a:pt x="9951" y="393"/>
                      <a:pt x="9951" y="372"/>
                      <a:pt x="9951" y="351"/>
                    </a:cubicBezTo>
                    <a:lnTo>
                      <a:pt x="9951" y="63"/>
                    </a:lnTo>
                    <a:lnTo>
                      <a:pt x="9862" y="21"/>
                    </a:lnTo>
                    <a:lnTo>
                      <a:pt x="9841" y="42"/>
                    </a:lnTo>
                    <a:lnTo>
                      <a:pt x="9097" y="194"/>
                    </a:lnTo>
                    <a:lnTo>
                      <a:pt x="9077" y="220"/>
                    </a:lnTo>
                    <a:lnTo>
                      <a:pt x="550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2" name="Google Shape;1122;p38"/>
              <p:cNvSpPr/>
              <p:nvPr/>
            </p:nvSpPr>
            <p:spPr>
              <a:xfrm>
                <a:off x="3263895" y="2372397"/>
                <a:ext cx="1132097" cy="273503"/>
              </a:xfrm>
              <a:custGeom>
                <a:avLst/>
                <a:gdLst/>
                <a:ahLst/>
                <a:cxnLst/>
                <a:rect l="l" t="t" r="r" b="b"/>
                <a:pathLst>
                  <a:path w="7223" h="1745" extrusionOk="0">
                    <a:moveTo>
                      <a:pt x="4583" y="0"/>
                    </a:moveTo>
                    <a:lnTo>
                      <a:pt x="1" y="1723"/>
                    </a:lnTo>
                    <a:lnTo>
                      <a:pt x="22" y="1723"/>
                    </a:lnTo>
                    <a:lnTo>
                      <a:pt x="2944" y="1744"/>
                    </a:lnTo>
                    <a:lnTo>
                      <a:pt x="2970" y="1723"/>
                    </a:lnTo>
                    <a:lnTo>
                      <a:pt x="7222" y="152"/>
                    </a:lnTo>
                    <a:lnTo>
                      <a:pt x="4625"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3" name="Google Shape;1123;p38"/>
              <p:cNvSpPr/>
              <p:nvPr/>
            </p:nvSpPr>
            <p:spPr>
              <a:xfrm>
                <a:off x="3253237" y="2363463"/>
                <a:ext cx="1153413" cy="288863"/>
              </a:xfrm>
              <a:custGeom>
                <a:avLst/>
                <a:gdLst/>
                <a:ahLst/>
                <a:cxnLst/>
                <a:rect l="l" t="t" r="r" b="b"/>
                <a:pathLst>
                  <a:path w="7359" h="1843" extrusionOk="0">
                    <a:moveTo>
                      <a:pt x="4672" y="99"/>
                    </a:moveTo>
                    <a:lnTo>
                      <a:pt x="7097" y="230"/>
                    </a:lnTo>
                    <a:lnTo>
                      <a:pt x="3012" y="1759"/>
                    </a:lnTo>
                    <a:lnTo>
                      <a:pt x="310" y="1733"/>
                    </a:lnTo>
                    <a:lnTo>
                      <a:pt x="4672" y="99"/>
                    </a:lnTo>
                    <a:close/>
                    <a:moveTo>
                      <a:pt x="4651" y="1"/>
                    </a:moveTo>
                    <a:cubicBezTo>
                      <a:pt x="4644" y="1"/>
                      <a:pt x="4637" y="3"/>
                      <a:pt x="4630" y="10"/>
                    </a:cubicBezTo>
                    <a:lnTo>
                      <a:pt x="48" y="1733"/>
                    </a:lnTo>
                    <a:lnTo>
                      <a:pt x="27" y="1759"/>
                    </a:lnTo>
                    <a:lnTo>
                      <a:pt x="1" y="1780"/>
                    </a:lnTo>
                    <a:lnTo>
                      <a:pt x="1" y="1801"/>
                    </a:lnTo>
                    <a:lnTo>
                      <a:pt x="27" y="1822"/>
                    </a:lnTo>
                    <a:lnTo>
                      <a:pt x="90" y="1822"/>
                    </a:lnTo>
                    <a:lnTo>
                      <a:pt x="3012" y="1843"/>
                    </a:lnTo>
                    <a:cubicBezTo>
                      <a:pt x="3038" y="1843"/>
                      <a:pt x="3038" y="1843"/>
                      <a:pt x="3059" y="1822"/>
                    </a:cubicBezTo>
                    <a:lnTo>
                      <a:pt x="7332" y="251"/>
                    </a:lnTo>
                    <a:lnTo>
                      <a:pt x="7332" y="230"/>
                    </a:lnTo>
                    <a:lnTo>
                      <a:pt x="7358" y="230"/>
                    </a:lnTo>
                    <a:lnTo>
                      <a:pt x="7358" y="209"/>
                    </a:lnTo>
                    <a:lnTo>
                      <a:pt x="7358" y="188"/>
                    </a:lnTo>
                    <a:lnTo>
                      <a:pt x="7332" y="162"/>
                    </a:lnTo>
                    <a:lnTo>
                      <a:pt x="7290" y="162"/>
                    </a:lnTo>
                    <a:lnTo>
                      <a:pt x="4693" y="10"/>
                    </a:lnTo>
                    <a:cubicBezTo>
                      <a:pt x="4679" y="10"/>
                      <a:pt x="4665" y="1"/>
                      <a:pt x="46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4" name="Google Shape;1124;p38"/>
              <p:cNvSpPr/>
              <p:nvPr/>
            </p:nvSpPr>
            <p:spPr>
              <a:xfrm>
                <a:off x="2918295" y="2341207"/>
                <a:ext cx="1553244" cy="314410"/>
              </a:xfrm>
              <a:custGeom>
                <a:avLst/>
                <a:gdLst/>
                <a:ahLst/>
                <a:cxnLst/>
                <a:rect l="l" t="t" r="r" b="b"/>
                <a:pathLst>
                  <a:path w="9910" h="2006" extrusionOk="0">
                    <a:moveTo>
                      <a:pt x="5458" y="0"/>
                    </a:moveTo>
                    <a:cubicBezTo>
                      <a:pt x="5348" y="0"/>
                      <a:pt x="5175" y="0"/>
                      <a:pt x="5107" y="42"/>
                    </a:cubicBezTo>
                    <a:lnTo>
                      <a:pt x="69" y="1964"/>
                    </a:lnTo>
                    <a:cubicBezTo>
                      <a:pt x="1" y="1985"/>
                      <a:pt x="43" y="2006"/>
                      <a:pt x="200" y="2006"/>
                    </a:cubicBezTo>
                    <a:lnTo>
                      <a:pt x="5107" y="2006"/>
                    </a:lnTo>
                    <a:cubicBezTo>
                      <a:pt x="5217" y="2006"/>
                      <a:pt x="5348" y="1985"/>
                      <a:pt x="5390" y="1964"/>
                    </a:cubicBezTo>
                    <a:lnTo>
                      <a:pt x="9841" y="330"/>
                    </a:lnTo>
                    <a:cubicBezTo>
                      <a:pt x="9909" y="304"/>
                      <a:pt x="9888" y="283"/>
                      <a:pt x="9799" y="262"/>
                    </a:cubicBezTo>
                    <a:lnTo>
                      <a:pt x="54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5" name="Google Shape;1125;p38"/>
              <p:cNvSpPr/>
              <p:nvPr/>
            </p:nvSpPr>
            <p:spPr>
              <a:xfrm>
                <a:off x="2911869" y="2334624"/>
                <a:ext cx="1566253" cy="328517"/>
              </a:xfrm>
              <a:custGeom>
                <a:avLst/>
                <a:gdLst/>
                <a:ahLst/>
                <a:cxnLst/>
                <a:rect l="l" t="t" r="r" b="b"/>
                <a:pathLst>
                  <a:path w="9993" h="2096" extrusionOk="0">
                    <a:moveTo>
                      <a:pt x="5499" y="84"/>
                    </a:moveTo>
                    <a:lnTo>
                      <a:pt x="9772" y="346"/>
                    </a:lnTo>
                    <a:lnTo>
                      <a:pt x="5410" y="1964"/>
                    </a:lnTo>
                    <a:cubicBezTo>
                      <a:pt x="5368" y="1985"/>
                      <a:pt x="5237" y="2006"/>
                      <a:pt x="5148" y="2006"/>
                    </a:cubicBezTo>
                    <a:lnTo>
                      <a:pt x="215" y="2006"/>
                    </a:lnTo>
                    <a:lnTo>
                      <a:pt x="5190" y="110"/>
                    </a:lnTo>
                    <a:cubicBezTo>
                      <a:pt x="5237" y="84"/>
                      <a:pt x="5389" y="84"/>
                      <a:pt x="5499" y="84"/>
                    </a:cubicBezTo>
                    <a:close/>
                    <a:moveTo>
                      <a:pt x="5520" y="0"/>
                    </a:moveTo>
                    <a:cubicBezTo>
                      <a:pt x="5368" y="0"/>
                      <a:pt x="5216" y="0"/>
                      <a:pt x="5127" y="42"/>
                    </a:cubicBezTo>
                    <a:lnTo>
                      <a:pt x="63" y="1964"/>
                    </a:lnTo>
                    <a:cubicBezTo>
                      <a:pt x="42" y="1985"/>
                      <a:pt x="21" y="1985"/>
                      <a:pt x="21" y="2027"/>
                    </a:cubicBezTo>
                    <a:cubicBezTo>
                      <a:pt x="0" y="2027"/>
                      <a:pt x="21" y="2048"/>
                      <a:pt x="21" y="2048"/>
                    </a:cubicBezTo>
                    <a:cubicBezTo>
                      <a:pt x="42" y="2074"/>
                      <a:pt x="42" y="2074"/>
                      <a:pt x="63" y="2074"/>
                    </a:cubicBezTo>
                    <a:cubicBezTo>
                      <a:pt x="110" y="2095"/>
                      <a:pt x="152" y="2095"/>
                      <a:pt x="241" y="2095"/>
                    </a:cubicBezTo>
                    <a:lnTo>
                      <a:pt x="5148" y="2095"/>
                    </a:lnTo>
                    <a:cubicBezTo>
                      <a:pt x="5258" y="2095"/>
                      <a:pt x="5389" y="2074"/>
                      <a:pt x="5478" y="2048"/>
                    </a:cubicBezTo>
                    <a:lnTo>
                      <a:pt x="9903" y="414"/>
                    </a:lnTo>
                    <a:cubicBezTo>
                      <a:pt x="9929" y="393"/>
                      <a:pt x="9950" y="393"/>
                      <a:pt x="9971" y="372"/>
                    </a:cubicBezTo>
                    <a:cubicBezTo>
                      <a:pt x="9992" y="346"/>
                      <a:pt x="9992" y="325"/>
                      <a:pt x="9971" y="304"/>
                    </a:cubicBezTo>
                    <a:cubicBezTo>
                      <a:pt x="9950" y="283"/>
                      <a:pt x="9929" y="283"/>
                      <a:pt x="9903" y="283"/>
                    </a:cubicBezTo>
                    <a:cubicBezTo>
                      <a:pt x="9882" y="283"/>
                      <a:pt x="9861" y="262"/>
                      <a:pt x="9840" y="262"/>
                    </a:cubicBezTo>
                    <a:lnTo>
                      <a:pt x="552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6" name="Google Shape;1126;p38"/>
              <p:cNvSpPr/>
              <p:nvPr/>
            </p:nvSpPr>
            <p:spPr>
              <a:xfrm>
                <a:off x="4289881" y="2396221"/>
                <a:ext cx="82286" cy="17398"/>
              </a:xfrm>
              <a:custGeom>
                <a:avLst/>
                <a:gdLst/>
                <a:ahLst/>
                <a:cxnLst/>
                <a:rect l="l" t="t" r="r" b="b"/>
                <a:pathLst>
                  <a:path w="525" h="111" extrusionOk="0">
                    <a:moveTo>
                      <a:pt x="242" y="0"/>
                    </a:moveTo>
                    <a:lnTo>
                      <a:pt x="1" y="84"/>
                    </a:lnTo>
                    <a:lnTo>
                      <a:pt x="263" y="110"/>
                    </a:lnTo>
                    <a:lnTo>
                      <a:pt x="284" y="110"/>
                    </a:lnTo>
                    <a:lnTo>
                      <a:pt x="524" y="21"/>
                    </a:lnTo>
                    <a:lnTo>
                      <a:pt x="26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7" name="Google Shape;1127;p38"/>
              <p:cNvSpPr/>
              <p:nvPr/>
            </p:nvSpPr>
            <p:spPr>
              <a:xfrm>
                <a:off x="4275931" y="2388697"/>
                <a:ext cx="110185" cy="31347"/>
              </a:xfrm>
              <a:custGeom>
                <a:avLst/>
                <a:gdLst/>
                <a:ahLst/>
                <a:cxnLst/>
                <a:rect l="l" t="t" r="r" b="b"/>
                <a:pathLst>
                  <a:path w="703" h="200" extrusionOk="0">
                    <a:moveTo>
                      <a:pt x="414" y="90"/>
                    </a:moveTo>
                    <a:lnTo>
                      <a:pt x="352" y="111"/>
                    </a:lnTo>
                    <a:lnTo>
                      <a:pt x="284" y="111"/>
                    </a:lnTo>
                    <a:lnTo>
                      <a:pt x="352" y="90"/>
                    </a:lnTo>
                    <a:close/>
                    <a:moveTo>
                      <a:pt x="284" y="1"/>
                    </a:moveTo>
                    <a:lnTo>
                      <a:pt x="48" y="90"/>
                    </a:lnTo>
                    <a:lnTo>
                      <a:pt x="48" y="111"/>
                    </a:lnTo>
                    <a:lnTo>
                      <a:pt x="22" y="111"/>
                    </a:lnTo>
                    <a:lnTo>
                      <a:pt x="1" y="132"/>
                    </a:lnTo>
                    <a:lnTo>
                      <a:pt x="22" y="179"/>
                    </a:lnTo>
                    <a:lnTo>
                      <a:pt x="90" y="179"/>
                    </a:lnTo>
                    <a:lnTo>
                      <a:pt x="352" y="200"/>
                    </a:lnTo>
                    <a:lnTo>
                      <a:pt x="414" y="200"/>
                    </a:lnTo>
                    <a:lnTo>
                      <a:pt x="655" y="90"/>
                    </a:lnTo>
                    <a:lnTo>
                      <a:pt x="676" y="90"/>
                    </a:lnTo>
                    <a:lnTo>
                      <a:pt x="676" y="69"/>
                    </a:lnTo>
                    <a:lnTo>
                      <a:pt x="703" y="69"/>
                    </a:lnTo>
                    <a:lnTo>
                      <a:pt x="676" y="27"/>
                    </a:lnTo>
                    <a:lnTo>
                      <a:pt x="634" y="27"/>
                    </a:lnTo>
                    <a:lnTo>
                      <a:pt x="35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8" name="Google Shape;1128;p38"/>
              <p:cNvSpPr/>
              <p:nvPr/>
            </p:nvSpPr>
            <p:spPr>
              <a:xfrm>
                <a:off x="4234867" y="2416753"/>
                <a:ext cx="85577" cy="17241"/>
              </a:xfrm>
              <a:custGeom>
                <a:avLst/>
                <a:gdLst/>
                <a:ahLst/>
                <a:cxnLst/>
                <a:rect l="l" t="t" r="r" b="b"/>
                <a:pathLst>
                  <a:path w="546" h="110" extrusionOk="0">
                    <a:moveTo>
                      <a:pt x="242" y="0"/>
                    </a:moveTo>
                    <a:lnTo>
                      <a:pt x="1" y="84"/>
                    </a:lnTo>
                    <a:lnTo>
                      <a:pt x="22" y="84"/>
                    </a:lnTo>
                    <a:lnTo>
                      <a:pt x="284" y="110"/>
                    </a:lnTo>
                    <a:lnTo>
                      <a:pt x="310" y="110"/>
                    </a:lnTo>
                    <a:lnTo>
                      <a:pt x="54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29" name="Google Shape;1129;p38"/>
              <p:cNvSpPr/>
              <p:nvPr/>
            </p:nvSpPr>
            <p:spPr>
              <a:xfrm>
                <a:off x="4225149" y="2409230"/>
                <a:ext cx="105953" cy="31347"/>
              </a:xfrm>
              <a:custGeom>
                <a:avLst/>
                <a:gdLst/>
                <a:ahLst/>
                <a:cxnLst/>
                <a:rect l="l" t="t" r="r" b="b"/>
                <a:pathLst>
                  <a:path w="676" h="200" extrusionOk="0">
                    <a:moveTo>
                      <a:pt x="414" y="90"/>
                    </a:moveTo>
                    <a:lnTo>
                      <a:pt x="346" y="111"/>
                    </a:lnTo>
                    <a:lnTo>
                      <a:pt x="283" y="111"/>
                    </a:lnTo>
                    <a:lnTo>
                      <a:pt x="346" y="90"/>
                    </a:lnTo>
                    <a:close/>
                    <a:moveTo>
                      <a:pt x="283" y="1"/>
                    </a:moveTo>
                    <a:lnTo>
                      <a:pt x="42" y="90"/>
                    </a:lnTo>
                    <a:lnTo>
                      <a:pt x="21" y="90"/>
                    </a:lnTo>
                    <a:lnTo>
                      <a:pt x="21" y="111"/>
                    </a:lnTo>
                    <a:lnTo>
                      <a:pt x="0" y="111"/>
                    </a:lnTo>
                    <a:lnTo>
                      <a:pt x="0" y="132"/>
                    </a:lnTo>
                    <a:lnTo>
                      <a:pt x="21" y="158"/>
                    </a:lnTo>
                    <a:lnTo>
                      <a:pt x="21" y="179"/>
                    </a:lnTo>
                    <a:lnTo>
                      <a:pt x="63" y="179"/>
                    </a:lnTo>
                    <a:lnTo>
                      <a:pt x="346" y="200"/>
                    </a:lnTo>
                    <a:cubicBezTo>
                      <a:pt x="372" y="200"/>
                      <a:pt x="372" y="200"/>
                      <a:pt x="414" y="179"/>
                    </a:cubicBezTo>
                    <a:lnTo>
                      <a:pt x="655" y="90"/>
                    </a:lnTo>
                    <a:lnTo>
                      <a:pt x="676" y="90"/>
                    </a:lnTo>
                    <a:lnTo>
                      <a:pt x="676" y="69"/>
                    </a:lnTo>
                    <a:lnTo>
                      <a:pt x="676" y="48"/>
                    </a:lnTo>
                    <a:lnTo>
                      <a:pt x="676" y="27"/>
                    </a:lnTo>
                    <a:lnTo>
                      <a:pt x="655" y="27"/>
                    </a:lnTo>
                    <a:lnTo>
                      <a:pt x="634"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0" name="Google Shape;1130;p38"/>
              <p:cNvSpPr/>
              <p:nvPr/>
            </p:nvSpPr>
            <p:spPr>
              <a:xfrm>
                <a:off x="4184085" y="2433837"/>
                <a:ext cx="85421" cy="16614"/>
              </a:xfrm>
              <a:custGeom>
                <a:avLst/>
                <a:gdLst/>
                <a:ahLst/>
                <a:cxnLst/>
                <a:rect l="l" t="t" r="r" b="b"/>
                <a:pathLst>
                  <a:path w="545" h="106" extrusionOk="0">
                    <a:moveTo>
                      <a:pt x="241" y="1"/>
                    </a:moveTo>
                    <a:lnTo>
                      <a:pt x="0" y="106"/>
                    </a:lnTo>
                    <a:lnTo>
                      <a:pt x="304" y="106"/>
                    </a:lnTo>
                    <a:lnTo>
                      <a:pt x="545" y="22"/>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1" name="Google Shape;1131;p38"/>
              <p:cNvSpPr/>
              <p:nvPr/>
            </p:nvSpPr>
            <p:spPr>
              <a:xfrm>
                <a:off x="4173427" y="2426470"/>
                <a:ext cx="105953" cy="31347"/>
              </a:xfrm>
              <a:custGeom>
                <a:avLst/>
                <a:gdLst/>
                <a:ahLst/>
                <a:cxnLst/>
                <a:rect l="l" t="t" r="r" b="b"/>
                <a:pathLst>
                  <a:path w="676" h="200" extrusionOk="0">
                    <a:moveTo>
                      <a:pt x="393" y="90"/>
                    </a:moveTo>
                    <a:lnTo>
                      <a:pt x="351" y="111"/>
                    </a:lnTo>
                    <a:lnTo>
                      <a:pt x="283" y="111"/>
                    </a:lnTo>
                    <a:lnTo>
                      <a:pt x="330" y="90"/>
                    </a:lnTo>
                    <a:close/>
                    <a:moveTo>
                      <a:pt x="330" y="1"/>
                    </a:moveTo>
                    <a:cubicBezTo>
                      <a:pt x="309" y="1"/>
                      <a:pt x="309" y="1"/>
                      <a:pt x="283" y="22"/>
                    </a:cubicBezTo>
                    <a:lnTo>
                      <a:pt x="21" y="111"/>
                    </a:lnTo>
                    <a:lnTo>
                      <a:pt x="0" y="111"/>
                    </a:lnTo>
                    <a:lnTo>
                      <a:pt x="0" y="132"/>
                    </a:lnTo>
                    <a:lnTo>
                      <a:pt x="0" y="153"/>
                    </a:lnTo>
                    <a:lnTo>
                      <a:pt x="0" y="179"/>
                    </a:lnTo>
                    <a:lnTo>
                      <a:pt x="21" y="179"/>
                    </a:lnTo>
                    <a:lnTo>
                      <a:pt x="47" y="200"/>
                    </a:lnTo>
                    <a:lnTo>
                      <a:pt x="393" y="200"/>
                    </a:lnTo>
                    <a:lnTo>
                      <a:pt x="634" y="111"/>
                    </a:lnTo>
                    <a:lnTo>
                      <a:pt x="655" y="111"/>
                    </a:lnTo>
                    <a:lnTo>
                      <a:pt x="655" y="90"/>
                    </a:lnTo>
                    <a:lnTo>
                      <a:pt x="676" y="90"/>
                    </a:lnTo>
                    <a:lnTo>
                      <a:pt x="676" y="69"/>
                    </a:lnTo>
                    <a:lnTo>
                      <a:pt x="655" y="48"/>
                    </a:lnTo>
                    <a:lnTo>
                      <a:pt x="655" y="22"/>
                    </a:lnTo>
                    <a:lnTo>
                      <a:pt x="613" y="22"/>
                    </a:lnTo>
                    <a:lnTo>
                      <a:pt x="33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2" name="Google Shape;1132;p38"/>
              <p:cNvSpPr/>
              <p:nvPr/>
            </p:nvSpPr>
            <p:spPr>
              <a:xfrm>
                <a:off x="4132362" y="2454369"/>
                <a:ext cx="85421" cy="16614"/>
              </a:xfrm>
              <a:custGeom>
                <a:avLst/>
                <a:gdLst/>
                <a:ahLst/>
                <a:cxnLst/>
                <a:rect l="l" t="t" r="r" b="b"/>
                <a:pathLst>
                  <a:path w="545" h="106" extrusionOk="0">
                    <a:moveTo>
                      <a:pt x="241" y="1"/>
                    </a:moveTo>
                    <a:lnTo>
                      <a:pt x="0" y="85"/>
                    </a:lnTo>
                    <a:lnTo>
                      <a:pt x="283" y="106"/>
                    </a:lnTo>
                    <a:lnTo>
                      <a:pt x="309" y="106"/>
                    </a:lnTo>
                    <a:lnTo>
                      <a:pt x="545" y="22"/>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3" name="Google Shape;1133;p38"/>
              <p:cNvSpPr/>
              <p:nvPr/>
            </p:nvSpPr>
            <p:spPr>
              <a:xfrm>
                <a:off x="4122488" y="2447002"/>
                <a:ext cx="106110" cy="31347"/>
              </a:xfrm>
              <a:custGeom>
                <a:avLst/>
                <a:gdLst/>
                <a:ahLst/>
                <a:cxnLst/>
                <a:rect l="l" t="t" r="r" b="b"/>
                <a:pathLst>
                  <a:path w="677" h="200" extrusionOk="0">
                    <a:moveTo>
                      <a:pt x="393" y="90"/>
                    </a:moveTo>
                    <a:lnTo>
                      <a:pt x="346" y="111"/>
                    </a:lnTo>
                    <a:lnTo>
                      <a:pt x="262" y="111"/>
                    </a:lnTo>
                    <a:lnTo>
                      <a:pt x="325" y="90"/>
                    </a:lnTo>
                    <a:close/>
                    <a:moveTo>
                      <a:pt x="262" y="1"/>
                    </a:moveTo>
                    <a:lnTo>
                      <a:pt x="21" y="111"/>
                    </a:lnTo>
                    <a:lnTo>
                      <a:pt x="0" y="111"/>
                    </a:lnTo>
                    <a:lnTo>
                      <a:pt x="0" y="132"/>
                    </a:lnTo>
                    <a:lnTo>
                      <a:pt x="0" y="153"/>
                    </a:lnTo>
                    <a:lnTo>
                      <a:pt x="0" y="179"/>
                    </a:lnTo>
                    <a:lnTo>
                      <a:pt x="63" y="179"/>
                    </a:lnTo>
                    <a:lnTo>
                      <a:pt x="346" y="200"/>
                    </a:lnTo>
                    <a:cubicBezTo>
                      <a:pt x="372" y="200"/>
                      <a:pt x="372" y="200"/>
                      <a:pt x="393" y="179"/>
                    </a:cubicBezTo>
                    <a:lnTo>
                      <a:pt x="393" y="200"/>
                    </a:lnTo>
                    <a:lnTo>
                      <a:pt x="634" y="90"/>
                    </a:lnTo>
                    <a:lnTo>
                      <a:pt x="676" y="90"/>
                    </a:lnTo>
                    <a:lnTo>
                      <a:pt x="676" y="69"/>
                    </a:lnTo>
                    <a:lnTo>
                      <a:pt x="676" y="48"/>
                    </a:lnTo>
                    <a:lnTo>
                      <a:pt x="655" y="22"/>
                    </a:lnTo>
                    <a:lnTo>
                      <a:pt x="608" y="22"/>
                    </a:lnTo>
                    <a:lnTo>
                      <a:pt x="32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4" name="Google Shape;1134;p38"/>
              <p:cNvSpPr/>
              <p:nvPr/>
            </p:nvSpPr>
            <p:spPr>
              <a:xfrm>
                <a:off x="4078132" y="2474901"/>
                <a:ext cx="88869" cy="16614"/>
              </a:xfrm>
              <a:custGeom>
                <a:avLst/>
                <a:gdLst/>
                <a:ahLst/>
                <a:cxnLst/>
                <a:rect l="l" t="t" r="r" b="b"/>
                <a:pathLst>
                  <a:path w="567" h="106" extrusionOk="0">
                    <a:moveTo>
                      <a:pt x="263" y="1"/>
                    </a:moveTo>
                    <a:lnTo>
                      <a:pt x="1" y="85"/>
                    </a:lnTo>
                    <a:lnTo>
                      <a:pt x="22" y="85"/>
                    </a:lnTo>
                    <a:lnTo>
                      <a:pt x="304" y="106"/>
                    </a:lnTo>
                    <a:cubicBezTo>
                      <a:pt x="304" y="106"/>
                      <a:pt x="304" y="85"/>
                      <a:pt x="325" y="85"/>
                    </a:cubicBezTo>
                    <a:lnTo>
                      <a:pt x="566"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5" name="Google Shape;1135;p38"/>
              <p:cNvSpPr/>
              <p:nvPr/>
            </p:nvSpPr>
            <p:spPr>
              <a:xfrm>
                <a:off x="4067474" y="2467535"/>
                <a:ext cx="109401" cy="30563"/>
              </a:xfrm>
              <a:custGeom>
                <a:avLst/>
                <a:gdLst/>
                <a:ahLst/>
                <a:cxnLst/>
                <a:rect l="l" t="t" r="r" b="b"/>
                <a:pathLst>
                  <a:path w="698" h="195" extrusionOk="0">
                    <a:moveTo>
                      <a:pt x="414" y="90"/>
                    </a:moveTo>
                    <a:lnTo>
                      <a:pt x="372" y="111"/>
                    </a:lnTo>
                    <a:lnTo>
                      <a:pt x="283" y="90"/>
                    </a:lnTo>
                    <a:close/>
                    <a:moveTo>
                      <a:pt x="283" y="1"/>
                    </a:moveTo>
                    <a:lnTo>
                      <a:pt x="42" y="90"/>
                    </a:lnTo>
                    <a:lnTo>
                      <a:pt x="22" y="111"/>
                    </a:lnTo>
                    <a:lnTo>
                      <a:pt x="1" y="132"/>
                    </a:lnTo>
                    <a:lnTo>
                      <a:pt x="22" y="153"/>
                    </a:lnTo>
                    <a:lnTo>
                      <a:pt x="42" y="179"/>
                    </a:lnTo>
                    <a:lnTo>
                      <a:pt x="351" y="179"/>
                    </a:lnTo>
                    <a:cubicBezTo>
                      <a:pt x="362" y="189"/>
                      <a:pt x="372" y="194"/>
                      <a:pt x="383" y="194"/>
                    </a:cubicBezTo>
                    <a:cubicBezTo>
                      <a:pt x="393" y="194"/>
                      <a:pt x="404" y="189"/>
                      <a:pt x="414" y="179"/>
                    </a:cubicBezTo>
                    <a:lnTo>
                      <a:pt x="655" y="90"/>
                    </a:lnTo>
                    <a:lnTo>
                      <a:pt x="676" y="90"/>
                    </a:lnTo>
                    <a:lnTo>
                      <a:pt x="676" y="69"/>
                    </a:lnTo>
                    <a:lnTo>
                      <a:pt x="697" y="69"/>
                    </a:lnTo>
                    <a:lnTo>
                      <a:pt x="697" y="48"/>
                    </a:lnTo>
                    <a:lnTo>
                      <a:pt x="676" y="22"/>
                    </a:lnTo>
                    <a:lnTo>
                      <a:pt x="655" y="22"/>
                    </a:lnTo>
                    <a:lnTo>
                      <a:pt x="65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6" name="Google Shape;1136;p38"/>
              <p:cNvSpPr/>
              <p:nvPr/>
            </p:nvSpPr>
            <p:spPr>
              <a:xfrm>
                <a:off x="4026410" y="2491358"/>
                <a:ext cx="88869" cy="17398"/>
              </a:xfrm>
              <a:custGeom>
                <a:avLst/>
                <a:gdLst/>
                <a:ahLst/>
                <a:cxnLst/>
                <a:rect l="l" t="t" r="r" b="b"/>
                <a:pathLst>
                  <a:path w="567" h="111" extrusionOk="0">
                    <a:moveTo>
                      <a:pt x="242" y="1"/>
                    </a:moveTo>
                    <a:lnTo>
                      <a:pt x="1" y="111"/>
                    </a:lnTo>
                    <a:lnTo>
                      <a:pt x="331" y="111"/>
                    </a:lnTo>
                    <a:lnTo>
                      <a:pt x="566" y="27"/>
                    </a:lnTo>
                    <a:lnTo>
                      <a:pt x="545" y="27"/>
                    </a:lnTo>
                    <a:lnTo>
                      <a:pt x="26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7" name="Google Shape;1137;p38"/>
              <p:cNvSpPr/>
              <p:nvPr/>
            </p:nvSpPr>
            <p:spPr>
              <a:xfrm>
                <a:off x="4016535" y="2484775"/>
                <a:ext cx="109401" cy="31347"/>
              </a:xfrm>
              <a:custGeom>
                <a:avLst/>
                <a:gdLst/>
                <a:ahLst/>
                <a:cxnLst/>
                <a:rect l="l" t="t" r="r" b="b"/>
                <a:pathLst>
                  <a:path w="698" h="200" extrusionOk="0">
                    <a:moveTo>
                      <a:pt x="415" y="90"/>
                    </a:moveTo>
                    <a:lnTo>
                      <a:pt x="367" y="111"/>
                    </a:lnTo>
                    <a:lnTo>
                      <a:pt x="284" y="111"/>
                    </a:lnTo>
                    <a:lnTo>
                      <a:pt x="326" y="90"/>
                    </a:lnTo>
                    <a:close/>
                    <a:moveTo>
                      <a:pt x="347" y="1"/>
                    </a:moveTo>
                    <a:cubicBezTo>
                      <a:pt x="326" y="1"/>
                      <a:pt x="305" y="1"/>
                      <a:pt x="284" y="22"/>
                    </a:cubicBezTo>
                    <a:lnTo>
                      <a:pt x="43" y="111"/>
                    </a:lnTo>
                    <a:lnTo>
                      <a:pt x="22" y="111"/>
                    </a:lnTo>
                    <a:lnTo>
                      <a:pt x="1" y="132"/>
                    </a:lnTo>
                    <a:lnTo>
                      <a:pt x="1" y="153"/>
                    </a:lnTo>
                    <a:lnTo>
                      <a:pt x="22" y="173"/>
                    </a:lnTo>
                    <a:lnTo>
                      <a:pt x="43" y="173"/>
                    </a:lnTo>
                    <a:lnTo>
                      <a:pt x="64" y="200"/>
                    </a:lnTo>
                    <a:lnTo>
                      <a:pt x="415" y="200"/>
                    </a:lnTo>
                    <a:lnTo>
                      <a:pt x="656" y="111"/>
                    </a:lnTo>
                    <a:lnTo>
                      <a:pt x="676" y="90"/>
                    </a:lnTo>
                    <a:lnTo>
                      <a:pt x="697" y="69"/>
                    </a:lnTo>
                    <a:lnTo>
                      <a:pt x="697" y="43"/>
                    </a:lnTo>
                    <a:lnTo>
                      <a:pt x="676" y="43"/>
                    </a:lnTo>
                    <a:lnTo>
                      <a:pt x="676" y="22"/>
                    </a:lnTo>
                    <a:lnTo>
                      <a:pt x="608" y="22"/>
                    </a:lnTo>
                    <a:lnTo>
                      <a:pt x="34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8" name="Google Shape;1138;p38"/>
              <p:cNvSpPr/>
              <p:nvPr/>
            </p:nvSpPr>
            <p:spPr>
              <a:xfrm>
                <a:off x="3975628" y="2511891"/>
                <a:ext cx="88712" cy="17398"/>
              </a:xfrm>
              <a:custGeom>
                <a:avLst/>
                <a:gdLst/>
                <a:ahLst/>
                <a:cxnLst/>
                <a:rect l="l" t="t" r="r" b="b"/>
                <a:pathLst>
                  <a:path w="566" h="111" extrusionOk="0">
                    <a:moveTo>
                      <a:pt x="236" y="0"/>
                    </a:moveTo>
                    <a:lnTo>
                      <a:pt x="0" y="90"/>
                    </a:lnTo>
                    <a:lnTo>
                      <a:pt x="21" y="90"/>
                    </a:lnTo>
                    <a:lnTo>
                      <a:pt x="304" y="110"/>
                    </a:lnTo>
                    <a:lnTo>
                      <a:pt x="325" y="110"/>
                    </a:lnTo>
                    <a:lnTo>
                      <a:pt x="566" y="27"/>
                    </a:lnTo>
                    <a:cubicBezTo>
                      <a:pt x="566" y="0"/>
                      <a:pt x="566" y="0"/>
                      <a:pt x="545" y="0"/>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39" name="Google Shape;1139;p38"/>
              <p:cNvSpPr/>
              <p:nvPr/>
            </p:nvSpPr>
            <p:spPr>
              <a:xfrm>
                <a:off x="3964813" y="2505308"/>
                <a:ext cx="109401" cy="31347"/>
              </a:xfrm>
              <a:custGeom>
                <a:avLst/>
                <a:gdLst/>
                <a:ahLst/>
                <a:cxnLst/>
                <a:rect l="l" t="t" r="r" b="b"/>
                <a:pathLst>
                  <a:path w="698" h="200" extrusionOk="0">
                    <a:moveTo>
                      <a:pt x="415" y="90"/>
                    </a:moveTo>
                    <a:lnTo>
                      <a:pt x="373" y="111"/>
                    </a:lnTo>
                    <a:lnTo>
                      <a:pt x="284" y="111"/>
                    </a:lnTo>
                    <a:lnTo>
                      <a:pt x="331" y="90"/>
                    </a:lnTo>
                    <a:close/>
                    <a:moveTo>
                      <a:pt x="284" y="1"/>
                    </a:moveTo>
                    <a:lnTo>
                      <a:pt x="43" y="90"/>
                    </a:lnTo>
                    <a:lnTo>
                      <a:pt x="22" y="111"/>
                    </a:lnTo>
                    <a:lnTo>
                      <a:pt x="1" y="111"/>
                    </a:lnTo>
                    <a:lnTo>
                      <a:pt x="1" y="132"/>
                    </a:lnTo>
                    <a:lnTo>
                      <a:pt x="1" y="152"/>
                    </a:lnTo>
                    <a:lnTo>
                      <a:pt x="22" y="152"/>
                    </a:lnTo>
                    <a:lnTo>
                      <a:pt x="22" y="173"/>
                    </a:lnTo>
                    <a:lnTo>
                      <a:pt x="69" y="173"/>
                    </a:lnTo>
                    <a:lnTo>
                      <a:pt x="373" y="200"/>
                    </a:lnTo>
                    <a:cubicBezTo>
                      <a:pt x="394" y="200"/>
                      <a:pt x="394" y="200"/>
                      <a:pt x="415" y="173"/>
                    </a:cubicBezTo>
                    <a:lnTo>
                      <a:pt x="656" y="90"/>
                    </a:lnTo>
                    <a:lnTo>
                      <a:pt x="677" y="90"/>
                    </a:lnTo>
                    <a:lnTo>
                      <a:pt x="677" y="69"/>
                    </a:lnTo>
                    <a:lnTo>
                      <a:pt x="697" y="69"/>
                    </a:lnTo>
                    <a:lnTo>
                      <a:pt x="697" y="42"/>
                    </a:lnTo>
                    <a:lnTo>
                      <a:pt x="677" y="22"/>
                    </a:lnTo>
                    <a:lnTo>
                      <a:pt x="656" y="22"/>
                    </a:lnTo>
                    <a:lnTo>
                      <a:pt x="63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0" name="Google Shape;1140;p38"/>
              <p:cNvSpPr/>
              <p:nvPr/>
            </p:nvSpPr>
            <p:spPr>
              <a:xfrm>
                <a:off x="3923905" y="2532423"/>
                <a:ext cx="88712" cy="14106"/>
              </a:xfrm>
              <a:custGeom>
                <a:avLst/>
                <a:gdLst/>
                <a:ahLst/>
                <a:cxnLst/>
                <a:rect l="l" t="t" r="r" b="b"/>
                <a:pathLst>
                  <a:path w="566" h="90" extrusionOk="0">
                    <a:moveTo>
                      <a:pt x="241" y="0"/>
                    </a:moveTo>
                    <a:lnTo>
                      <a:pt x="0" y="89"/>
                    </a:lnTo>
                    <a:lnTo>
                      <a:pt x="330" y="89"/>
                    </a:ln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1" name="Google Shape;1141;p38"/>
              <p:cNvSpPr/>
              <p:nvPr/>
            </p:nvSpPr>
            <p:spPr>
              <a:xfrm>
                <a:off x="3914031" y="2524429"/>
                <a:ext cx="109244" cy="28683"/>
              </a:xfrm>
              <a:custGeom>
                <a:avLst/>
                <a:gdLst/>
                <a:ahLst/>
                <a:cxnLst/>
                <a:rect l="l" t="t" r="r" b="b"/>
                <a:pathLst>
                  <a:path w="697" h="183" extrusionOk="0">
                    <a:moveTo>
                      <a:pt x="299" y="0"/>
                    </a:moveTo>
                    <a:cubicBezTo>
                      <a:pt x="295" y="0"/>
                      <a:pt x="290" y="3"/>
                      <a:pt x="283" y="10"/>
                    </a:cubicBezTo>
                    <a:lnTo>
                      <a:pt x="42" y="99"/>
                    </a:lnTo>
                    <a:lnTo>
                      <a:pt x="21" y="99"/>
                    </a:lnTo>
                    <a:lnTo>
                      <a:pt x="21" y="120"/>
                    </a:lnTo>
                    <a:lnTo>
                      <a:pt x="0" y="120"/>
                    </a:lnTo>
                    <a:lnTo>
                      <a:pt x="0" y="140"/>
                    </a:lnTo>
                    <a:lnTo>
                      <a:pt x="21" y="161"/>
                    </a:lnTo>
                    <a:lnTo>
                      <a:pt x="42" y="182"/>
                    </a:lnTo>
                    <a:lnTo>
                      <a:pt x="414" y="182"/>
                    </a:lnTo>
                    <a:lnTo>
                      <a:pt x="655" y="99"/>
                    </a:lnTo>
                    <a:lnTo>
                      <a:pt x="676" y="78"/>
                    </a:lnTo>
                    <a:lnTo>
                      <a:pt x="697" y="78"/>
                    </a:lnTo>
                    <a:lnTo>
                      <a:pt x="697" y="51"/>
                    </a:lnTo>
                    <a:lnTo>
                      <a:pt x="676" y="30"/>
                    </a:lnTo>
                    <a:lnTo>
                      <a:pt x="655" y="10"/>
                    </a:lnTo>
                    <a:lnTo>
                      <a:pt x="325" y="10"/>
                    </a:lnTo>
                    <a:cubicBezTo>
                      <a:pt x="311" y="10"/>
                      <a:pt x="306" y="0"/>
                      <a:pt x="29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2" name="Google Shape;1142;p38"/>
              <p:cNvSpPr/>
              <p:nvPr/>
            </p:nvSpPr>
            <p:spPr>
              <a:xfrm>
                <a:off x="3872966" y="2549663"/>
                <a:ext cx="88869" cy="17398"/>
              </a:xfrm>
              <a:custGeom>
                <a:avLst/>
                <a:gdLst/>
                <a:ahLst/>
                <a:cxnLst/>
                <a:rect l="l" t="t" r="r" b="b"/>
                <a:pathLst>
                  <a:path w="567" h="111" extrusionOk="0">
                    <a:moveTo>
                      <a:pt x="236" y="0"/>
                    </a:moveTo>
                    <a:lnTo>
                      <a:pt x="0" y="89"/>
                    </a:lnTo>
                    <a:lnTo>
                      <a:pt x="21" y="89"/>
                    </a:lnTo>
                    <a:lnTo>
                      <a:pt x="304" y="110"/>
                    </a:lnTo>
                    <a:lnTo>
                      <a:pt x="325" y="110"/>
                    </a:lnTo>
                    <a:lnTo>
                      <a:pt x="566" y="21"/>
                    </a:lnTo>
                    <a:cubicBezTo>
                      <a:pt x="566" y="0"/>
                      <a:pt x="566" y="0"/>
                      <a:pt x="545" y="0"/>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3" name="Google Shape;1143;p38"/>
              <p:cNvSpPr/>
              <p:nvPr/>
            </p:nvSpPr>
            <p:spPr>
              <a:xfrm>
                <a:off x="3862309" y="2543081"/>
                <a:ext cx="109244" cy="30563"/>
              </a:xfrm>
              <a:custGeom>
                <a:avLst/>
                <a:gdLst/>
                <a:ahLst/>
                <a:cxnLst/>
                <a:rect l="l" t="t" r="r" b="b"/>
                <a:pathLst>
                  <a:path w="697" h="195" extrusionOk="0">
                    <a:moveTo>
                      <a:pt x="414" y="90"/>
                    </a:moveTo>
                    <a:lnTo>
                      <a:pt x="372" y="110"/>
                    </a:lnTo>
                    <a:lnTo>
                      <a:pt x="304" y="110"/>
                    </a:lnTo>
                    <a:lnTo>
                      <a:pt x="330" y="90"/>
                    </a:lnTo>
                    <a:close/>
                    <a:moveTo>
                      <a:pt x="330" y="1"/>
                    </a:moveTo>
                    <a:cubicBezTo>
                      <a:pt x="304" y="1"/>
                      <a:pt x="304" y="1"/>
                      <a:pt x="283" y="21"/>
                    </a:cubicBezTo>
                    <a:lnTo>
                      <a:pt x="42" y="110"/>
                    </a:lnTo>
                    <a:lnTo>
                      <a:pt x="21" y="110"/>
                    </a:lnTo>
                    <a:lnTo>
                      <a:pt x="0" y="131"/>
                    </a:lnTo>
                    <a:lnTo>
                      <a:pt x="0" y="152"/>
                    </a:lnTo>
                    <a:lnTo>
                      <a:pt x="21" y="173"/>
                    </a:lnTo>
                    <a:lnTo>
                      <a:pt x="68" y="173"/>
                    </a:lnTo>
                    <a:lnTo>
                      <a:pt x="372" y="194"/>
                    </a:lnTo>
                    <a:cubicBezTo>
                      <a:pt x="393" y="194"/>
                      <a:pt x="393" y="194"/>
                      <a:pt x="435" y="173"/>
                    </a:cubicBezTo>
                    <a:lnTo>
                      <a:pt x="655" y="90"/>
                    </a:lnTo>
                    <a:lnTo>
                      <a:pt x="676" y="90"/>
                    </a:lnTo>
                    <a:lnTo>
                      <a:pt x="697" y="63"/>
                    </a:lnTo>
                    <a:lnTo>
                      <a:pt x="697" y="42"/>
                    </a:lnTo>
                    <a:lnTo>
                      <a:pt x="676" y="21"/>
                    </a:lnTo>
                    <a:lnTo>
                      <a:pt x="634" y="21"/>
                    </a:lnTo>
                    <a:lnTo>
                      <a:pt x="634"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4" name="Google Shape;1144;p38"/>
              <p:cNvSpPr/>
              <p:nvPr/>
            </p:nvSpPr>
            <p:spPr>
              <a:xfrm>
                <a:off x="3821244" y="2570196"/>
                <a:ext cx="88869" cy="14106"/>
              </a:xfrm>
              <a:custGeom>
                <a:avLst/>
                <a:gdLst/>
                <a:ahLst/>
                <a:cxnLst/>
                <a:rect l="l" t="t" r="r" b="b"/>
                <a:pathLst>
                  <a:path w="567" h="90" extrusionOk="0">
                    <a:moveTo>
                      <a:pt x="241" y="0"/>
                    </a:moveTo>
                    <a:lnTo>
                      <a:pt x="1" y="89"/>
                    </a:lnTo>
                    <a:lnTo>
                      <a:pt x="330" y="89"/>
                    </a:ln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5" name="Google Shape;1145;p38"/>
              <p:cNvSpPr/>
              <p:nvPr/>
            </p:nvSpPr>
            <p:spPr>
              <a:xfrm>
                <a:off x="3811370" y="2563613"/>
                <a:ext cx="109401" cy="27272"/>
              </a:xfrm>
              <a:custGeom>
                <a:avLst/>
                <a:gdLst/>
                <a:ahLst/>
                <a:cxnLst/>
                <a:rect l="l" t="t" r="r" b="b"/>
                <a:pathLst>
                  <a:path w="698" h="174" extrusionOk="0">
                    <a:moveTo>
                      <a:pt x="283" y="0"/>
                    </a:moveTo>
                    <a:lnTo>
                      <a:pt x="43" y="89"/>
                    </a:lnTo>
                    <a:lnTo>
                      <a:pt x="22" y="89"/>
                    </a:lnTo>
                    <a:lnTo>
                      <a:pt x="22" y="110"/>
                    </a:lnTo>
                    <a:lnTo>
                      <a:pt x="1" y="110"/>
                    </a:lnTo>
                    <a:lnTo>
                      <a:pt x="1" y="131"/>
                    </a:lnTo>
                    <a:lnTo>
                      <a:pt x="1" y="152"/>
                    </a:lnTo>
                    <a:lnTo>
                      <a:pt x="22" y="152"/>
                    </a:lnTo>
                    <a:lnTo>
                      <a:pt x="22" y="173"/>
                    </a:lnTo>
                    <a:lnTo>
                      <a:pt x="435" y="173"/>
                    </a:lnTo>
                    <a:lnTo>
                      <a:pt x="676" y="89"/>
                    </a:lnTo>
                    <a:lnTo>
                      <a:pt x="676" y="63"/>
                    </a:lnTo>
                    <a:lnTo>
                      <a:pt x="697" y="63"/>
                    </a:lnTo>
                    <a:lnTo>
                      <a:pt x="697" y="42"/>
                    </a:lnTo>
                    <a:lnTo>
                      <a:pt x="697"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6" name="Google Shape;1146;p38"/>
              <p:cNvSpPr/>
              <p:nvPr/>
            </p:nvSpPr>
            <p:spPr>
              <a:xfrm>
                <a:off x="3770305" y="2587436"/>
                <a:ext cx="88869" cy="17398"/>
              </a:xfrm>
              <a:custGeom>
                <a:avLst/>
                <a:gdLst/>
                <a:ahLst/>
                <a:cxnLst/>
                <a:rect l="l" t="t" r="r" b="b"/>
                <a:pathLst>
                  <a:path w="567" h="111" extrusionOk="0">
                    <a:moveTo>
                      <a:pt x="237" y="0"/>
                    </a:moveTo>
                    <a:lnTo>
                      <a:pt x="22" y="89"/>
                    </a:lnTo>
                    <a:cubicBezTo>
                      <a:pt x="1" y="89"/>
                      <a:pt x="1" y="110"/>
                      <a:pt x="22" y="110"/>
                    </a:cubicBezTo>
                    <a:lnTo>
                      <a:pt x="346" y="110"/>
                    </a:lnTo>
                    <a:lnTo>
                      <a:pt x="566" y="21"/>
                    </a:ln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7" name="Google Shape;1147;p38"/>
              <p:cNvSpPr/>
              <p:nvPr/>
            </p:nvSpPr>
            <p:spPr>
              <a:xfrm>
                <a:off x="3759647" y="2580854"/>
                <a:ext cx="109401" cy="30563"/>
              </a:xfrm>
              <a:custGeom>
                <a:avLst/>
                <a:gdLst/>
                <a:ahLst/>
                <a:cxnLst/>
                <a:rect l="l" t="t" r="r" b="b"/>
                <a:pathLst>
                  <a:path w="698" h="195" extrusionOk="0">
                    <a:moveTo>
                      <a:pt x="414" y="84"/>
                    </a:moveTo>
                    <a:lnTo>
                      <a:pt x="373" y="110"/>
                    </a:lnTo>
                    <a:lnTo>
                      <a:pt x="305" y="110"/>
                    </a:lnTo>
                    <a:lnTo>
                      <a:pt x="331" y="84"/>
                    </a:lnTo>
                    <a:close/>
                    <a:moveTo>
                      <a:pt x="352" y="0"/>
                    </a:moveTo>
                    <a:cubicBezTo>
                      <a:pt x="331" y="0"/>
                      <a:pt x="305" y="0"/>
                      <a:pt x="284" y="21"/>
                    </a:cubicBezTo>
                    <a:lnTo>
                      <a:pt x="43" y="110"/>
                    </a:lnTo>
                    <a:lnTo>
                      <a:pt x="22" y="110"/>
                    </a:lnTo>
                    <a:lnTo>
                      <a:pt x="22" y="131"/>
                    </a:lnTo>
                    <a:lnTo>
                      <a:pt x="1" y="131"/>
                    </a:lnTo>
                    <a:lnTo>
                      <a:pt x="22" y="152"/>
                    </a:lnTo>
                    <a:lnTo>
                      <a:pt x="22" y="173"/>
                    </a:lnTo>
                    <a:lnTo>
                      <a:pt x="90" y="173"/>
                    </a:lnTo>
                    <a:lnTo>
                      <a:pt x="373" y="194"/>
                    </a:lnTo>
                    <a:cubicBezTo>
                      <a:pt x="394" y="194"/>
                      <a:pt x="414" y="194"/>
                      <a:pt x="435" y="173"/>
                    </a:cubicBezTo>
                    <a:lnTo>
                      <a:pt x="676" y="84"/>
                    </a:lnTo>
                    <a:lnTo>
                      <a:pt x="697" y="84"/>
                    </a:lnTo>
                    <a:lnTo>
                      <a:pt x="697" y="63"/>
                    </a:lnTo>
                    <a:lnTo>
                      <a:pt x="697" y="42"/>
                    </a:lnTo>
                    <a:lnTo>
                      <a:pt x="697" y="21"/>
                    </a:lnTo>
                    <a:lnTo>
                      <a:pt x="655" y="21"/>
                    </a:lnTo>
                    <a:lnTo>
                      <a:pt x="63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8" name="Google Shape;1148;p38"/>
              <p:cNvSpPr/>
              <p:nvPr/>
            </p:nvSpPr>
            <p:spPr>
              <a:xfrm>
                <a:off x="3721874" y="2607969"/>
                <a:ext cx="89652" cy="14106"/>
              </a:xfrm>
              <a:custGeom>
                <a:avLst/>
                <a:gdLst/>
                <a:ahLst/>
                <a:cxnLst/>
                <a:rect l="l" t="t" r="r" b="b"/>
                <a:pathLst>
                  <a:path w="572" h="90" extrusionOk="0">
                    <a:moveTo>
                      <a:pt x="221" y="0"/>
                    </a:moveTo>
                    <a:lnTo>
                      <a:pt x="1" y="89"/>
                    </a:lnTo>
                    <a:lnTo>
                      <a:pt x="331" y="89"/>
                    </a:lnTo>
                    <a:lnTo>
                      <a:pt x="57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49" name="Google Shape;1149;p38"/>
              <p:cNvSpPr/>
              <p:nvPr/>
            </p:nvSpPr>
            <p:spPr>
              <a:xfrm>
                <a:off x="3712157" y="2601386"/>
                <a:ext cx="109244" cy="27272"/>
              </a:xfrm>
              <a:custGeom>
                <a:avLst/>
                <a:gdLst/>
                <a:ahLst/>
                <a:cxnLst/>
                <a:rect l="l" t="t" r="r" b="b"/>
                <a:pathLst>
                  <a:path w="697" h="174" extrusionOk="0">
                    <a:moveTo>
                      <a:pt x="262" y="0"/>
                    </a:moveTo>
                    <a:lnTo>
                      <a:pt x="21" y="84"/>
                    </a:lnTo>
                    <a:lnTo>
                      <a:pt x="21" y="110"/>
                    </a:lnTo>
                    <a:lnTo>
                      <a:pt x="0" y="110"/>
                    </a:lnTo>
                    <a:lnTo>
                      <a:pt x="0" y="131"/>
                    </a:lnTo>
                    <a:lnTo>
                      <a:pt x="0" y="152"/>
                    </a:lnTo>
                    <a:lnTo>
                      <a:pt x="21" y="173"/>
                    </a:lnTo>
                    <a:lnTo>
                      <a:pt x="414" y="173"/>
                    </a:lnTo>
                    <a:lnTo>
                      <a:pt x="655" y="84"/>
                    </a:lnTo>
                    <a:lnTo>
                      <a:pt x="676" y="63"/>
                    </a:lnTo>
                    <a:lnTo>
                      <a:pt x="697" y="42"/>
                    </a:lnTo>
                    <a:lnTo>
                      <a:pt x="697" y="21"/>
                    </a:lnTo>
                    <a:lnTo>
                      <a:pt x="676" y="21"/>
                    </a:lnTo>
                    <a:lnTo>
                      <a:pt x="65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0" name="Google Shape;1150;p38"/>
              <p:cNvSpPr/>
              <p:nvPr/>
            </p:nvSpPr>
            <p:spPr>
              <a:xfrm>
                <a:off x="3671092" y="2625209"/>
                <a:ext cx="88712" cy="17398"/>
              </a:xfrm>
              <a:custGeom>
                <a:avLst/>
                <a:gdLst/>
                <a:ahLst/>
                <a:cxnLst/>
                <a:rect l="l" t="t" r="r" b="b"/>
                <a:pathLst>
                  <a:path w="566" h="111" extrusionOk="0">
                    <a:moveTo>
                      <a:pt x="241" y="0"/>
                    </a:moveTo>
                    <a:lnTo>
                      <a:pt x="0" y="89"/>
                    </a:lnTo>
                    <a:lnTo>
                      <a:pt x="0" y="110"/>
                    </a:lnTo>
                    <a:lnTo>
                      <a:pt x="304" y="110"/>
                    </a:lnTo>
                    <a:cubicBezTo>
                      <a:pt x="325" y="110"/>
                      <a:pt x="325" y="89"/>
                      <a:pt x="325" y="89"/>
                    </a:cubicBez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1" name="Google Shape;1151;p38"/>
              <p:cNvSpPr/>
              <p:nvPr/>
            </p:nvSpPr>
            <p:spPr>
              <a:xfrm>
                <a:off x="3660434" y="2618627"/>
                <a:ext cx="110028" cy="30563"/>
              </a:xfrm>
              <a:custGeom>
                <a:avLst/>
                <a:gdLst/>
                <a:ahLst/>
                <a:cxnLst/>
                <a:rect l="l" t="t" r="r" b="b"/>
                <a:pathLst>
                  <a:path w="702" h="195" extrusionOk="0">
                    <a:moveTo>
                      <a:pt x="393" y="84"/>
                    </a:moveTo>
                    <a:lnTo>
                      <a:pt x="372" y="105"/>
                    </a:lnTo>
                    <a:lnTo>
                      <a:pt x="309" y="105"/>
                    </a:lnTo>
                    <a:lnTo>
                      <a:pt x="330" y="84"/>
                    </a:lnTo>
                    <a:close/>
                    <a:moveTo>
                      <a:pt x="330" y="0"/>
                    </a:moveTo>
                    <a:cubicBezTo>
                      <a:pt x="309" y="0"/>
                      <a:pt x="309" y="0"/>
                      <a:pt x="262" y="21"/>
                    </a:cubicBezTo>
                    <a:lnTo>
                      <a:pt x="21" y="105"/>
                    </a:lnTo>
                    <a:lnTo>
                      <a:pt x="0" y="105"/>
                    </a:lnTo>
                    <a:lnTo>
                      <a:pt x="0" y="131"/>
                    </a:lnTo>
                    <a:lnTo>
                      <a:pt x="0" y="152"/>
                    </a:lnTo>
                    <a:lnTo>
                      <a:pt x="21" y="173"/>
                    </a:lnTo>
                    <a:lnTo>
                      <a:pt x="68" y="173"/>
                    </a:lnTo>
                    <a:lnTo>
                      <a:pt x="372" y="194"/>
                    </a:lnTo>
                    <a:cubicBezTo>
                      <a:pt x="393" y="194"/>
                      <a:pt x="393" y="194"/>
                      <a:pt x="440" y="173"/>
                    </a:cubicBezTo>
                    <a:lnTo>
                      <a:pt x="655" y="84"/>
                    </a:lnTo>
                    <a:lnTo>
                      <a:pt x="676" y="84"/>
                    </a:lnTo>
                    <a:lnTo>
                      <a:pt x="702" y="63"/>
                    </a:lnTo>
                    <a:lnTo>
                      <a:pt x="702" y="42"/>
                    </a:lnTo>
                    <a:lnTo>
                      <a:pt x="676" y="21"/>
                    </a:lnTo>
                    <a:lnTo>
                      <a:pt x="655" y="21"/>
                    </a:lnTo>
                    <a:lnTo>
                      <a:pt x="63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2" name="Google Shape;1152;p38"/>
              <p:cNvSpPr/>
              <p:nvPr/>
            </p:nvSpPr>
            <p:spPr>
              <a:xfrm>
                <a:off x="4225149" y="2392929"/>
                <a:ext cx="85421" cy="16457"/>
              </a:xfrm>
              <a:custGeom>
                <a:avLst/>
                <a:gdLst/>
                <a:ahLst/>
                <a:cxnLst/>
                <a:rect l="l" t="t" r="r" b="b"/>
                <a:pathLst>
                  <a:path w="545" h="105" extrusionOk="0">
                    <a:moveTo>
                      <a:pt x="241" y="0"/>
                    </a:moveTo>
                    <a:lnTo>
                      <a:pt x="0" y="84"/>
                    </a:lnTo>
                    <a:lnTo>
                      <a:pt x="283" y="105"/>
                    </a:lnTo>
                    <a:lnTo>
                      <a:pt x="304" y="105"/>
                    </a:lnTo>
                    <a:lnTo>
                      <a:pt x="545" y="21"/>
                    </a:lnTo>
                    <a:lnTo>
                      <a:pt x="26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3" name="Google Shape;1153;p38"/>
              <p:cNvSpPr/>
              <p:nvPr/>
            </p:nvSpPr>
            <p:spPr>
              <a:xfrm>
                <a:off x="4214491" y="2385563"/>
                <a:ext cx="105953" cy="31347"/>
              </a:xfrm>
              <a:custGeom>
                <a:avLst/>
                <a:gdLst/>
                <a:ahLst/>
                <a:cxnLst/>
                <a:rect l="l" t="t" r="r" b="b"/>
                <a:pathLst>
                  <a:path w="676" h="200" extrusionOk="0">
                    <a:moveTo>
                      <a:pt x="414" y="89"/>
                    </a:moveTo>
                    <a:lnTo>
                      <a:pt x="351" y="110"/>
                    </a:lnTo>
                    <a:lnTo>
                      <a:pt x="262" y="110"/>
                    </a:lnTo>
                    <a:lnTo>
                      <a:pt x="330" y="89"/>
                    </a:lnTo>
                    <a:close/>
                    <a:moveTo>
                      <a:pt x="283" y="0"/>
                    </a:moveTo>
                    <a:lnTo>
                      <a:pt x="21" y="89"/>
                    </a:lnTo>
                    <a:lnTo>
                      <a:pt x="21" y="110"/>
                    </a:lnTo>
                    <a:lnTo>
                      <a:pt x="0" y="110"/>
                    </a:lnTo>
                    <a:lnTo>
                      <a:pt x="0" y="131"/>
                    </a:lnTo>
                    <a:lnTo>
                      <a:pt x="21" y="152"/>
                    </a:lnTo>
                    <a:lnTo>
                      <a:pt x="21" y="178"/>
                    </a:lnTo>
                    <a:lnTo>
                      <a:pt x="68" y="178"/>
                    </a:lnTo>
                    <a:lnTo>
                      <a:pt x="351" y="199"/>
                    </a:lnTo>
                    <a:lnTo>
                      <a:pt x="414" y="199"/>
                    </a:lnTo>
                    <a:lnTo>
                      <a:pt x="655" y="89"/>
                    </a:lnTo>
                    <a:lnTo>
                      <a:pt x="676" y="89"/>
                    </a:lnTo>
                    <a:lnTo>
                      <a:pt x="676" y="47"/>
                    </a:lnTo>
                    <a:lnTo>
                      <a:pt x="676" y="21"/>
                    </a:lnTo>
                    <a:lnTo>
                      <a:pt x="613" y="21"/>
                    </a:lnTo>
                    <a:lnTo>
                      <a:pt x="351"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4" name="Google Shape;1154;p38"/>
              <p:cNvSpPr/>
              <p:nvPr/>
            </p:nvSpPr>
            <p:spPr>
              <a:xfrm>
                <a:off x="4170135" y="2413461"/>
                <a:ext cx="88712" cy="16457"/>
              </a:xfrm>
              <a:custGeom>
                <a:avLst/>
                <a:gdLst/>
                <a:ahLst/>
                <a:cxnLst/>
                <a:rect l="l" t="t" r="r" b="b"/>
                <a:pathLst>
                  <a:path w="566" h="105" extrusionOk="0">
                    <a:moveTo>
                      <a:pt x="262" y="0"/>
                    </a:moveTo>
                    <a:lnTo>
                      <a:pt x="0" y="84"/>
                    </a:lnTo>
                    <a:lnTo>
                      <a:pt x="21" y="84"/>
                    </a:lnTo>
                    <a:lnTo>
                      <a:pt x="304" y="105"/>
                    </a:lnTo>
                    <a:lnTo>
                      <a:pt x="330" y="105"/>
                    </a:ln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5" name="Google Shape;1155;p38"/>
              <p:cNvSpPr/>
              <p:nvPr/>
            </p:nvSpPr>
            <p:spPr>
              <a:xfrm>
                <a:off x="4160261" y="2405938"/>
                <a:ext cx="109244" cy="31347"/>
              </a:xfrm>
              <a:custGeom>
                <a:avLst/>
                <a:gdLst/>
                <a:ahLst/>
                <a:cxnLst/>
                <a:rect l="l" t="t" r="r" b="b"/>
                <a:pathLst>
                  <a:path w="697" h="200" extrusionOk="0">
                    <a:moveTo>
                      <a:pt x="414" y="90"/>
                    </a:moveTo>
                    <a:lnTo>
                      <a:pt x="367" y="111"/>
                    </a:lnTo>
                    <a:lnTo>
                      <a:pt x="283" y="111"/>
                    </a:lnTo>
                    <a:lnTo>
                      <a:pt x="346" y="90"/>
                    </a:lnTo>
                    <a:close/>
                    <a:moveTo>
                      <a:pt x="283" y="1"/>
                    </a:moveTo>
                    <a:lnTo>
                      <a:pt x="42" y="90"/>
                    </a:lnTo>
                    <a:lnTo>
                      <a:pt x="21" y="111"/>
                    </a:lnTo>
                    <a:lnTo>
                      <a:pt x="0" y="132"/>
                    </a:lnTo>
                    <a:lnTo>
                      <a:pt x="21" y="153"/>
                    </a:lnTo>
                    <a:lnTo>
                      <a:pt x="42" y="179"/>
                    </a:lnTo>
                    <a:lnTo>
                      <a:pt x="63" y="179"/>
                    </a:lnTo>
                    <a:lnTo>
                      <a:pt x="346" y="200"/>
                    </a:lnTo>
                    <a:cubicBezTo>
                      <a:pt x="367" y="200"/>
                      <a:pt x="393" y="200"/>
                      <a:pt x="414" y="179"/>
                    </a:cubicBezTo>
                    <a:lnTo>
                      <a:pt x="655" y="90"/>
                    </a:lnTo>
                    <a:lnTo>
                      <a:pt x="676" y="90"/>
                    </a:lnTo>
                    <a:lnTo>
                      <a:pt x="697" y="69"/>
                    </a:lnTo>
                    <a:lnTo>
                      <a:pt x="697" y="48"/>
                    </a:lnTo>
                    <a:lnTo>
                      <a:pt x="676" y="22"/>
                    </a:lnTo>
                    <a:lnTo>
                      <a:pt x="655" y="22"/>
                    </a:lnTo>
                    <a:lnTo>
                      <a:pt x="65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6" name="Google Shape;1156;p38"/>
              <p:cNvSpPr/>
              <p:nvPr/>
            </p:nvSpPr>
            <p:spPr>
              <a:xfrm>
                <a:off x="4119197" y="2429762"/>
                <a:ext cx="85577" cy="18965"/>
              </a:xfrm>
              <a:custGeom>
                <a:avLst/>
                <a:gdLst/>
                <a:ahLst/>
                <a:cxnLst/>
                <a:rect l="l" t="t" r="r" b="b"/>
                <a:pathLst>
                  <a:path w="546" h="121" extrusionOk="0">
                    <a:moveTo>
                      <a:pt x="262" y="1"/>
                    </a:moveTo>
                    <a:cubicBezTo>
                      <a:pt x="262" y="1"/>
                      <a:pt x="236" y="1"/>
                      <a:pt x="236" y="27"/>
                    </a:cubicBezTo>
                    <a:lnTo>
                      <a:pt x="1" y="111"/>
                    </a:lnTo>
                    <a:lnTo>
                      <a:pt x="283" y="111"/>
                    </a:lnTo>
                    <a:cubicBezTo>
                      <a:pt x="290" y="118"/>
                      <a:pt x="295" y="120"/>
                      <a:pt x="298" y="120"/>
                    </a:cubicBezTo>
                    <a:cubicBezTo>
                      <a:pt x="304" y="120"/>
                      <a:pt x="304" y="111"/>
                      <a:pt x="304" y="111"/>
                    </a:cubicBezTo>
                    <a:lnTo>
                      <a:pt x="545" y="27"/>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7" name="Google Shape;1157;p38"/>
              <p:cNvSpPr/>
              <p:nvPr/>
            </p:nvSpPr>
            <p:spPr>
              <a:xfrm>
                <a:off x="4108539" y="2423179"/>
                <a:ext cx="109244" cy="32914"/>
              </a:xfrm>
              <a:custGeom>
                <a:avLst/>
                <a:gdLst/>
                <a:ahLst/>
                <a:cxnLst/>
                <a:rect l="l" t="t" r="r" b="b"/>
                <a:pathLst>
                  <a:path w="697" h="210" extrusionOk="0">
                    <a:moveTo>
                      <a:pt x="330" y="90"/>
                    </a:moveTo>
                    <a:lnTo>
                      <a:pt x="414" y="111"/>
                    </a:lnTo>
                    <a:lnTo>
                      <a:pt x="351" y="132"/>
                    </a:lnTo>
                    <a:lnTo>
                      <a:pt x="283" y="111"/>
                    </a:lnTo>
                    <a:lnTo>
                      <a:pt x="330" y="90"/>
                    </a:lnTo>
                    <a:close/>
                    <a:moveTo>
                      <a:pt x="351" y="1"/>
                    </a:moveTo>
                    <a:cubicBezTo>
                      <a:pt x="304" y="1"/>
                      <a:pt x="304" y="1"/>
                      <a:pt x="283" y="22"/>
                    </a:cubicBezTo>
                    <a:lnTo>
                      <a:pt x="21" y="111"/>
                    </a:lnTo>
                    <a:lnTo>
                      <a:pt x="0" y="132"/>
                    </a:lnTo>
                    <a:lnTo>
                      <a:pt x="0" y="153"/>
                    </a:lnTo>
                    <a:lnTo>
                      <a:pt x="0" y="174"/>
                    </a:lnTo>
                    <a:lnTo>
                      <a:pt x="21" y="174"/>
                    </a:lnTo>
                    <a:lnTo>
                      <a:pt x="21" y="200"/>
                    </a:lnTo>
                    <a:lnTo>
                      <a:pt x="351" y="200"/>
                    </a:lnTo>
                    <a:cubicBezTo>
                      <a:pt x="365" y="200"/>
                      <a:pt x="370" y="209"/>
                      <a:pt x="384" y="209"/>
                    </a:cubicBezTo>
                    <a:cubicBezTo>
                      <a:pt x="391" y="209"/>
                      <a:pt x="400" y="207"/>
                      <a:pt x="414" y="200"/>
                    </a:cubicBezTo>
                    <a:lnTo>
                      <a:pt x="655" y="111"/>
                    </a:lnTo>
                    <a:lnTo>
                      <a:pt x="676" y="111"/>
                    </a:lnTo>
                    <a:lnTo>
                      <a:pt x="676" y="90"/>
                    </a:lnTo>
                    <a:lnTo>
                      <a:pt x="697" y="69"/>
                    </a:lnTo>
                    <a:lnTo>
                      <a:pt x="676" y="43"/>
                    </a:lnTo>
                    <a:lnTo>
                      <a:pt x="655" y="43"/>
                    </a:lnTo>
                    <a:lnTo>
                      <a:pt x="655" y="22"/>
                    </a:lnTo>
                    <a:lnTo>
                      <a:pt x="613" y="22"/>
                    </a:lnTo>
                    <a:lnTo>
                      <a:pt x="35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8" name="Google Shape;1158;p38"/>
              <p:cNvSpPr/>
              <p:nvPr/>
            </p:nvSpPr>
            <p:spPr>
              <a:xfrm>
                <a:off x="4064183" y="2450294"/>
                <a:ext cx="88869" cy="17398"/>
              </a:xfrm>
              <a:custGeom>
                <a:avLst/>
                <a:gdLst/>
                <a:ahLst/>
                <a:cxnLst/>
                <a:rect l="l" t="t" r="r" b="b"/>
                <a:pathLst>
                  <a:path w="567" h="111" extrusionOk="0">
                    <a:moveTo>
                      <a:pt x="262" y="1"/>
                    </a:moveTo>
                    <a:lnTo>
                      <a:pt x="1" y="90"/>
                    </a:lnTo>
                    <a:cubicBezTo>
                      <a:pt x="1" y="111"/>
                      <a:pt x="1" y="111"/>
                      <a:pt x="22" y="111"/>
                    </a:cubicBezTo>
                    <a:lnTo>
                      <a:pt x="325" y="111"/>
                    </a:lnTo>
                    <a:lnTo>
                      <a:pt x="566" y="27"/>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59" name="Google Shape;1159;p38"/>
              <p:cNvSpPr/>
              <p:nvPr/>
            </p:nvSpPr>
            <p:spPr>
              <a:xfrm>
                <a:off x="4053525" y="2443711"/>
                <a:ext cx="110185" cy="31347"/>
              </a:xfrm>
              <a:custGeom>
                <a:avLst/>
                <a:gdLst/>
                <a:ahLst/>
                <a:cxnLst/>
                <a:rect l="l" t="t" r="r" b="b"/>
                <a:pathLst>
                  <a:path w="703" h="200" extrusionOk="0">
                    <a:moveTo>
                      <a:pt x="420" y="90"/>
                    </a:moveTo>
                    <a:lnTo>
                      <a:pt x="372" y="111"/>
                    </a:lnTo>
                    <a:lnTo>
                      <a:pt x="289" y="111"/>
                    </a:lnTo>
                    <a:lnTo>
                      <a:pt x="351" y="90"/>
                    </a:lnTo>
                    <a:close/>
                    <a:moveTo>
                      <a:pt x="351" y="1"/>
                    </a:moveTo>
                    <a:cubicBezTo>
                      <a:pt x="330" y="1"/>
                      <a:pt x="330" y="1"/>
                      <a:pt x="289" y="22"/>
                    </a:cubicBezTo>
                    <a:lnTo>
                      <a:pt x="48" y="111"/>
                    </a:lnTo>
                    <a:lnTo>
                      <a:pt x="27" y="111"/>
                    </a:lnTo>
                    <a:lnTo>
                      <a:pt x="27" y="132"/>
                    </a:lnTo>
                    <a:lnTo>
                      <a:pt x="1" y="132"/>
                    </a:lnTo>
                    <a:lnTo>
                      <a:pt x="1" y="153"/>
                    </a:lnTo>
                    <a:lnTo>
                      <a:pt x="27" y="174"/>
                    </a:lnTo>
                    <a:lnTo>
                      <a:pt x="48" y="174"/>
                    </a:lnTo>
                    <a:lnTo>
                      <a:pt x="69" y="200"/>
                    </a:lnTo>
                    <a:lnTo>
                      <a:pt x="440" y="200"/>
                    </a:lnTo>
                    <a:lnTo>
                      <a:pt x="681" y="111"/>
                    </a:lnTo>
                    <a:lnTo>
                      <a:pt x="681" y="90"/>
                    </a:lnTo>
                    <a:lnTo>
                      <a:pt x="702" y="90"/>
                    </a:lnTo>
                    <a:lnTo>
                      <a:pt x="702" y="69"/>
                    </a:lnTo>
                    <a:lnTo>
                      <a:pt x="702" y="43"/>
                    </a:lnTo>
                    <a:lnTo>
                      <a:pt x="681" y="22"/>
                    </a:lnTo>
                    <a:lnTo>
                      <a:pt x="634" y="22"/>
                    </a:lnTo>
                    <a:lnTo>
                      <a:pt x="35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0" name="Google Shape;1160;p38"/>
              <p:cNvSpPr/>
              <p:nvPr/>
            </p:nvSpPr>
            <p:spPr>
              <a:xfrm>
                <a:off x="4012460" y="2470826"/>
                <a:ext cx="89652" cy="17398"/>
              </a:xfrm>
              <a:custGeom>
                <a:avLst/>
                <a:gdLst/>
                <a:ahLst/>
                <a:cxnLst/>
                <a:rect l="l" t="t" r="r" b="b"/>
                <a:pathLst>
                  <a:path w="572" h="111" extrusionOk="0">
                    <a:moveTo>
                      <a:pt x="242" y="1"/>
                    </a:moveTo>
                    <a:lnTo>
                      <a:pt x="1" y="90"/>
                    </a:lnTo>
                    <a:lnTo>
                      <a:pt x="310" y="111"/>
                    </a:lnTo>
                    <a:lnTo>
                      <a:pt x="331" y="111"/>
                    </a:lnTo>
                    <a:lnTo>
                      <a:pt x="572" y="27"/>
                    </a:lnTo>
                    <a:lnTo>
                      <a:pt x="57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1" name="Google Shape;1161;p38"/>
              <p:cNvSpPr/>
              <p:nvPr/>
            </p:nvSpPr>
            <p:spPr>
              <a:xfrm>
                <a:off x="4002586" y="2464243"/>
                <a:ext cx="109401" cy="31347"/>
              </a:xfrm>
              <a:custGeom>
                <a:avLst/>
                <a:gdLst/>
                <a:ahLst/>
                <a:cxnLst/>
                <a:rect l="l" t="t" r="r" b="b"/>
                <a:pathLst>
                  <a:path w="698" h="200" extrusionOk="0">
                    <a:moveTo>
                      <a:pt x="415" y="90"/>
                    </a:moveTo>
                    <a:lnTo>
                      <a:pt x="373" y="111"/>
                    </a:lnTo>
                    <a:lnTo>
                      <a:pt x="284" y="111"/>
                    </a:lnTo>
                    <a:lnTo>
                      <a:pt x="326" y="90"/>
                    </a:lnTo>
                    <a:close/>
                    <a:moveTo>
                      <a:pt x="284" y="1"/>
                    </a:moveTo>
                    <a:lnTo>
                      <a:pt x="43" y="111"/>
                    </a:lnTo>
                    <a:lnTo>
                      <a:pt x="1" y="111"/>
                    </a:lnTo>
                    <a:lnTo>
                      <a:pt x="1" y="132"/>
                    </a:lnTo>
                    <a:lnTo>
                      <a:pt x="1" y="153"/>
                    </a:lnTo>
                    <a:lnTo>
                      <a:pt x="22" y="174"/>
                    </a:lnTo>
                    <a:lnTo>
                      <a:pt x="64" y="174"/>
                    </a:lnTo>
                    <a:lnTo>
                      <a:pt x="352" y="200"/>
                    </a:lnTo>
                    <a:cubicBezTo>
                      <a:pt x="373" y="200"/>
                      <a:pt x="394" y="200"/>
                      <a:pt x="415" y="174"/>
                    </a:cubicBezTo>
                    <a:lnTo>
                      <a:pt x="655" y="90"/>
                    </a:lnTo>
                    <a:lnTo>
                      <a:pt x="676" y="90"/>
                    </a:lnTo>
                    <a:lnTo>
                      <a:pt x="697" y="69"/>
                    </a:lnTo>
                    <a:lnTo>
                      <a:pt x="697" y="43"/>
                    </a:lnTo>
                    <a:lnTo>
                      <a:pt x="676" y="22"/>
                    </a:lnTo>
                    <a:lnTo>
                      <a:pt x="655" y="22"/>
                    </a:lnTo>
                    <a:lnTo>
                      <a:pt x="63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2" name="Google Shape;1162;p38"/>
              <p:cNvSpPr/>
              <p:nvPr/>
            </p:nvSpPr>
            <p:spPr>
              <a:xfrm>
                <a:off x="3961678" y="2491358"/>
                <a:ext cx="88712" cy="17398"/>
              </a:xfrm>
              <a:custGeom>
                <a:avLst/>
                <a:gdLst/>
                <a:ahLst/>
                <a:cxnLst/>
                <a:rect l="l" t="t" r="r" b="b"/>
                <a:pathLst>
                  <a:path w="566" h="111" extrusionOk="0">
                    <a:moveTo>
                      <a:pt x="241" y="1"/>
                    </a:moveTo>
                    <a:lnTo>
                      <a:pt x="0" y="90"/>
                    </a:lnTo>
                    <a:lnTo>
                      <a:pt x="283" y="111"/>
                    </a:lnTo>
                    <a:cubicBezTo>
                      <a:pt x="304" y="111"/>
                      <a:pt x="304" y="90"/>
                      <a:pt x="325" y="90"/>
                    </a:cubicBezTo>
                    <a:lnTo>
                      <a:pt x="566"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3" name="Google Shape;1163;p38"/>
              <p:cNvSpPr/>
              <p:nvPr/>
            </p:nvSpPr>
            <p:spPr>
              <a:xfrm>
                <a:off x="3950864" y="2484775"/>
                <a:ext cx="110185" cy="29153"/>
              </a:xfrm>
              <a:custGeom>
                <a:avLst/>
                <a:gdLst/>
                <a:ahLst/>
                <a:cxnLst/>
                <a:rect l="l" t="t" r="r" b="b"/>
                <a:pathLst>
                  <a:path w="703" h="186" extrusionOk="0">
                    <a:moveTo>
                      <a:pt x="420" y="90"/>
                    </a:moveTo>
                    <a:lnTo>
                      <a:pt x="352" y="111"/>
                    </a:lnTo>
                    <a:lnTo>
                      <a:pt x="289" y="90"/>
                    </a:lnTo>
                    <a:close/>
                    <a:moveTo>
                      <a:pt x="263" y="1"/>
                    </a:moveTo>
                    <a:lnTo>
                      <a:pt x="27" y="90"/>
                    </a:lnTo>
                    <a:lnTo>
                      <a:pt x="27" y="111"/>
                    </a:lnTo>
                    <a:lnTo>
                      <a:pt x="1" y="111"/>
                    </a:lnTo>
                    <a:lnTo>
                      <a:pt x="1" y="132"/>
                    </a:lnTo>
                    <a:lnTo>
                      <a:pt x="1" y="153"/>
                    </a:lnTo>
                    <a:lnTo>
                      <a:pt x="27" y="153"/>
                    </a:lnTo>
                    <a:lnTo>
                      <a:pt x="27" y="173"/>
                    </a:lnTo>
                    <a:lnTo>
                      <a:pt x="352" y="173"/>
                    </a:lnTo>
                    <a:cubicBezTo>
                      <a:pt x="366" y="173"/>
                      <a:pt x="380" y="185"/>
                      <a:pt x="395" y="185"/>
                    </a:cubicBezTo>
                    <a:cubicBezTo>
                      <a:pt x="403" y="185"/>
                      <a:pt x="411" y="182"/>
                      <a:pt x="420" y="173"/>
                    </a:cubicBezTo>
                    <a:lnTo>
                      <a:pt x="656" y="90"/>
                    </a:lnTo>
                    <a:lnTo>
                      <a:pt x="682" y="90"/>
                    </a:lnTo>
                    <a:lnTo>
                      <a:pt x="682" y="69"/>
                    </a:lnTo>
                    <a:lnTo>
                      <a:pt x="703" y="43"/>
                    </a:lnTo>
                    <a:lnTo>
                      <a:pt x="682" y="22"/>
                    </a:lnTo>
                    <a:lnTo>
                      <a:pt x="656" y="22"/>
                    </a:lnTo>
                    <a:lnTo>
                      <a:pt x="65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4" name="Google Shape;1164;p38"/>
              <p:cNvSpPr/>
              <p:nvPr/>
            </p:nvSpPr>
            <p:spPr>
              <a:xfrm>
                <a:off x="3909956" y="2508599"/>
                <a:ext cx="86204" cy="17398"/>
              </a:xfrm>
              <a:custGeom>
                <a:avLst/>
                <a:gdLst/>
                <a:ahLst/>
                <a:cxnLst/>
                <a:rect l="l" t="t" r="r" b="b"/>
                <a:pathLst>
                  <a:path w="550" h="111" extrusionOk="0">
                    <a:moveTo>
                      <a:pt x="262" y="1"/>
                    </a:moveTo>
                    <a:cubicBezTo>
                      <a:pt x="241" y="1"/>
                      <a:pt x="241" y="1"/>
                      <a:pt x="241" y="21"/>
                    </a:cubicBezTo>
                    <a:lnTo>
                      <a:pt x="0" y="111"/>
                    </a:lnTo>
                    <a:lnTo>
                      <a:pt x="309" y="111"/>
                    </a:lnTo>
                    <a:lnTo>
                      <a:pt x="550" y="21"/>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5" name="Google Shape;1165;p38"/>
              <p:cNvSpPr/>
              <p:nvPr/>
            </p:nvSpPr>
            <p:spPr>
              <a:xfrm>
                <a:off x="3896790" y="2502016"/>
                <a:ext cx="112536" cy="30563"/>
              </a:xfrm>
              <a:custGeom>
                <a:avLst/>
                <a:gdLst/>
                <a:ahLst/>
                <a:cxnLst/>
                <a:rect l="l" t="t" r="r" b="b"/>
                <a:pathLst>
                  <a:path w="718" h="195" extrusionOk="0">
                    <a:moveTo>
                      <a:pt x="414" y="90"/>
                    </a:moveTo>
                    <a:lnTo>
                      <a:pt x="372" y="111"/>
                    </a:lnTo>
                    <a:lnTo>
                      <a:pt x="304" y="111"/>
                    </a:lnTo>
                    <a:lnTo>
                      <a:pt x="346" y="90"/>
                    </a:lnTo>
                    <a:close/>
                    <a:moveTo>
                      <a:pt x="346" y="1"/>
                    </a:moveTo>
                    <a:cubicBezTo>
                      <a:pt x="325" y="1"/>
                      <a:pt x="304" y="1"/>
                      <a:pt x="283" y="22"/>
                    </a:cubicBezTo>
                    <a:lnTo>
                      <a:pt x="42" y="111"/>
                    </a:lnTo>
                    <a:lnTo>
                      <a:pt x="21" y="111"/>
                    </a:lnTo>
                    <a:lnTo>
                      <a:pt x="21" y="132"/>
                    </a:lnTo>
                    <a:lnTo>
                      <a:pt x="0" y="153"/>
                    </a:lnTo>
                    <a:lnTo>
                      <a:pt x="21" y="153"/>
                    </a:lnTo>
                    <a:lnTo>
                      <a:pt x="21" y="173"/>
                    </a:lnTo>
                    <a:lnTo>
                      <a:pt x="42" y="173"/>
                    </a:lnTo>
                    <a:lnTo>
                      <a:pt x="42" y="194"/>
                    </a:lnTo>
                    <a:lnTo>
                      <a:pt x="435" y="194"/>
                    </a:lnTo>
                    <a:lnTo>
                      <a:pt x="676" y="111"/>
                    </a:lnTo>
                    <a:lnTo>
                      <a:pt x="676" y="90"/>
                    </a:lnTo>
                    <a:lnTo>
                      <a:pt x="697" y="90"/>
                    </a:lnTo>
                    <a:lnTo>
                      <a:pt x="718" y="63"/>
                    </a:lnTo>
                    <a:lnTo>
                      <a:pt x="697" y="43"/>
                    </a:lnTo>
                    <a:lnTo>
                      <a:pt x="697" y="22"/>
                    </a:lnTo>
                    <a:lnTo>
                      <a:pt x="634" y="22"/>
                    </a:lnTo>
                    <a:lnTo>
                      <a:pt x="34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6" name="Google Shape;1166;p38"/>
              <p:cNvSpPr/>
              <p:nvPr/>
            </p:nvSpPr>
            <p:spPr>
              <a:xfrm>
                <a:off x="3855726" y="2529131"/>
                <a:ext cx="92160" cy="17398"/>
              </a:xfrm>
              <a:custGeom>
                <a:avLst/>
                <a:gdLst/>
                <a:ahLst/>
                <a:cxnLst/>
                <a:rect l="l" t="t" r="r" b="b"/>
                <a:pathLst>
                  <a:path w="588" h="111" extrusionOk="0">
                    <a:moveTo>
                      <a:pt x="241" y="0"/>
                    </a:moveTo>
                    <a:lnTo>
                      <a:pt x="0" y="90"/>
                    </a:lnTo>
                    <a:lnTo>
                      <a:pt x="21" y="90"/>
                    </a:lnTo>
                    <a:lnTo>
                      <a:pt x="304" y="110"/>
                    </a:lnTo>
                    <a:lnTo>
                      <a:pt x="325" y="110"/>
                    </a:lnTo>
                    <a:lnTo>
                      <a:pt x="566" y="21"/>
                    </a:lnTo>
                    <a:cubicBezTo>
                      <a:pt x="587" y="0"/>
                      <a:pt x="566" y="0"/>
                      <a:pt x="566" y="0"/>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7" name="Google Shape;1167;p38"/>
              <p:cNvSpPr/>
              <p:nvPr/>
            </p:nvSpPr>
            <p:spPr>
              <a:xfrm>
                <a:off x="3845068" y="2522548"/>
                <a:ext cx="110185" cy="30563"/>
              </a:xfrm>
              <a:custGeom>
                <a:avLst/>
                <a:gdLst/>
                <a:ahLst/>
                <a:cxnLst/>
                <a:rect l="l" t="t" r="r" b="b"/>
                <a:pathLst>
                  <a:path w="703" h="195" extrusionOk="0">
                    <a:moveTo>
                      <a:pt x="414" y="90"/>
                    </a:moveTo>
                    <a:lnTo>
                      <a:pt x="372" y="111"/>
                    </a:lnTo>
                    <a:lnTo>
                      <a:pt x="309" y="111"/>
                    </a:lnTo>
                    <a:lnTo>
                      <a:pt x="351" y="90"/>
                    </a:lnTo>
                    <a:close/>
                    <a:moveTo>
                      <a:pt x="283" y="1"/>
                    </a:moveTo>
                    <a:lnTo>
                      <a:pt x="283" y="22"/>
                    </a:lnTo>
                    <a:lnTo>
                      <a:pt x="48" y="111"/>
                    </a:lnTo>
                    <a:lnTo>
                      <a:pt x="21" y="111"/>
                    </a:lnTo>
                    <a:lnTo>
                      <a:pt x="0" y="132"/>
                    </a:lnTo>
                    <a:lnTo>
                      <a:pt x="0" y="152"/>
                    </a:lnTo>
                    <a:lnTo>
                      <a:pt x="21" y="173"/>
                    </a:lnTo>
                    <a:lnTo>
                      <a:pt x="89" y="173"/>
                    </a:lnTo>
                    <a:lnTo>
                      <a:pt x="372" y="194"/>
                    </a:lnTo>
                    <a:cubicBezTo>
                      <a:pt x="393" y="194"/>
                      <a:pt x="414" y="194"/>
                      <a:pt x="440" y="173"/>
                    </a:cubicBezTo>
                    <a:lnTo>
                      <a:pt x="676" y="90"/>
                    </a:lnTo>
                    <a:lnTo>
                      <a:pt x="702" y="90"/>
                    </a:lnTo>
                    <a:lnTo>
                      <a:pt x="702" y="63"/>
                    </a:lnTo>
                    <a:lnTo>
                      <a:pt x="702" y="42"/>
                    </a:lnTo>
                    <a:lnTo>
                      <a:pt x="702" y="22"/>
                    </a:lnTo>
                    <a:lnTo>
                      <a:pt x="655" y="22"/>
                    </a:lnTo>
                    <a:lnTo>
                      <a:pt x="634"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8" name="Google Shape;1168;p38"/>
              <p:cNvSpPr/>
              <p:nvPr/>
            </p:nvSpPr>
            <p:spPr>
              <a:xfrm>
                <a:off x="3804003" y="2549663"/>
                <a:ext cx="89652" cy="14106"/>
              </a:xfrm>
              <a:custGeom>
                <a:avLst/>
                <a:gdLst/>
                <a:ahLst/>
                <a:cxnLst/>
                <a:rect l="l" t="t" r="r" b="b"/>
                <a:pathLst>
                  <a:path w="572" h="90" extrusionOk="0">
                    <a:moveTo>
                      <a:pt x="241" y="0"/>
                    </a:moveTo>
                    <a:lnTo>
                      <a:pt x="1" y="89"/>
                    </a:lnTo>
                    <a:lnTo>
                      <a:pt x="330" y="89"/>
                    </a:lnTo>
                    <a:lnTo>
                      <a:pt x="571"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69" name="Google Shape;1169;p38"/>
              <p:cNvSpPr/>
              <p:nvPr/>
            </p:nvSpPr>
            <p:spPr>
              <a:xfrm>
                <a:off x="3794129" y="2543081"/>
                <a:ext cx="109401" cy="27272"/>
              </a:xfrm>
              <a:custGeom>
                <a:avLst/>
                <a:gdLst/>
                <a:ahLst/>
                <a:cxnLst/>
                <a:rect l="l" t="t" r="r" b="b"/>
                <a:pathLst>
                  <a:path w="698" h="174" extrusionOk="0">
                    <a:moveTo>
                      <a:pt x="284" y="1"/>
                    </a:moveTo>
                    <a:lnTo>
                      <a:pt x="43" y="90"/>
                    </a:lnTo>
                    <a:lnTo>
                      <a:pt x="22" y="110"/>
                    </a:lnTo>
                    <a:lnTo>
                      <a:pt x="1" y="110"/>
                    </a:lnTo>
                    <a:lnTo>
                      <a:pt x="1" y="131"/>
                    </a:lnTo>
                    <a:lnTo>
                      <a:pt x="1" y="152"/>
                    </a:lnTo>
                    <a:lnTo>
                      <a:pt x="22" y="152"/>
                    </a:lnTo>
                    <a:lnTo>
                      <a:pt x="22" y="173"/>
                    </a:lnTo>
                    <a:lnTo>
                      <a:pt x="435" y="173"/>
                    </a:lnTo>
                    <a:lnTo>
                      <a:pt x="676" y="90"/>
                    </a:lnTo>
                    <a:lnTo>
                      <a:pt x="697" y="63"/>
                    </a:lnTo>
                    <a:lnTo>
                      <a:pt x="697" y="42"/>
                    </a:lnTo>
                    <a:lnTo>
                      <a:pt x="697" y="21"/>
                    </a:lnTo>
                    <a:lnTo>
                      <a:pt x="676" y="21"/>
                    </a:lnTo>
                    <a:lnTo>
                      <a:pt x="67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0" name="Google Shape;1170;p38"/>
              <p:cNvSpPr/>
              <p:nvPr/>
            </p:nvSpPr>
            <p:spPr>
              <a:xfrm>
                <a:off x="3753064" y="2566904"/>
                <a:ext cx="88869" cy="17398"/>
              </a:xfrm>
              <a:custGeom>
                <a:avLst/>
                <a:gdLst/>
                <a:ahLst/>
                <a:cxnLst/>
                <a:rect l="l" t="t" r="r" b="b"/>
                <a:pathLst>
                  <a:path w="567" h="111" extrusionOk="0">
                    <a:moveTo>
                      <a:pt x="242" y="0"/>
                    </a:moveTo>
                    <a:lnTo>
                      <a:pt x="1" y="110"/>
                    </a:lnTo>
                    <a:lnTo>
                      <a:pt x="326" y="110"/>
                    </a:lnTo>
                    <a:lnTo>
                      <a:pt x="566" y="21"/>
                    </a:lnTo>
                    <a:lnTo>
                      <a:pt x="26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1" name="Google Shape;1171;p38"/>
              <p:cNvSpPr/>
              <p:nvPr/>
            </p:nvSpPr>
            <p:spPr>
              <a:xfrm>
                <a:off x="3742406" y="2560321"/>
                <a:ext cx="110185" cy="30563"/>
              </a:xfrm>
              <a:custGeom>
                <a:avLst/>
                <a:gdLst/>
                <a:ahLst/>
                <a:cxnLst/>
                <a:rect l="l" t="t" r="r" b="b"/>
                <a:pathLst>
                  <a:path w="703" h="195" extrusionOk="0">
                    <a:moveTo>
                      <a:pt x="415" y="84"/>
                    </a:moveTo>
                    <a:lnTo>
                      <a:pt x="373" y="110"/>
                    </a:lnTo>
                    <a:lnTo>
                      <a:pt x="310" y="110"/>
                    </a:lnTo>
                    <a:lnTo>
                      <a:pt x="331" y="84"/>
                    </a:lnTo>
                    <a:close/>
                    <a:moveTo>
                      <a:pt x="331" y="0"/>
                    </a:moveTo>
                    <a:cubicBezTo>
                      <a:pt x="310" y="0"/>
                      <a:pt x="310" y="0"/>
                      <a:pt x="284" y="21"/>
                    </a:cubicBezTo>
                    <a:lnTo>
                      <a:pt x="48" y="110"/>
                    </a:lnTo>
                    <a:lnTo>
                      <a:pt x="22" y="110"/>
                    </a:lnTo>
                    <a:lnTo>
                      <a:pt x="1" y="131"/>
                    </a:lnTo>
                    <a:lnTo>
                      <a:pt x="1" y="152"/>
                    </a:lnTo>
                    <a:lnTo>
                      <a:pt x="22" y="173"/>
                    </a:lnTo>
                    <a:lnTo>
                      <a:pt x="48" y="194"/>
                    </a:lnTo>
                    <a:lnTo>
                      <a:pt x="373" y="194"/>
                    </a:lnTo>
                    <a:cubicBezTo>
                      <a:pt x="394" y="194"/>
                      <a:pt x="415" y="194"/>
                      <a:pt x="441" y="173"/>
                    </a:cubicBezTo>
                    <a:lnTo>
                      <a:pt x="676" y="84"/>
                    </a:lnTo>
                    <a:lnTo>
                      <a:pt x="703" y="84"/>
                    </a:lnTo>
                    <a:lnTo>
                      <a:pt x="703" y="63"/>
                    </a:lnTo>
                    <a:lnTo>
                      <a:pt x="703" y="42"/>
                    </a:lnTo>
                    <a:lnTo>
                      <a:pt x="703" y="21"/>
                    </a:lnTo>
                    <a:lnTo>
                      <a:pt x="634" y="21"/>
                    </a:lnTo>
                    <a:lnTo>
                      <a:pt x="331"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2" name="Google Shape;1172;p38"/>
              <p:cNvSpPr/>
              <p:nvPr/>
            </p:nvSpPr>
            <p:spPr>
              <a:xfrm>
                <a:off x="3701342" y="2587436"/>
                <a:ext cx="89652" cy="14106"/>
              </a:xfrm>
              <a:custGeom>
                <a:avLst/>
                <a:gdLst/>
                <a:ahLst/>
                <a:cxnLst/>
                <a:rect l="l" t="t" r="r" b="b"/>
                <a:pathLst>
                  <a:path w="572" h="90" extrusionOk="0">
                    <a:moveTo>
                      <a:pt x="242" y="0"/>
                    </a:moveTo>
                    <a:lnTo>
                      <a:pt x="1" y="89"/>
                    </a:lnTo>
                    <a:lnTo>
                      <a:pt x="352" y="89"/>
                    </a:lnTo>
                    <a:lnTo>
                      <a:pt x="57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3" name="Google Shape;1173;p38"/>
              <p:cNvSpPr/>
              <p:nvPr/>
            </p:nvSpPr>
            <p:spPr>
              <a:xfrm>
                <a:off x="3691624" y="2580854"/>
                <a:ext cx="109244" cy="28683"/>
              </a:xfrm>
              <a:custGeom>
                <a:avLst/>
                <a:gdLst/>
                <a:ahLst/>
                <a:cxnLst/>
                <a:rect l="l" t="t" r="r" b="b"/>
                <a:pathLst>
                  <a:path w="697" h="183" extrusionOk="0">
                    <a:moveTo>
                      <a:pt x="414" y="84"/>
                    </a:moveTo>
                    <a:lnTo>
                      <a:pt x="372" y="110"/>
                    </a:lnTo>
                    <a:lnTo>
                      <a:pt x="304" y="84"/>
                    </a:lnTo>
                    <a:close/>
                    <a:moveTo>
                      <a:pt x="262" y="0"/>
                    </a:moveTo>
                    <a:lnTo>
                      <a:pt x="42" y="110"/>
                    </a:lnTo>
                    <a:lnTo>
                      <a:pt x="21" y="110"/>
                    </a:lnTo>
                    <a:lnTo>
                      <a:pt x="0" y="131"/>
                    </a:lnTo>
                    <a:lnTo>
                      <a:pt x="0" y="152"/>
                    </a:lnTo>
                    <a:lnTo>
                      <a:pt x="21" y="173"/>
                    </a:lnTo>
                    <a:lnTo>
                      <a:pt x="372" y="173"/>
                    </a:lnTo>
                    <a:cubicBezTo>
                      <a:pt x="386" y="173"/>
                      <a:pt x="400" y="183"/>
                      <a:pt x="414" y="183"/>
                    </a:cubicBezTo>
                    <a:cubicBezTo>
                      <a:pt x="421" y="183"/>
                      <a:pt x="428" y="180"/>
                      <a:pt x="435" y="173"/>
                    </a:cubicBezTo>
                    <a:lnTo>
                      <a:pt x="676" y="84"/>
                    </a:lnTo>
                    <a:lnTo>
                      <a:pt x="697" y="63"/>
                    </a:lnTo>
                    <a:lnTo>
                      <a:pt x="697" y="42"/>
                    </a:lnTo>
                    <a:lnTo>
                      <a:pt x="697" y="21"/>
                    </a:lnTo>
                    <a:lnTo>
                      <a:pt x="676"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4" name="Google Shape;1174;p38"/>
              <p:cNvSpPr/>
              <p:nvPr/>
            </p:nvSpPr>
            <p:spPr>
              <a:xfrm>
                <a:off x="3650560" y="2607969"/>
                <a:ext cx="88712" cy="14106"/>
              </a:xfrm>
              <a:custGeom>
                <a:avLst/>
                <a:gdLst/>
                <a:ahLst/>
                <a:cxnLst/>
                <a:rect l="l" t="t" r="r" b="b"/>
                <a:pathLst>
                  <a:path w="566" h="90" extrusionOk="0">
                    <a:moveTo>
                      <a:pt x="241" y="0"/>
                    </a:moveTo>
                    <a:lnTo>
                      <a:pt x="0" y="89"/>
                    </a:lnTo>
                    <a:lnTo>
                      <a:pt x="346" y="89"/>
                    </a:lnTo>
                    <a:lnTo>
                      <a:pt x="566"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5" name="Google Shape;1175;p38"/>
              <p:cNvSpPr/>
              <p:nvPr/>
            </p:nvSpPr>
            <p:spPr>
              <a:xfrm>
                <a:off x="3639902" y="2601386"/>
                <a:ext cx="113319" cy="27272"/>
              </a:xfrm>
              <a:custGeom>
                <a:avLst/>
                <a:gdLst/>
                <a:ahLst/>
                <a:cxnLst/>
                <a:rect l="l" t="t" r="r" b="b"/>
                <a:pathLst>
                  <a:path w="723" h="174" extrusionOk="0">
                    <a:moveTo>
                      <a:pt x="262" y="0"/>
                    </a:moveTo>
                    <a:lnTo>
                      <a:pt x="47" y="84"/>
                    </a:lnTo>
                    <a:lnTo>
                      <a:pt x="21" y="84"/>
                    </a:lnTo>
                    <a:lnTo>
                      <a:pt x="21" y="110"/>
                    </a:lnTo>
                    <a:lnTo>
                      <a:pt x="0" y="110"/>
                    </a:lnTo>
                    <a:lnTo>
                      <a:pt x="0" y="131"/>
                    </a:lnTo>
                    <a:lnTo>
                      <a:pt x="0" y="152"/>
                    </a:lnTo>
                    <a:lnTo>
                      <a:pt x="21" y="152"/>
                    </a:lnTo>
                    <a:lnTo>
                      <a:pt x="47" y="173"/>
                    </a:lnTo>
                    <a:lnTo>
                      <a:pt x="440" y="173"/>
                    </a:lnTo>
                    <a:lnTo>
                      <a:pt x="676" y="84"/>
                    </a:lnTo>
                    <a:lnTo>
                      <a:pt x="702" y="63"/>
                    </a:lnTo>
                    <a:lnTo>
                      <a:pt x="702" y="42"/>
                    </a:lnTo>
                    <a:lnTo>
                      <a:pt x="723" y="42"/>
                    </a:lnTo>
                    <a:lnTo>
                      <a:pt x="702"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6" name="Google Shape;1176;p38"/>
              <p:cNvSpPr/>
              <p:nvPr/>
            </p:nvSpPr>
            <p:spPr>
              <a:xfrm>
                <a:off x="3598837" y="2625209"/>
                <a:ext cx="92944" cy="17398"/>
              </a:xfrm>
              <a:custGeom>
                <a:avLst/>
                <a:gdLst/>
                <a:ahLst/>
                <a:cxnLst/>
                <a:rect l="l" t="t" r="r" b="b"/>
                <a:pathLst>
                  <a:path w="593" h="111" extrusionOk="0">
                    <a:moveTo>
                      <a:pt x="241" y="0"/>
                    </a:moveTo>
                    <a:lnTo>
                      <a:pt x="0" y="89"/>
                    </a:lnTo>
                    <a:lnTo>
                      <a:pt x="21" y="89"/>
                    </a:lnTo>
                    <a:lnTo>
                      <a:pt x="330" y="110"/>
                    </a:lnTo>
                    <a:lnTo>
                      <a:pt x="351" y="89"/>
                    </a:lnTo>
                    <a:lnTo>
                      <a:pt x="59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7" name="Google Shape;1177;p38"/>
              <p:cNvSpPr/>
              <p:nvPr/>
            </p:nvSpPr>
            <p:spPr>
              <a:xfrm>
                <a:off x="3588963" y="2618627"/>
                <a:ext cx="112536" cy="28683"/>
              </a:xfrm>
              <a:custGeom>
                <a:avLst/>
                <a:gdLst/>
                <a:ahLst/>
                <a:cxnLst/>
                <a:rect l="l" t="t" r="r" b="b"/>
                <a:pathLst>
                  <a:path w="718" h="183" extrusionOk="0">
                    <a:moveTo>
                      <a:pt x="414" y="84"/>
                    </a:moveTo>
                    <a:lnTo>
                      <a:pt x="393" y="105"/>
                    </a:lnTo>
                    <a:lnTo>
                      <a:pt x="304" y="105"/>
                    </a:lnTo>
                    <a:lnTo>
                      <a:pt x="325" y="84"/>
                    </a:lnTo>
                    <a:close/>
                    <a:moveTo>
                      <a:pt x="325" y="0"/>
                    </a:moveTo>
                    <a:cubicBezTo>
                      <a:pt x="304" y="0"/>
                      <a:pt x="304" y="0"/>
                      <a:pt x="262" y="21"/>
                    </a:cubicBezTo>
                    <a:lnTo>
                      <a:pt x="42" y="105"/>
                    </a:lnTo>
                    <a:lnTo>
                      <a:pt x="21" y="105"/>
                    </a:lnTo>
                    <a:lnTo>
                      <a:pt x="0" y="131"/>
                    </a:lnTo>
                    <a:lnTo>
                      <a:pt x="0" y="152"/>
                    </a:lnTo>
                    <a:lnTo>
                      <a:pt x="21" y="173"/>
                    </a:lnTo>
                    <a:lnTo>
                      <a:pt x="393" y="173"/>
                    </a:lnTo>
                    <a:cubicBezTo>
                      <a:pt x="407" y="173"/>
                      <a:pt x="412" y="182"/>
                      <a:pt x="420" y="182"/>
                    </a:cubicBezTo>
                    <a:cubicBezTo>
                      <a:pt x="424" y="182"/>
                      <a:pt x="428" y="180"/>
                      <a:pt x="435" y="173"/>
                    </a:cubicBezTo>
                    <a:lnTo>
                      <a:pt x="676" y="84"/>
                    </a:lnTo>
                    <a:lnTo>
                      <a:pt x="697" y="84"/>
                    </a:lnTo>
                    <a:lnTo>
                      <a:pt x="697" y="63"/>
                    </a:lnTo>
                    <a:lnTo>
                      <a:pt x="718" y="63"/>
                    </a:lnTo>
                    <a:lnTo>
                      <a:pt x="718" y="42"/>
                    </a:lnTo>
                    <a:lnTo>
                      <a:pt x="697" y="21"/>
                    </a:lnTo>
                    <a:lnTo>
                      <a:pt x="676"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8" name="Google Shape;1178;p38"/>
              <p:cNvSpPr/>
              <p:nvPr/>
            </p:nvSpPr>
            <p:spPr>
              <a:xfrm>
                <a:off x="4160261" y="2388697"/>
                <a:ext cx="88712" cy="17398"/>
              </a:xfrm>
              <a:custGeom>
                <a:avLst/>
                <a:gdLst/>
                <a:ahLst/>
                <a:cxnLst/>
                <a:rect l="l" t="t" r="r" b="b"/>
                <a:pathLst>
                  <a:path w="566" h="111" extrusionOk="0">
                    <a:moveTo>
                      <a:pt x="236" y="1"/>
                    </a:moveTo>
                    <a:lnTo>
                      <a:pt x="0" y="90"/>
                    </a:lnTo>
                    <a:lnTo>
                      <a:pt x="283" y="111"/>
                    </a:lnTo>
                    <a:lnTo>
                      <a:pt x="304" y="111"/>
                    </a:lnTo>
                    <a:lnTo>
                      <a:pt x="566" y="27"/>
                    </a:lnTo>
                    <a:cubicBezTo>
                      <a:pt x="566" y="27"/>
                      <a:pt x="566" y="1"/>
                      <a:pt x="545" y="1"/>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79" name="Google Shape;1179;p38"/>
              <p:cNvSpPr/>
              <p:nvPr/>
            </p:nvSpPr>
            <p:spPr>
              <a:xfrm>
                <a:off x="4149603" y="2382271"/>
                <a:ext cx="109244" cy="31347"/>
              </a:xfrm>
              <a:custGeom>
                <a:avLst/>
                <a:gdLst/>
                <a:ahLst/>
                <a:cxnLst/>
                <a:rect l="l" t="t" r="r" b="b"/>
                <a:pathLst>
                  <a:path w="697" h="200" extrusionOk="0">
                    <a:moveTo>
                      <a:pt x="414" y="89"/>
                    </a:moveTo>
                    <a:lnTo>
                      <a:pt x="351" y="110"/>
                    </a:lnTo>
                    <a:lnTo>
                      <a:pt x="262" y="110"/>
                    </a:lnTo>
                    <a:lnTo>
                      <a:pt x="330" y="89"/>
                    </a:lnTo>
                    <a:close/>
                    <a:moveTo>
                      <a:pt x="283" y="0"/>
                    </a:moveTo>
                    <a:lnTo>
                      <a:pt x="21" y="89"/>
                    </a:lnTo>
                    <a:lnTo>
                      <a:pt x="21" y="110"/>
                    </a:lnTo>
                    <a:lnTo>
                      <a:pt x="0" y="110"/>
                    </a:lnTo>
                    <a:lnTo>
                      <a:pt x="0" y="131"/>
                    </a:lnTo>
                    <a:lnTo>
                      <a:pt x="0" y="152"/>
                    </a:lnTo>
                    <a:lnTo>
                      <a:pt x="21" y="173"/>
                    </a:lnTo>
                    <a:lnTo>
                      <a:pt x="68" y="173"/>
                    </a:lnTo>
                    <a:lnTo>
                      <a:pt x="351" y="199"/>
                    </a:lnTo>
                    <a:lnTo>
                      <a:pt x="414" y="199"/>
                    </a:lnTo>
                    <a:lnTo>
                      <a:pt x="655" y="89"/>
                    </a:lnTo>
                    <a:lnTo>
                      <a:pt x="676" y="89"/>
                    </a:lnTo>
                    <a:lnTo>
                      <a:pt x="697" y="68"/>
                    </a:lnTo>
                    <a:lnTo>
                      <a:pt x="697" y="42"/>
                    </a:lnTo>
                    <a:lnTo>
                      <a:pt x="676" y="21"/>
                    </a:lnTo>
                    <a:lnTo>
                      <a:pt x="655" y="21"/>
                    </a:lnTo>
                    <a:cubicBezTo>
                      <a:pt x="634" y="21"/>
                      <a:pt x="634" y="0"/>
                      <a:pt x="63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0" name="Google Shape;1180;p38"/>
              <p:cNvSpPr/>
              <p:nvPr/>
            </p:nvSpPr>
            <p:spPr>
              <a:xfrm>
                <a:off x="4105247" y="2409230"/>
                <a:ext cx="88869" cy="17398"/>
              </a:xfrm>
              <a:custGeom>
                <a:avLst/>
                <a:gdLst/>
                <a:ahLst/>
                <a:cxnLst/>
                <a:rect l="l" t="t" r="r" b="b"/>
                <a:pathLst>
                  <a:path w="567" h="111" extrusionOk="0">
                    <a:moveTo>
                      <a:pt x="241" y="1"/>
                    </a:moveTo>
                    <a:lnTo>
                      <a:pt x="0" y="90"/>
                    </a:lnTo>
                    <a:lnTo>
                      <a:pt x="304" y="111"/>
                    </a:lnTo>
                    <a:lnTo>
                      <a:pt x="325" y="111"/>
                    </a:lnTo>
                    <a:lnTo>
                      <a:pt x="566"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1" name="Google Shape;1181;p38"/>
              <p:cNvSpPr/>
              <p:nvPr/>
            </p:nvSpPr>
            <p:spPr>
              <a:xfrm>
                <a:off x="4094589" y="2401236"/>
                <a:ext cx="110185" cy="32758"/>
              </a:xfrm>
              <a:custGeom>
                <a:avLst/>
                <a:gdLst/>
                <a:ahLst/>
                <a:cxnLst/>
                <a:rect l="l" t="t" r="r" b="b"/>
                <a:pathLst>
                  <a:path w="703" h="209" extrusionOk="0">
                    <a:moveTo>
                      <a:pt x="440" y="99"/>
                    </a:moveTo>
                    <a:lnTo>
                      <a:pt x="372" y="120"/>
                    </a:lnTo>
                    <a:lnTo>
                      <a:pt x="288" y="120"/>
                    </a:lnTo>
                    <a:lnTo>
                      <a:pt x="351" y="99"/>
                    </a:lnTo>
                    <a:close/>
                    <a:moveTo>
                      <a:pt x="309" y="1"/>
                    </a:moveTo>
                    <a:cubicBezTo>
                      <a:pt x="302" y="1"/>
                      <a:pt x="295" y="3"/>
                      <a:pt x="288" y="10"/>
                    </a:cubicBezTo>
                    <a:lnTo>
                      <a:pt x="48" y="99"/>
                    </a:lnTo>
                    <a:lnTo>
                      <a:pt x="27" y="120"/>
                    </a:lnTo>
                    <a:lnTo>
                      <a:pt x="0" y="120"/>
                    </a:lnTo>
                    <a:lnTo>
                      <a:pt x="0" y="141"/>
                    </a:lnTo>
                    <a:lnTo>
                      <a:pt x="27" y="162"/>
                    </a:lnTo>
                    <a:lnTo>
                      <a:pt x="27" y="183"/>
                    </a:lnTo>
                    <a:lnTo>
                      <a:pt x="68" y="183"/>
                    </a:lnTo>
                    <a:lnTo>
                      <a:pt x="351" y="209"/>
                    </a:lnTo>
                    <a:cubicBezTo>
                      <a:pt x="372" y="209"/>
                      <a:pt x="393" y="209"/>
                      <a:pt x="419" y="183"/>
                    </a:cubicBezTo>
                    <a:lnTo>
                      <a:pt x="681" y="99"/>
                    </a:lnTo>
                    <a:lnTo>
                      <a:pt x="702" y="99"/>
                    </a:lnTo>
                    <a:lnTo>
                      <a:pt x="702" y="78"/>
                    </a:lnTo>
                    <a:lnTo>
                      <a:pt x="702" y="52"/>
                    </a:lnTo>
                    <a:lnTo>
                      <a:pt x="681" y="31"/>
                    </a:lnTo>
                    <a:lnTo>
                      <a:pt x="655" y="10"/>
                    </a:lnTo>
                    <a:lnTo>
                      <a:pt x="351" y="10"/>
                    </a:lnTo>
                    <a:cubicBezTo>
                      <a:pt x="337" y="10"/>
                      <a:pt x="323" y="1"/>
                      <a:pt x="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2" name="Google Shape;1182;p38"/>
              <p:cNvSpPr/>
              <p:nvPr/>
            </p:nvSpPr>
            <p:spPr>
              <a:xfrm>
                <a:off x="4050233" y="2426470"/>
                <a:ext cx="89652" cy="20689"/>
              </a:xfrm>
              <a:custGeom>
                <a:avLst/>
                <a:gdLst/>
                <a:ahLst/>
                <a:cxnLst/>
                <a:rect l="l" t="t" r="r" b="b"/>
                <a:pathLst>
                  <a:path w="572" h="132" extrusionOk="0">
                    <a:moveTo>
                      <a:pt x="283" y="1"/>
                    </a:moveTo>
                    <a:cubicBezTo>
                      <a:pt x="262" y="1"/>
                      <a:pt x="262" y="1"/>
                      <a:pt x="262" y="22"/>
                    </a:cubicBezTo>
                    <a:lnTo>
                      <a:pt x="1" y="111"/>
                    </a:lnTo>
                    <a:lnTo>
                      <a:pt x="22" y="111"/>
                    </a:lnTo>
                    <a:lnTo>
                      <a:pt x="310" y="132"/>
                    </a:lnTo>
                    <a:lnTo>
                      <a:pt x="331" y="132"/>
                    </a:lnTo>
                    <a:lnTo>
                      <a:pt x="571" y="22"/>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3" name="Google Shape;1183;p38"/>
              <p:cNvSpPr/>
              <p:nvPr/>
            </p:nvSpPr>
            <p:spPr>
              <a:xfrm>
                <a:off x="4040359" y="2420828"/>
                <a:ext cx="112692" cy="33698"/>
              </a:xfrm>
              <a:custGeom>
                <a:avLst/>
                <a:gdLst/>
                <a:ahLst/>
                <a:cxnLst/>
                <a:rect l="l" t="t" r="r" b="b"/>
                <a:pathLst>
                  <a:path w="719" h="215" extrusionOk="0">
                    <a:moveTo>
                      <a:pt x="346" y="84"/>
                    </a:moveTo>
                    <a:lnTo>
                      <a:pt x="435" y="105"/>
                    </a:lnTo>
                    <a:lnTo>
                      <a:pt x="373" y="126"/>
                    </a:lnTo>
                    <a:lnTo>
                      <a:pt x="284" y="105"/>
                    </a:lnTo>
                    <a:lnTo>
                      <a:pt x="346" y="84"/>
                    </a:lnTo>
                    <a:close/>
                    <a:moveTo>
                      <a:pt x="323" y="0"/>
                    </a:moveTo>
                    <a:cubicBezTo>
                      <a:pt x="315" y="0"/>
                      <a:pt x="305" y="5"/>
                      <a:pt x="284" y="16"/>
                    </a:cubicBezTo>
                    <a:lnTo>
                      <a:pt x="43" y="105"/>
                    </a:lnTo>
                    <a:lnTo>
                      <a:pt x="22" y="105"/>
                    </a:lnTo>
                    <a:lnTo>
                      <a:pt x="22" y="126"/>
                    </a:lnTo>
                    <a:lnTo>
                      <a:pt x="1" y="126"/>
                    </a:lnTo>
                    <a:lnTo>
                      <a:pt x="1" y="147"/>
                    </a:lnTo>
                    <a:lnTo>
                      <a:pt x="22" y="168"/>
                    </a:lnTo>
                    <a:lnTo>
                      <a:pt x="43" y="189"/>
                    </a:lnTo>
                    <a:lnTo>
                      <a:pt x="64" y="189"/>
                    </a:lnTo>
                    <a:lnTo>
                      <a:pt x="373" y="215"/>
                    </a:lnTo>
                    <a:cubicBezTo>
                      <a:pt x="394" y="215"/>
                      <a:pt x="394" y="215"/>
                      <a:pt x="435" y="189"/>
                    </a:cubicBezTo>
                    <a:lnTo>
                      <a:pt x="676" y="105"/>
                    </a:lnTo>
                    <a:lnTo>
                      <a:pt x="697" y="105"/>
                    </a:lnTo>
                    <a:lnTo>
                      <a:pt x="697" y="84"/>
                    </a:lnTo>
                    <a:lnTo>
                      <a:pt x="718" y="84"/>
                    </a:lnTo>
                    <a:lnTo>
                      <a:pt x="718" y="58"/>
                    </a:lnTo>
                    <a:lnTo>
                      <a:pt x="697" y="37"/>
                    </a:lnTo>
                    <a:lnTo>
                      <a:pt x="676" y="37"/>
                    </a:lnTo>
                    <a:lnTo>
                      <a:pt x="676" y="16"/>
                    </a:lnTo>
                    <a:lnTo>
                      <a:pt x="346" y="16"/>
                    </a:lnTo>
                    <a:cubicBezTo>
                      <a:pt x="336" y="5"/>
                      <a:pt x="331" y="0"/>
                      <a:pt x="32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4" name="Google Shape;1184;p38"/>
              <p:cNvSpPr/>
              <p:nvPr/>
            </p:nvSpPr>
            <p:spPr>
              <a:xfrm>
                <a:off x="3999295" y="2447002"/>
                <a:ext cx="88869" cy="17398"/>
              </a:xfrm>
              <a:custGeom>
                <a:avLst/>
                <a:gdLst/>
                <a:ahLst/>
                <a:cxnLst/>
                <a:rect l="l" t="t" r="r" b="b"/>
                <a:pathLst>
                  <a:path w="567" h="111" extrusionOk="0">
                    <a:moveTo>
                      <a:pt x="242" y="1"/>
                    </a:moveTo>
                    <a:lnTo>
                      <a:pt x="1" y="111"/>
                    </a:lnTo>
                    <a:lnTo>
                      <a:pt x="326" y="111"/>
                    </a:lnTo>
                    <a:lnTo>
                      <a:pt x="567" y="22"/>
                    </a:lnTo>
                    <a:lnTo>
                      <a:pt x="26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5" name="Google Shape;1185;p38"/>
              <p:cNvSpPr/>
              <p:nvPr/>
            </p:nvSpPr>
            <p:spPr>
              <a:xfrm>
                <a:off x="3988637" y="2440420"/>
                <a:ext cx="110185" cy="30563"/>
              </a:xfrm>
              <a:custGeom>
                <a:avLst/>
                <a:gdLst/>
                <a:ahLst/>
                <a:cxnLst/>
                <a:rect l="l" t="t" r="r" b="b"/>
                <a:pathLst>
                  <a:path w="703" h="195" extrusionOk="0">
                    <a:moveTo>
                      <a:pt x="415" y="90"/>
                    </a:moveTo>
                    <a:lnTo>
                      <a:pt x="373" y="111"/>
                    </a:lnTo>
                    <a:lnTo>
                      <a:pt x="263" y="111"/>
                    </a:lnTo>
                    <a:lnTo>
                      <a:pt x="331" y="90"/>
                    </a:lnTo>
                    <a:close/>
                    <a:moveTo>
                      <a:pt x="331" y="1"/>
                    </a:moveTo>
                    <a:cubicBezTo>
                      <a:pt x="310" y="1"/>
                      <a:pt x="310" y="1"/>
                      <a:pt x="284" y="22"/>
                    </a:cubicBezTo>
                    <a:lnTo>
                      <a:pt x="22" y="111"/>
                    </a:lnTo>
                    <a:lnTo>
                      <a:pt x="1" y="132"/>
                    </a:lnTo>
                    <a:lnTo>
                      <a:pt x="1" y="153"/>
                    </a:lnTo>
                    <a:lnTo>
                      <a:pt x="1" y="174"/>
                    </a:lnTo>
                    <a:lnTo>
                      <a:pt x="22" y="174"/>
                    </a:lnTo>
                    <a:lnTo>
                      <a:pt x="22" y="195"/>
                    </a:lnTo>
                    <a:lnTo>
                      <a:pt x="415" y="195"/>
                    </a:lnTo>
                    <a:lnTo>
                      <a:pt x="655" y="111"/>
                    </a:lnTo>
                    <a:lnTo>
                      <a:pt x="676" y="90"/>
                    </a:lnTo>
                    <a:lnTo>
                      <a:pt x="703" y="90"/>
                    </a:lnTo>
                    <a:lnTo>
                      <a:pt x="703" y="64"/>
                    </a:lnTo>
                    <a:lnTo>
                      <a:pt x="703" y="43"/>
                    </a:lnTo>
                    <a:lnTo>
                      <a:pt x="676" y="43"/>
                    </a:lnTo>
                    <a:lnTo>
                      <a:pt x="676" y="22"/>
                    </a:lnTo>
                    <a:lnTo>
                      <a:pt x="635" y="22"/>
                    </a:lnTo>
                    <a:lnTo>
                      <a:pt x="33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6" name="Google Shape;1186;p38"/>
              <p:cNvSpPr/>
              <p:nvPr/>
            </p:nvSpPr>
            <p:spPr>
              <a:xfrm>
                <a:off x="3944437" y="2467535"/>
                <a:ext cx="88712" cy="17398"/>
              </a:xfrm>
              <a:custGeom>
                <a:avLst/>
                <a:gdLst/>
                <a:ahLst/>
                <a:cxnLst/>
                <a:rect l="l" t="t" r="r" b="b"/>
                <a:pathLst>
                  <a:path w="566" h="111" extrusionOk="0">
                    <a:moveTo>
                      <a:pt x="241" y="1"/>
                    </a:moveTo>
                    <a:lnTo>
                      <a:pt x="0" y="111"/>
                    </a:lnTo>
                    <a:lnTo>
                      <a:pt x="330" y="111"/>
                    </a:lnTo>
                    <a:lnTo>
                      <a:pt x="566" y="22"/>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7" name="Google Shape;1187;p38"/>
              <p:cNvSpPr/>
              <p:nvPr/>
            </p:nvSpPr>
            <p:spPr>
              <a:xfrm>
                <a:off x="3934563" y="2460952"/>
                <a:ext cx="112536" cy="30563"/>
              </a:xfrm>
              <a:custGeom>
                <a:avLst/>
                <a:gdLst/>
                <a:ahLst/>
                <a:cxnLst/>
                <a:rect l="l" t="t" r="r" b="b"/>
                <a:pathLst>
                  <a:path w="718" h="195" extrusionOk="0">
                    <a:moveTo>
                      <a:pt x="435" y="90"/>
                    </a:moveTo>
                    <a:lnTo>
                      <a:pt x="367" y="111"/>
                    </a:lnTo>
                    <a:lnTo>
                      <a:pt x="283" y="111"/>
                    </a:lnTo>
                    <a:lnTo>
                      <a:pt x="346" y="90"/>
                    </a:lnTo>
                    <a:close/>
                    <a:moveTo>
                      <a:pt x="346" y="1"/>
                    </a:moveTo>
                    <a:cubicBezTo>
                      <a:pt x="325" y="1"/>
                      <a:pt x="304" y="1"/>
                      <a:pt x="283" y="22"/>
                    </a:cubicBezTo>
                    <a:lnTo>
                      <a:pt x="42" y="111"/>
                    </a:lnTo>
                    <a:lnTo>
                      <a:pt x="21" y="111"/>
                    </a:lnTo>
                    <a:lnTo>
                      <a:pt x="0" y="132"/>
                    </a:lnTo>
                    <a:lnTo>
                      <a:pt x="0" y="153"/>
                    </a:lnTo>
                    <a:lnTo>
                      <a:pt x="21" y="174"/>
                    </a:lnTo>
                    <a:lnTo>
                      <a:pt x="42" y="174"/>
                    </a:lnTo>
                    <a:lnTo>
                      <a:pt x="42" y="195"/>
                    </a:lnTo>
                    <a:lnTo>
                      <a:pt x="435" y="195"/>
                    </a:lnTo>
                    <a:lnTo>
                      <a:pt x="676" y="111"/>
                    </a:lnTo>
                    <a:lnTo>
                      <a:pt x="697" y="90"/>
                    </a:lnTo>
                    <a:lnTo>
                      <a:pt x="718" y="64"/>
                    </a:lnTo>
                    <a:lnTo>
                      <a:pt x="718" y="43"/>
                    </a:lnTo>
                    <a:lnTo>
                      <a:pt x="697" y="43"/>
                    </a:lnTo>
                    <a:lnTo>
                      <a:pt x="697" y="22"/>
                    </a:lnTo>
                    <a:lnTo>
                      <a:pt x="629" y="22"/>
                    </a:lnTo>
                    <a:lnTo>
                      <a:pt x="34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8" name="Google Shape;1188;p38"/>
              <p:cNvSpPr/>
              <p:nvPr/>
            </p:nvSpPr>
            <p:spPr>
              <a:xfrm>
                <a:off x="3889424" y="2488067"/>
                <a:ext cx="92787" cy="17398"/>
              </a:xfrm>
              <a:custGeom>
                <a:avLst/>
                <a:gdLst/>
                <a:ahLst/>
                <a:cxnLst/>
                <a:rect l="l" t="t" r="r" b="b"/>
                <a:pathLst>
                  <a:path w="592" h="111" extrusionOk="0">
                    <a:moveTo>
                      <a:pt x="262" y="1"/>
                    </a:moveTo>
                    <a:lnTo>
                      <a:pt x="26" y="90"/>
                    </a:lnTo>
                    <a:cubicBezTo>
                      <a:pt x="0" y="90"/>
                      <a:pt x="26" y="90"/>
                      <a:pt x="26" y="111"/>
                    </a:cubicBezTo>
                    <a:lnTo>
                      <a:pt x="351" y="111"/>
                    </a:lnTo>
                    <a:lnTo>
                      <a:pt x="592" y="22"/>
                    </a:lnTo>
                    <a:lnTo>
                      <a:pt x="59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89" name="Google Shape;1189;p38"/>
              <p:cNvSpPr/>
              <p:nvPr/>
            </p:nvSpPr>
            <p:spPr>
              <a:xfrm>
                <a:off x="3882841" y="2481484"/>
                <a:ext cx="109244" cy="30563"/>
              </a:xfrm>
              <a:custGeom>
                <a:avLst/>
                <a:gdLst/>
                <a:ahLst/>
                <a:cxnLst/>
                <a:rect l="l" t="t" r="r" b="b"/>
                <a:pathLst>
                  <a:path w="697" h="195" extrusionOk="0">
                    <a:moveTo>
                      <a:pt x="414" y="90"/>
                    </a:moveTo>
                    <a:lnTo>
                      <a:pt x="372" y="111"/>
                    </a:lnTo>
                    <a:lnTo>
                      <a:pt x="283" y="111"/>
                    </a:lnTo>
                    <a:lnTo>
                      <a:pt x="330" y="90"/>
                    </a:lnTo>
                    <a:close/>
                    <a:moveTo>
                      <a:pt x="262" y="1"/>
                    </a:moveTo>
                    <a:lnTo>
                      <a:pt x="21" y="111"/>
                    </a:lnTo>
                    <a:lnTo>
                      <a:pt x="0" y="111"/>
                    </a:lnTo>
                    <a:lnTo>
                      <a:pt x="0" y="132"/>
                    </a:lnTo>
                    <a:lnTo>
                      <a:pt x="0" y="153"/>
                    </a:lnTo>
                    <a:lnTo>
                      <a:pt x="0" y="174"/>
                    </a:lnTo>
                    <a:lnTo>
                      <a:pt x="68" y="174"/>
                    </a:lnTo>
                    <a:lnTo>
                      <a:pt x="372" y="194"/>
                    </a:lnTo>
                    <a:cubicBezTo>
                      <a:pt x="393" y="194"/>
                      <a:pt x="393" y="194"/>
                      <a:pt x="414" y="174"/>
                    </a:cubicBezTo>
                    <a:lnTo>
                      <a:pt x="676" y="90"/>
                    </a:lnTo>
                    <a:lnTo>
                      <a:pt x="697" y="90"/>
                    </a:lnTo>
                    <a:lnTo>
                      <a:pt x="697" y="64"/>
                    </a:lnTo>
                    <a:lnTo>
                      <a:pt x="697" y="43"/>
                    </a:lnTo>
                    <a:lnTo>
                      <a:pt x="697" y="22"/>
                    </a:lnTo>
                    <a:lnTo>
                      <a:pt x="634" y="22"/>
                    </a:lnTo>
                    <a:lnTo>
                      <a:pt x="33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0" name="Google Shape;1190;p38"/>
              <p:cNvSpPr/>
              <p:nvPr/>
            </p:nvSpPr>
            <p:spPr>
              <a:xfrm>
                <a:off x="3838485" y="2508599"/>
                <a:ext cx="92160" cy="17398"/>
              </a:xfrm>
              <a:custGeom>
                <a:avLst/>
                <a:gdLst/>
                <a:ahLst/>
                <a:cxnLst/>
                <a:rect l="l" t="t" r="r" b="b"/>
                <a:pathLst>
                  <a:path w="588" h="111" extrusionOk="0">
                    <a:moveTo>
                      <a:pt x="241" y="1"/>
                    </a:moveTo>
                    <a:lnTo>
                      <a:pt x="1" y="90"/>
                    </a:lnTo>
                    <a:lnTo>
                      <a:pt x="21" y="90"/>
                    </a:lnTo>
                    <a:lnTo>
                      <a:pt x="304" y="111"/>
                    </a:lnTo>
                    <a:lnTo>
                      <a:pt x="351" y="111"/>
                    </a:lnTo>
                    <a:lnTo>
                      <a:pt x="587"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1" name="Google Shape;1191;p38"/>
              <p:cNvSpPr/>
              <p:nvPr/>
            </p:nvSpPr>
            <p:spPr>
              <a:xfrm>
                <a:off x="3827827" y="2502016"/>
                <a:ext cx="113476" cy="30563"/>
              </a:xfrm>
              <a:custGeom>
                <a:avLst/>
                <a:gdLst/>
                <a:ahLst/>
                <a:cxnLst/>
                <a:rect l="l" t="t" r="r" b="b"/>
                <a:pathLst>
                  <a:path w="724" h="195" extrusionOk="0">
                    <a:moveTo>
                      <a:pt x="440" y="90"/>
                    </a:moveTo>
                    <a:lnTo>
                      <a:pt x="372" y="111"/>
                    </a:lnTo>
                    <a:lnTo>
                      <a:pt x="288" y="111"/>
                    </a:lnTo>
                    <a:lnTo>
                      <a:pt x="351" y="90"/>
                    </a:lnTo>
                    <a:close/>
                    <a:moveTo>
                      <a:pt x="288" y="1"/>
                    </a:moveTo>
                    <a:lnTo>
                      <a:pt x="48" y="90"/>
                    </a:lnTo>
                    <a:lnTo>
                      <a:pt x="27" y="111"/>
                    </a:lnTo>
                    <a:lnTo>
                      <a:pt x="0" y="111"/>
                    </a:lnTo>
                    <a:lnTo>
                      <a:pt x="0" y="132"/>
                    </a:lnTo>
                    <a:lnTo>
                      <a:pt x="0" y="153"/>
                    </a:lnTo>
                    <a:lnTo>
                      <a:pt x="27" y="153"/>
                    </a:lnTo>
                    <a:lnTo>
                      <a:pt x="27" y="173"/>
                    </a:lnTo>
                    <a:lnTo>
                      <a:pt x="69" y="173"/>
                    </a:lnTo>
                    <a:lnTo>
                      <a:pt x="372" y="194"/>
                    </a:lnTo>
                    <a:cubicBezTo>
                      <a:pt x="393" y="194"/>
                      <a:pt x="419" y="194"/>
                      <a:pt x="440" y="173"/>
                    </a:cubicBezTo>
                    <a:lnTo>
                      <a:pt x="681" y="90"/>
                    </a:lnTo>
                    <a:lnTo>
                      <a:pt x="702" y="90"/>
                    </a:lnTo>
                    <a:lnTo>
                      <a:pt x="702" y="63"/>
                    </a:lnTo>
                    <a:lnTo>
                      <a:pt x="723" y="63"/>
                    </a:lnTo>
                    <a:lnTo>
                      <a:pt x="723" y="43"/>
                    </a:lnTo>
                    <a:lnTo>
                      <a:pt x="702" y="22"/>
                    </a:lnTo>
                    <a:lnTo>
                      <a:pt x="681" y="22"/>
                    </a:lnTo>
                    <a:lnTo>
                      <a:pt x="68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2" name="Google Shape;1192;p38"/>
              <p:cNvSpPr/>
              <p:nvPr/>
            </p:nvSpPr>
            <p:spPr>
              <a:xfrm>
                <a:off x="3786762" y="2529131"/>
                <a:ext cx="89652" cy="14106"/>
              </a:xfrm>
              <a:custGeom>
                <a:avLst/>
                <a:gdLst/>
                <a:ahLst/>
                <a:cxnLst/>
                <a:rect l="l" t="t" r="r" b="b"/>
                <a:pathLst>
                  <a:path w="572" h="90" extrusionOk="0">
                    <a:moveTo>
                      <a:pt x="241" y="0"/>
                    </a:moveTo>
                    <a:lnTo>
                      <a:pt x="1" y="90"/>
                    </a:lnTo>
                    <a:lnTo>
                      <a:pt x="331" y="90"/>
                    </a:lnTo>
                    <a:lnTo>
                      <a:pt x="571"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3" name="Google Shape;1193;p38"/>
              <p:cNvSpPr/>
              <p:nvPr/>
            </p:nvSpPr>
            <p:spPr>
              <a:xfrm>
                <a:off x="3776888" y="2521138"/>
                <a:ext cx="112692" cy="28683"/>
              </a:xfrm>
              <a:custGeom>
                <a:avLst/>
                <a:gdLst/>
                <a:ahLst/>
                <a:cxnLst/>
                <a:rect l="l" t="t" r="r" b="b"/>
                <a:pathLst>
                  <a:path w="719" h="183" extrusionOk="0">
                    <a:moveTo>
                      <a:pt x="325" y="72"/>
                    </a:moveTo>
                    <a:lnTo>
                      <a:pt x="414" y="99"/>
                    </a:lnTo>
                    <a:lnTo>
                      <a:pt x="284" y="99"/>
                    </a:lnTo>
                    <a:lnTo>
                      <a:pt x="325" y="72"/>
                    </a:lnTo>
                    <a:close/>
                    <a:moveTo>
                      <a:pt x="293" y="0"/>
                    </a:moveTo>
                    <a:cubicBezTo>
                      <a:pt x="286" y="0"/>
                      <a:pt x="277" y="3"/>
                      <a:pt x="263" y="10"/>
                    </a:cubicBezTo>
                    <a:lnTo>
                      <a:pt x="22" y="99"/>
                    </a:lnTo>
                    <a:lnTo>
                      <a:pt x="1" y="120"/>
                    </a:lnTo>
                    <a:lnTo>
                      <a:pt x="1" y="141"/>
                    </a:lnTo>
                    <a:lnTo>
                      <a:pt x="1" y="161"/>
                    </a:lnTo>
                    <a:lnTo>
                      <a:pt x="22" y="161"/>
                    </a:lnTo>
                    <a:lnTo>
                      <a:pt x="22" y="182"/>
                    </a:lnTo>
                    <a:lnTo>
                      <a:pt x="435" y="182"/>
                    </a:lnTo>
                    <a:lnTo>
                      <a:pt x="676" y="99"/>
                    </a:lnTo>
                    <a:lnTo>
                      <a:pt x="697" y="72"/>
                    </a:lnTo>
                    <a:lnTo>
                      <a:pt x="718" y="51"/>
                    </a:lnTo>
                    <a:lnTo>
                      <a:pt x="697" y="31"/>
                    </a:lnTo>
                    <a:lnTo>
                      <a:pt x="676" y="10"/>
                    </a:lnTo>
                    <a:lnTo>
                      <a:pt x="325" y="10"/>
                    </a:lnTo>
                    <a:cubicBezTo>
                      <a:pt x="311" y="10"/>
                      <a:pt x="307" y="0"/>
                      <a:pt x="29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4" name="Google Shape;1194;p38"/>
              <p:cNvSpPr/>
              <p:nvPr/>
            </p:nvSpPr>
            <p:spPr>
              <a:xfrm>
                <a:off x="3735824" y="2546372"/>
                <a:ext cx="88869" cy="17398"/>
              </a:xfrm>
              <a:custGeom>
                <a:avLst/>
                <a:gdLst/>
                <a:ahLst/>
                <a:cxnLst/>
                <a:rect l="l" t="t" r="r" b="b"/>
                <a:pathLst>
                  <a:path w="567" h="111" extrusionOk="0">
                    <a:moveTo>
                      <a:pt x="242" y="0"/>
                    </a:moveTo>
                    <a:lnTo>
                      <a:pt x="1" y="110"/>
                    </a:lnTo>
                    <a:lnTo>
                      <a:pt x="326" y="110"/>
                    </a:lnTo>
                    <a:lnTo>
                      <a:pt x="566" y="21"/>
                    </a:lnTo>
                    <a:lnTo>
                      <a:pt x="26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5" name="Google Shape;1195;p38"/>
              <p:cNvSpPr/>
              <p:nvPr/>
            </p:nvSpPr>
            <p:spPr>
              <a:xfrm>
                <a:off x="3721874" y="2539789"/>
                <a:ext cx="113476" cy="30563"/>
              </a:xfrm>
              <a:custGeom>
                <a:avLst/>
                <a:gdLst/>
                <a:ahLst/>
                <a:cxnLst/>
                <a:rect l="l" t="t" r="r" b="b"/>
                <a:pathLst>
                  <a:path w="724" h="195" extrusionOk="0">
                    <a:moveTo>
                      <a:pt x="441" y="84"/>
                    </a:moveTo>
                    <a:lnTo>
                      <a:pt x="394" y="111"/>
                    </a:lnTo>
                    <a:lnTo>
                      <a:pt x="310" y="111"/>
                    </a:lnTo>
                    <a:lnTo>
                      <a:pt x="352" y="84"/>
                    </a:lnTo>
                    <a:close/>
                    <a:moveTo>
                      <a:pt x="352" y="1"/>
                    </a:moveTo>
                    <a:cubicBezTo>
                      <a:pt x="331" y="1"/>
                      <a:pt x="331" y="1"/>
                      <a:pt x="284" y="22"/>
                    </a:cubicBezTo>
                    <a:lnTo>
                      <a:pt x="48" y="111"/>
                    </a:lnTo>
                    <a:lnTo>
                      <a:pt x="22" y="111"/>
                    </a:lnTo>
                    <a:lnTo>
                      <a:pt x="22" y="131"/>
                    </a:lnTo>
                    <a:lnTo>
                      <a:pt x="1" y="152"/>
                    </a:lnTo>
                    <a:lnTo>
                      <a:pt x="22" y="152"/>
                    </a:lnTo>
                    <a:lnTo>
                      <a:pt x="22" y="173"/>
                    </a:lnTo>
                    <a:lnTo>
                      <a:pt x="48" y="173"/>
                    </a:lnTo>
                    <a:lnTo>
                      <a:pt x="48" y="194"/>
                    </a:lnTo>
                    <a:lnTo>
                      <a:pt x="462" y="194"/>
                    </a:lnTo>
                    <a:lnTo>
                      <a:pt x="703" y="84"/>
                    </a:lnTo>
                    <a:lnTo>
                      <a:pt x="724" y="84"/>
                    </a:lnTo>
                    <a:lnTo>
                      <a:pt x="724" y="63"/>
                    </a:lnTo>
                    <a:lnTo>
                      <a:pt x="724" y="42"/>
                    </a:lnTo>
                    <a:lnTo>
                      <a:pt x="724" y="22"/>
                    </a:lnTo>
                    <a:lnTo>
                      <a:pt x="655" y="22"/>
                    </a:lnTo>
                    <a:lnTo>
                      <a:pt x="35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6" name="Google Shape;1196;p38"/>
              <p:cNvSpPr/>
              <p:nvPr/>
            </p:nvSpPr>
            <p:spPr>
              <a:xfrm>
                <a:off x="3680966" y="2566904"/>
                <a:ext cx="92787" cy="17398"/>
              </a:xfrm>
              <a:custGeom>
                <a:avLst/>
                <a:gdLst/>
                <a:ahLst/>
                <a:cxnLst/>
                <a:rect l="l" t="t" r="r" b="b"/>
                <a:pathLst>
                  <a:path w="592" h="111" extrusionOk="0">
                    <a:moveTo>
                      <a:pt x="241" y="0"/>
                    </a:moveTo>
                    <a:lnTo>
                      <a:pt x="0" y="89"/>
                    </a:lnTo>
                    <a:lnTo>
                      <a:pt x="21" y="89"/>
                    </a:lnTo>
                    <a:lnTo>
                      <a:pt x="330" y="110"/>
                    </a:lnTo>
                    <a:lnTo>
                      <a:pt x="351" y="110"/>
                    </a:lnTo>
                    <a:lnTo>
                      <a:pt x="59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7" name="Google Shape;1197;p38"/>
              <p:cNvSpPr/>
              <p:nvPr/>
            </p:nvSpPr>
            <p:spPr>
              <a:xfrm>
                <a:off x="3671092" y="2560321"/>
                <a:ext cx="112536" cy="30563"/>
              </a:xfrm>
              <a:custGeom>
                <a:avLst/>
                <a:gdLst/>
                <a:ahLst/>
                <a:cxnLst/>
                <a:rect l="l" t="t" r="r" b="b"/>
                <a:pathLst>
                  <a:path w="718" h="195" extrusionOk="0">
                    <a:moveTo>
                      <a:pt x="435" y="84"/>
                    </a:moveTo>
                    <a:lnTo>
                      <a:pt x="393" y="110"/>
                    </a:lnTo>
                    <a:lnTo>
                      <a:pt x="304" y="110"/>
                    </a:lnTo>
                    <a:lnTo>
                      <a:pt x="346" y="84"/>
                    </a:lnTo>
                    <a:close/>
                    <a:moveTo>
                      <a:pt x="283" y="0"/>
                    </a:moveTo>
                    <a:lnTo>
                      <a:pt x="42" y="110"/>
                    </a:lnTo>
                    <a:lnTo>
                      <a:pt x="21" y="110"/>
                    </a:lnTo>
                    <a:lnTo>
                      <a:pt x="0" y="131"/>
                    </a:lnTo>
                    <a:lnTo>
                      <a:pt x="0" y="152"/>
                    </a:lnTo>
                    <a:lnTo>
                      <a:pt x="21" y="173"/>
                    </a:lnTo>
                    <a:lnTo>
                      <a:pt x="84" y="173"/>
                    </a:lnTo>
                    <a:lnTo>
                      <a:pt x="393" y="194"/>
                    </a:lnTo>
                    <a:cubicBezTo>
                      <a:pt x="414" y="194"/>
                      <a:pt x="414" y="194"/>
                      <a:pt x="456" y="173"/>
                    </a:cubicBezTo>
                    <a:lnTo>
                      <a:pt x="697" y="84"/>
                    </a:lnTo>
                    <a:lnTo>
                      <a:pt x="718" y="84"/>
                    </a:lnTo>
                    <a:lnTo>
                      <a:pt x="718" y="63"/>
                    </a:lnTo>
                    <a:lnTo>
                      <a:pt x="718" y="42"/>
                    </a:lnTo>
                    <a:lnTo>
                      <a:pt x="697" y="21"/>
                    </a:lnTo>
                    <a:lnTo>
                      <a:pt x="676"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8" name="Google Shape;1198;p38"/>
              <p:cNvSpPr/>
              <p:nvPr/>
            </p:nvSpPr>
            <p:spPr>
              <a:xfrm>
                <a:off x="3630028" y="2587436"/>
                <a:ext cx="92003" cy="14106"/>
              </a:xfrm>
              <a:custGeom>
                <a:avLst/>
                <a:gdLst/>
                <a:ahLst/>
                <a:cxnLst/>
                <a:rect l="l" t="t" r="r" b="b"/>
                <a:pathLst>
                  <a:path w="587" h="90" extrusionOk="0">
                    <a:moveTo>
                      <a:pt x="241" y="0"/>
                    </a:moveTo>
                    <a:lnTo>
                      <a:pt x="0" y="89"/>
                    </a:lnTo>
                    <a:lnTo>
                      <a:pt x="346" y="89"/>
                    </a:lnTo>
                    <a:lnTo>
                      <a:pt x="587"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199" name="Google Shape;1199;p38"/>
              <p:cNvSpPr/>
              <p:nvPr/>
            </p:nvSpPr>
            <p:spPr>
              <a:xfrm>
                <a:off x="3619370" y="2580854"/>
                <a:ext cx="113319" cy="27272"/>
              </a:xfrm>
              <a:custGeom>
                <a:avLst/>
                <a:gdLst/>
                <a:ahLst/>
                <a:cxnLst/>
                <a:rect l="l" t="t" r="r" b="b"/>
                <a:pathLst>
                  <a:path w="723" h="174" extrusionOk="0">
                    <a:moveTo>
                      <a:pt x="283" y="0"/>
                    </a:moveTo>
                    <a:lnTo>
                      <a:pt x="47" y="84"/>
                    </a:lnTo>
                    <a:lnTo>
                      <a:pt x="21" y="110"/>
                    </a:lnTo>
                    <a:lnTo>
                      <a:pt x="0" y="110"/>
                    </a:lnTo>
                    <a:lnTo>
                      <a:pt x="0" y="131"/>
                    </a:lnTo>
                    <a:lnTo>
                      <a:pt x="0" y="152"/>
                    </a:lnTo>
                    <a:lnTo>
                      <a:pt x="21" y="152"/>
                    </a:lnTo>
                    <a:lnTo>
                      <a:pt x="21" y="173"/>
                    </a:lnTo>
                    <a:lnTo>
                      <a:pt x="440" y="173"/>
                    </a:lnTo>
                    <a:lnTo>
                      <a:pt x="676" y="84"/>
                    </a:lnTo>
                    <a:lnTo>
                      <a:pt x="702" y="63"/>
                    </a:lnTo>
                    <a:lnTo>
                      <a:pt x="723" y="63"/>
                    </a:lnTo>
                    <a:lnTo>
                      <a:pt x="723" y="42"/>
                    </a:lnTo>
                    <a:lnTo>
                      <a:pt x="723" y="21"/>
                    </a:lnTo>
                    <a:lnTo>
                      <a:pt x="702" y="21"/>
                    </a:lnTo>
                    <a:lnTo>
                      <a:pt x="70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0" name="Google Shape;1200;p38"/>
              <p:cNvSpPr/>
              <p:nvPr/>
            </p:nvSpPr>
            <p:spPr>
              <a:xfrm>
                <a:off x="3578305" y="2604677"/>
                <a:ext cx="92944" cy="17398"/>
              </a:xfrm>
              <a:custGeom>
                <a:avLst/>
                <a:gdLst/>
                <a:ahLst/>
                <a:cxnLst/>
                <a:rect l="l" t="t" r="r" b="b"/>
                <a:pathLst>
                  <a:path w="593" h="111" extrusionOk="0">
                    <a:moveTo>
                      <a:pt x="262" y="0"/>
                    </a:moveTo>
                    <a:cubicBezTo>
                      <a:pt x="262" y="0"/>
                      <a:pt x="241" y="0"/>
                      <a:pt x="241" y="21"/>
                    </a:cubicBezTo>
                    <a:lnTo>
                      <a:pt x="0" y="110"/>
                    </a:lnTo>
                    <a:lnTo>
                      <a:pt x="351" y="110"/>
                    </a:lnTo>
                    <a:lnTo>
                      <a:pt x="592" y="21"/>
                    </a:lnTo>
                    <a:lnTo>
                      <a:pt x="26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1" name="Google Shape;1201;p38"/>
              <p:cNvSpPr/>
              <p:nvPr/>
            </p:nvSpPr>
            <p:spPr>
              <a:xfrm>
                <a:off x="3568431" y="2598094"/>
                <a:ext cx="112692" cy="30563"/>
              </a:xfrm>
              <a:custGeom>
                <a:avLst/>
                <a:gdLst/>
                <a:ahLst/>
                <a:cxnLst/>
                <a:rect l="l" t="t" r="r" b="b"/>
                <a:pathLst>
                  <a:path w="719" h="195" extrusionOk="0">
                    <a:moveTo>
                      <a:pt x="414" y="84"/>
                    </a:moveTo>
                    <a:lnTo>
                      <a:pt x="393" y="105"/>
                    </a:lnTo>
                    <a:lnTo>
                      <a:pt x="304" y="105"/>
                    </a:lnTo>
                    <a:lnTo>
                      <a:pt x="325" y="84"/>
                    </a:lnTo>
                    <a:close/>
                    <a:moveTo>
                      <a:pt x="325" y="0"/>
                    </a:moveTo>
                    <a:cubicBezTo>
                      <a:pt x="304" y="0"/>
                      <a:pt x="304" y="0"/>
                      <a:pt x="262" y="21"/>
                    </a:cubicBezTo>
                    <a:lnTo>
                      <a:pt x="22" y="105"/>
                    </a:lnTo>
                    <a:lnTo>
                      <a:pt x="1" y="131"/>
                    </a:lnTo>
                    <a:lnTo>
                      <a:pt x="1" y="152"/>
                    </a:lnTo>
                    <a:lnTo>
                      <a:pt x="1" y="173"/>
                    </a:lnTo>
                    <a:lnTo>
                      <a:pt x="22" y="173"/>
                    </a:lnTo>
                    <a:lnTo>
                      <a:pt x="42" y="194"/>
                    </a:lnTo>
                    <a:lnTo>
                      <a:pt x="393" y="194"/>
                    </a:lnTo>
                    <a:cubicBezTo>
                      <a:pt x="414" y="194"/>
                      <a:pt x="414" y="194"/>
                      <a:pt x="435" y="173"/>
                    </a:cubicBezTo>
                    <a:lnTo>
                      <a:pt x="676" y="84"/>
                    </a:lnTo>
                    <a:lnTo>
                      <a:pt x="697" y="84"/>
                    </a:lnTo>
                    <a:lnTo>
                      <a:pt x="718" y="63"/>
                    </a:lnTo>
                    <a:lnTo>
                      <a:pt x="718" y="42"/>
                    </a:lnTo>
                    <a:lnTo>
                      <a:pt x="697" y="21"/>
                    </a:lnTo>
                    <a:lnTo>
                      <a:pt x="655" y="21"/>
                    </a:lnTo>
                    <a:lnTo>
                      <a:pt x="32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2" name="Google Shape;1202;p38"/>
              <p:cNvSpPr/>
              <p:nvPr/>
            </p:nvSpPr>
            <p:spPr>
              <a:xfrm>
                <a:off x="3527366" y="2625209"/>
                <a:ext cx="92160" cy="14106"/>
              </a:xfrm>
              <a:custGeom>
                <a:avLst/>
                <a:gdLst/>
                <a:ahLst/>
                <a:cxnLst/>
                <a:rect l="l" t="t" r="r" b="b"/>
                <a:pathLst>
                  <a:path w="588" h="90" extrusionOk="0">
                    <a:moveTo>
                      <a:pt x="242" y="0"/>
                    </a:moveTo>
                    <a:lnTo>
                      <a:pt x="1" y="89"/>
                    </a:lnTo>
                    <a:lnTo>
                      <a:pt x="346" y="89"/>
                    </a:lnTo>
                    <a:lnTo>
                      <a:pt x="587"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3" name="Google Shape;1203;p38"/>
              <p:cNvSpPr/>
              <p:nvPr/>
            </p:nvSpPr>
            <p:spPr>
              <a:xfrm>
                <a:off x="3516708" y="2618627"/>
                <a:ext cx="113476" cy="28683"/>
              </a:xfrm>
              <a:custGeom>
                <a:avLst/>
                <a:gdLst/>
                <a:ahLst/>
                <a:cxnLst/>
                <a:rect l="l" t="t" r="r" b="b"/>
                <a:pathLst>
                  <a:path w="724" h="183" extrusionOk="0">
                    <a:moveTo>
                      <a:pt x="414" y="84"/>
                    </a:moveTo>
                    <a:lnTo>
                      <a:pt x="393" y="105"/>
                    </a:lnTo>
                    <a:lnTo>
                      <a:pt x="310" y="105"/>
                    </a:lnTo>
                    <a:lnTo>
                      <a:pt x="331" y="84"/>
                    </a:lnTo>
                    <a:close/>
                    <a:moveTo>
                      <a:pt x="331" y="0"/>
                    </a:moveTo>
                    <a:cubicBezTo>
                      <a:pt x="310" y="0"/>
                      <a:pt x="310" y="0"/>
                      <a:pt x="262" y="21"/>
                    </a:cubicBezTo>
                    <a:lnTo>
                      <a:pt x="22" y="105"/>
                    </a:lnTo>
                    <a:lnTo>
                      <a:pt x="1" y="105"/>
                    </a:lnTo>
                    <a:lnTo>
                      <a:pt x="1" y="131"/>
                    </a:lnTo>
                    <a:lnTo>
                      <a:pt x="1" y="152"/>
                    </a:lnTo>
                    <a:lnTo>
                      <a:pt x="22" y="173"/>
                    </a:lnTo>
                    <a:lnTo>
                      <a:pt x="393" y="173"/>
                    </a:lnTo>
                    <a:cubicBezTo>
                      <a:pt x="407" y="173"/>
                      <a:pt x="412" y="182"/>
                      <a:pt x="428" y="182"/>
                    </a:cubicBezTo>
                    <a:cubicBezTo>
                      <a:pt x="435" y="182"/>
                      <a:pt x="446" y="180"/>
                      <a:pt x="461" y="173"/>
                    </a:cubicBezTo>
                    <a:lnTo>
                      <a:pt x="676" y="84"/>
                    </a:lnTo>
                    <a:lnTo>
                      <a:pt x="702" y="84"/>
                    </a:lnTo>
                    <a:lnTo>
                      <a:pt x="702" y="63"/>
                    </a:lnTo>
                    <a:lnTo>
                      <a:pt x="723" y="63"/>
                    </a:lnTo>
                    <a:lnTo>
                      <a:pt x="723" y="42"/>
                    </a:lnTo>
                    <a:lnTo>
                      <a:pt x="723" y="21"/>
                    </a:lnTo>
                    <a:lnTo>
                      <a:pt x="702"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4" name="Google Shape;1204;p38"/>
              <p:cNvSpPr/>
              <p:nvPr/>
            </p:nvSpPr>
            <p:spPr>
              <a:xfrm>
                <a:off x="4023118" y="2378980"/>
                <a:ext cx="92160" cy="20689"/>
              </a:xfrm>
              <a:custGeom>
                <a:avLst/>
                <a:gdLst/>
                <a:ahLst/>
                <a:cxnLst/>
                <a:rect l="l" t="t" r="r" b="b"/>
                <a:pathLst>
                  <a:path w="588" h="132" extrusionOk="0">
                    <a:moveTo>
                      <a:pt x="242" y="0"/>
                    </a:moveTo>
                    <a:lnTo>
                      <a:pt x="1" y="110"/>
                    </a:lnTo>
                    <a:lnTo>
                      <a:pt x="305" y="131"/>
                    </a:lnTo>
                    <a:lnTo>
                      <a:pt x="325" y="131"/>
                    </a:lnTo>
                    <a:lnTo>
                      <a:pt x="587" y="21"/>
                    </a:lnTo>
                    <a:lnTo>
                      <a:pt x="566" y="21"/>
                    </a:lnTo>
                    <a:lnTo>
                      <a:pt x="284"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5" name="Google Shape;1205;p38"/>
              <p:cNvSpPr/>
              <p:nvPr/>
            </p:nvSpPr>
            <p:spPr>
              <a:xfrm>
                <a:off x="4012460" y="2372397"/>
                <a:ext cx="113476" cy="33698"/>
              </a:xfrm>
              <a:custGeom>
                <a:avLst/>
                <a:gdLst/>
                <a:ahLst/>
                <a:cxnLst/>
                <a:rect l="l" t="t" r="r" b="b"/>
                <a:pathLst>
                  <a:path w="724" h="215" extrusionOk="0">
                    <a:moveTo>
                      <a:pt x="352" y="84"/>
                    </a:moveTo>
                    <a:lnTo>
                      <a:pt x="441" y="105"/>
                    </a:lnTo>
                    <a:lnTo>
                      <a:pt x="373" y="131"/>
                    </a:lnTo>
                    <a:lnTo>
                      <a:pt x="263" y="131"/>
                    </a:lnTo>
                    <a:lnTo>
                      <a:pt x="352" y="84"/>
                    </a:lnTo>
                    <a:close/>
                    <a:moveTo>
                      <a:pt x="352" y="0"/>
                    </a:moveTo>
                    <a:cubicBezTo>
                      <a:pt x="331" y="0"/>
                      <a:pt x="310" y="0"/>
                      <a:pt x="289" y="21"/>
                    </a:cubicBezTo>
                    <a:lnTo>
                      <a:pt x="27" y="105"/>
                    </a:lnTo>
                    <a:lnTo>
                      <a:pt x="27" y="131"/>
                    </a:lnTo>
                    <a:lnTo>
                      <a:pt x="1" y="131"/>
                    </a:lnTo>
                    <a:lnTo>
                      <a:pt x="1" y="152"/>
                    </a:lnTo>
                    <a:lnTo>
                      <a:pt x="1" y="173"/>
                    </a:lnTo>
                    <a:lnTo>
                      <a:pt x="27" y="194"/>
                    </a:lnTo>
                    <a:lnTo>
                      <a:pt x="69" y="194"/>
                    </a:lnTo>
                    <a:lnTo>
                      <a:pt x="373" y="215"/>
                    </a:lnTo>
                    <a:cubicBezTo>
                      <a:pt x="393" y="215"/>
                      <a:pt x="393" y="215"/>
                      <a:pt x="441" y="194"/>
                    </a:cubicBezTo>
                    <a:lnTo>
                      <a:pt x="682" y="105"/>
                    </a:lnTo>
                    <a:lnTo>
                      <a:pt x="702" y="105"/>
                    </a:lnTo>
                    <a:lnTo>
                      <a:pt x="702" y="84"/>
                    </a:lnTo>
                    <a:lnTo>
                      <a:pt x="723" y="84"/>
                    </a:lnTo>
                    <a:lnTo>
                      <a:pt x="723" y="63"/>
                    </a:lnTo>
                    <a:lnTo>
                      <a:pt x="702" y="42"/>
                    </a:lnTo>
                    <a:lnTo>
                      <a:pt x="682" y="21"/>
                    </a:lnTo>
                    <a:lnTo>
                      <a:pt x="655" y="21"/>
                    </a:lnTo>
                    <a:lnTo>
                      <a:pt x="35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6" name="Google Shape;1206;p38"/>
              <p:cNvSpPr/>
              <p:nvPr/>
            </p:nvSpPr>
            <p:spPr>
              <a:xfrm>
                <a:off x="3968104" y="2399512"/>
                <a:ext cx="92944" cy="20532"/>
              </a:xfrm>
              <a:custGeom>
                <a:avLst/>
                <a:gdLst/>
                <a:ahLst/>
                <a:cxnLst/>
                <a:rect l="l" t="t" r="r" b="b"/>
                <a:pathLst>
                  <a:path w="593" h="131" extrusionOk="0">
                    <a:moveTo>
                      <a:pt x="263" y="0"/>
                    </a:moveTo>
                    <a:cubicBezTo>
                      <a:pt x="263" y="0"/>
                      <a:pt x="242" y="0"/>
                      <a:pt x="242" y="21"/>
                    </a:cubicBezTo>
                    <a:lnTo>
                      <a:pt x="1" y="110"/>
                    </a:lnTo>
                    <a:lnTo>
                      <a:pt x="310" y="131"/>
                    </a:lnTo>
                    <a:lnTo>
                      <a:pt x="331" y="131"/>
                    </a:lnTo>
                    <a:lnTo>
                      <a:pt x="593" y="21"/>
                    </a:lnTo>
                    <a:lnTo>
                      <a:pt x="572" y="21"/>
                    </a:lnTo>
                    <a:lnTo>
                      <a:pt x="26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7" name="Google Shape;1207;p38"/>
              <p:cNvSpPr/>
              <p:nvPr/>
            </p:nvSpPr>
            <p:spPr>
              <a:xfrm>
                <a:off x="3955095" y="2392929"/>
                <a:ext cx="115827" cy="33698"/>
              </a:xfrm>
              <a:custGeom>
                <a:avLst/>
                <a:gdLst/>
                <a:ahLst/>
                <a:cxnLst/>
                <a:rect l="l" t="t" r="r" b="b"/>
                <a:pathLst>
                  <a:path w="739" h="215" extrusionOk="0">
                    <a:moveTo>
                      <a:pt x="346" y="84"/>
                    </a:moveTo>
                    <a:lnTo>
                      <a:pt x="456" y="105"/>
                    </a:lnTo>
                    <a:lnTo>
                      <a:pt x="393" y="131"/>
                    </a:lnTo>
                    <a:lnTo>
                      <a:pt x="283" y="131"/>
                    </a:lnTo>
                    <a:lnTo>
                      <a:pt x="346" y="84"/>
                    </a:lnTo>
                    <a:close/>
                    <a:moveTo>
                      <a:pt x="367" y="0"/>
                    </a:moveTo>
                    <a:cubicBezTo>
                      <a:pt x="346" y="0"/>
                      <a:pt x="325" y="0"/>
                      <a:pt x="304" y="21"/>
                    </a:cubicBezTo>
                    <a:lnTo>
                      <a:pt x="42" y="105"/>
                    </a:lnTo>
                    <a:lnTo>
                      <a:pt x="21" y="131"/>
                    </a:lnTo>
                    <a:lnTo>
                      <a:pt x="0" y="152"/>
                    </a:lnTo>
                    <a:lnTo>
                      <a:pt x="0" y="173"/>
                    </a:lnTo>
                    <a:lnTo>
                      <a:pt x="21" y="173"/>
                    </a:lnTo>
                    <a:lnTo>
                      <a:pt x="42" y="194"/>
                    </a:lnTo>
                    <a:lnTo>
                      <a:pt x="84" y="194"/>
                    </a:lnTo>
                    <a:lnTo>
                      <a:pt x="393" y="215"/>
                    </a:lnTo>
                    <a:cubicBezTo>
                      <a:pt x="414" y="215"/>
                      <a:pt x="414" y="215"/>
                      <a:pt x="456" y="194"/>
                    </a:cubicBezTo>
                    <a:lnTo>
                      <a:pt x="697" y="105"/>
                    </a:lnTo>
                    <a:lnTo>
                      <a:pt x="718" y="105"/>
                    </a:lnTo>
                    <a:lnTo>
                      <a:pt x="718" y="84"/>
                    </a:lnTo>
                    <a:lnTo>
                      <a:pt x="739" y="84"/>
                    </a:lnTo>
                    <a:lnTo>
                      <a:pt x="739" y="63"/>
                    </a:lnTo>
                    <a:lnTo>
                      <a:pt x="718" y="42"/>
                    </a:lnTo>
                    <a:lnTo>
                      <a:pt x="697" y="42"/>
                    </a:lnTo>
                    <a:lnTo>
                      <a:pt x="676" y="21"/>
                    </a:lnTo>
                    <a:lnTo>
                      <a:pt x="367"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8" name="Google Shape;1208;p38"/>
              <p:cNvSpPr/>
              <p:nvPr/>
            </p:nvSpPr>
            <p:spPr>
              <a:xfrm>
                <a:off x="3909956" y="2419887"/>
                <a:ext cx="96079" cy="20689"/>
              </a:xfrm>
              <a:custGeom>
                <a:avLst/>
                <a:gdLst/>
                <a:ahLst/>
                <a:cxnLst/>
                <a:rect l="l" t="t" r="r" b="b"/>
                <a:pathLst>
                  <a:path w="613" h="132" extrusionOk="0">
                    <a:moveTo>
                      <a:pt x="288" y="1"/>
                    </a:moveTo>
                    <a:lnTo>
                      <a:pt x="262" y="22"/>
                    </a:lnTo>
                    <a:lnTo>
                      <a:pt x="0" y="111"/>
                    </a:lnTo>
                    <a:lnTo>
                      <a:pt x="26" y="111"/>
                    </a:lnTo>
                    <a:lnTo>
                      <a:pt x="330" y="132"/>
                    </a:lnTo>
                    <a:lnTo>
                      <a:pt x="351" y="132"/>
                    </a:lnTo>
                    <a:lnTo>
                      <a:pt x="613" y="22"/>
                    </a:lnTo>
                    <a:lnTo>
                      <a:pt x="592" y="22"/>
                    </a:lnTo>
                    <a:lnTo>
                      <a:pt x="288"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09" name="Google Shape;1209;p38"/>
              <p:cNvSpPr/>
              <p:nvPr/>
            </p:nvSpPr>
            <p:spPr>
              <a:xfrm>
                <a:off x="3900082" y="2415185"/>
                <a:ext cx="116611" cy="31974"/>
              </a:xfrm>
              <a:custGeom>
                <a:avLst/>
                <a:gdLst/>
                <a:ahLst/>
                <a:cxnLst/>
                <a:rect l="l" t="t" r="r" b="b"/>
                <a:pathLst>
                  <a:path w="744" h="204" extrusionOk="0">
                    <a:moveTo>
                      <a:pt x="351" y="73"/>
                    </a:moveTo>
                    <a:lnTo>
                      <a:pt x="456" y="94"/>
                    </a:lnTo>
                    <a:lnTo>
                      <a:pt x="393" y="120"/>
                    </a:lnTo>
                    <a:lnTo>
                      <a:pt x="283" y="120"/>
                    </a:lnTo>
                    <a:lnTo>
                      <a:pt x="351" y="73"/>
                    </a:lnTo>
                    <a:close/>
                    <a:moveTo>
                      <a:pt x="321" y="1"/>
                    </a:moveTo>
                    <a:cubicBezTo>
                      <a:pt x="316" y="1"/>
                      <a:pt x="311" y="3"/>
                      <a:pt x="304" y="10"/>
                    </a:cubicBezTo>
                    <a:lnTo>
                      <a:pt x="42" y="94"/>
                    </a:lnTo>
                    <a:lnTo>
                      <a:pt x="21" y="120"/>
                    </a:lnTo>
                    <a:lnTo>
                      <a:pt x="0" y="141"/>
                    </a:lnTo>
                    <a:lnTo>
                      <a:pt x="0" y="162"/>
                    </a:lnTo>
                    <a:lnTo>
                      <a:pt x="21" y="162"/>
                    </a:lnTo>
                    <a:lnTo>
                      <a:pt x="21" y="183"/>
                    </a:lnTo>
                    <a:lnTo>
                      <a:pt x="89" y="183"/>
                    </a:lnTo>
                    <a:lnTo>
                      <a:pt x="393" y="204"/>
                    </a:lnTo>
                    <a:cubicBezTo>
                      <a:pt x="414" y="204"/>
                      <a:pt x="414" y="204"/>
                      <a:pt x="456" y="183"/>
                    </a:cubicBezTo>
                    <a:lnTo>
                      <a:pt x="697" y="94"/>
                    </a:lnTo>
                    <a:lnTo>
                      <a:pt x="718" y="94"/>
                    </a:lnTo>
                    <a:lnTo>
                      <a:pt x="718" y="73"/>
                    </a:lnTo>
                    <a:lnTo>
                      <a:pt x="744" y="73"/>
                    </a:lnTo>
                    <a:lnTo>
                      <a:pt x="744" y="52"/>
                    </a:lnTo>
                    <a:lnTo>
                      <a:pt x="718" y="31"/>
                    </a:lnTo>
                    <a:lnTo>
                      <a:pt x="697" y="31"/>
                    </a:lnTo>
                    <a:lnTo>
                      <a:pt x="697" y="10"/>
                    </a:lnTo>
                    <a:lnTo>
                      <a:pt x="372" y="10"/>
                    </a:lnTo>
                    <a:cubicBezTo>
                      <a:pt x="341" y="10"/>
                      <a:pt x="330" y="1"/>
                      <a:pt x="32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0" name="Google Shape;1210;p38"/>
              <p:cNvSpPr/>
              <p:nvPr/>
            </p:nvSpPr>
            <p:spPr>
              <a:xfrm>
                <a:off x="3855726" y="2443711"/>
                <a:ext cx="95295" cy="17398"/>
              </a:xfrm>
              <a:custGeom>
                <a:avLst/>
                <a:gdLst/>
                <a:ahLst/>
                <a:cxnLst/>
                <a:rect l="l" t="t" r="r" b="b"/>
                <a:pathLst>
                  <a:path w="608" h="111" extrusionOk="0">
                    <a:moveTo>
                      <a:pt x="262" y="1"/>
                    </a:moveTo>
                    <a:lnTo>
                      <a:pt x="0" y="90"/>
                    </a:lnTo>
                    <a:lnTo>
                      <a:pt x="21" y="90"/>
                    </a:lnTo>
                    <a:lnTo>
                      <a:pt x="325" y="111"/>
                    </a:lnTo>
                    <a:lnTo>
                      <a:pt x="346" y="111"/>
                    </a:lnTo>
                    <a:lnTo>
                      <a:pt x="608"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1" name="Google Shape;1211;p38"/>
              <p:cNvSpPr/>
              <p:nvPr/>
            </p:nvSpPr>
            <p:spPr>
              <a:xfrm>
                <a:off x="3845068" y="2435718"/>
                <a:ext cx="116768" cy="31974"/>
              </a:xfrm>
              <a:custGeom>
                <a:avLst/>
                <a:gdLst/>
                <a:ahLst/>
                <a:cxnLst/>
                <a:rect l="l" t="t" r="r" b="b"/>
                <a:pathLst>
                  <a:path w="745" h="204" extrusionOk="0">
                    <a:moveTo>
                      <a:pt x="351" y="73"/>
                    </a:moveTo>
                    <a:lnTo>
                      <a:pt x="461" y="94"/>
                    </a:lnTo>
                    <a:lnTo>
                      <a:pt x="393" y="120"/>
                    </a:lnTo>
                    <a:lnTo>
                      <a:pt x="283" y="120"/>
                    </a:lnTo>
                    <a:lnTo>
                      <a:pt x="351" y="73"/>
                    </a:lnTo>
                    <a:close/>
                    <a:moveTo>
                      <a:pt x="317" y="1"/>
                    </a:moveTo>
                    <a:cubicBezTo>
                      <a:pt x="309" y="1"/>
                      <a:pt x="299" y="3"/>
                      <a:pt x="283" y="10"/>
                    </a:cubicBezTo>
                    <a:lnTo>
                      <a:pt x="48" y="94"/>
                    </a:lnTo>
                    <a:lnTo>
                      <a:pt x="21" y="120"/>
                    </a:lnTo>
                    <a:lnTo>
                      <a:pt x="0" y="120"/>
                    </a:lnTo>
                    <a:lnTo>
                      <a:pt x="0" y="141"/>
                    </a:lnTo>
                    <a:lnTo>
                      <a:pt x="0" y="162"/>
                    </a:lnTo>
                    <a:lnTo>
                      <a:pt x="21" y="162"/>
                    </a:lnTo>
                    <a:lnTo>
                      <a:pt x="21" y="183"/>
                    </a:lnTo>
                    <a:lnTo>
                      <a:pt x="89" y="183"/>
                    </a:lnTo>
                    <a:lnTo>
                      <a:pt x="393" y="204"/>
                    </a:lnTo>
                    <a:cubicBezTo>
                      <a:pt x="414" y="204"/>
                      <a:pt x="414" y="204"/>
                      <a:pt x="461" y="183"/>
                    </a:cubicBezTo>
                    <a:lnTo>
                      <a:pt x="702" y="94"/>
                    </a:lnTo>
                    <a:lnTo>
                      <a:pt x="723" y="94"/>
                    </a:lnTo>
                    <a:lnTo>
                      <a:pt x="723" y="73"/>
                    </a:lnTo>
                    <a:lnTo>
                      <a:pt x="744" y="73"/>
                    </a:lnTo>
                    <a:lnTo>
                      <a:pt x="744" y="52"/>
                    </a:lnTo>
                    <a:lnTo>
                      <a:pt x="723" y="31"/>
                    </a:lnTo>
                    <a:lnTo>
                      <a:pt x="702" y="10"/>
                    </a:lnTo>
                    <a:lnTo>
                      <a:pt x="351" y="10"/>
                    </a:lnTo>
                    <a:cubicBezTo>
                      <a:pt x="337" y="10"/>
                      <a:pt x="333" y="1"/>
                      <a:pt x="31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2" name="Google Shape;1212;p38"/>
              <p:cNvSpPr/>
              <p:nvPr/>
            </p:nvSpPr>
            <p:spPr>
              <a:xfrm>
                <a:off x="3800712" y="2464243"/>
                <a:ext cx="96235" cy="17398"/>
              </a:xfrm>
              <a:custGeom>
                <a:avLst/>
                <a:gdLst/>
                <a:ahLst/>
                <a:cxnLst/>
                <a:rect l="l" t="t" r="r" b="b"/>
                <a:pathLst>
                  <a:path w="614" h="111" extrusionOk="0">
                    <a:moveTo>
                      <a:pt x="262" y="1"/>
                    </a:moveTo>
                    <a:lnTo>
                      <a:pt x="1" y="90"/>
                    </a:lnTo>
                    <a:lnTo>
                      <a:pt x="22" y="90"/>
                    </a:lnTo>
                    <a:lnTo>
                      <a:pt x="331" y="111"/>
                    </a:lnTo>
                    <a:lnTo>
                      <a:pt x="351" y="111"/>
                    </a:lnTo>
                    <a:lnTo>
                      <a:pt x="61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3" name="Google Shape;1213;p38"/>
              <p:cNvSpPr/>
              <p:nvPr/>
            </p:nvSpPr>
            <p:spPr>
              <a:xfrm>
                <a:off x="3790837" y="2456250"/>
                <a:ext cx="115984" cy="31974"/>
              </a:xfrm>
              <a:custGeom>
                <a:avLst/>
                <a:gdLst/>
                <a:ahLst/>
                <a:cxnLst/>
                <a:rect l="l" t="t" r="r" b="b"/>
                <a:pathLst>
                  <a:path w="740" h="204" extrusionOk="0">
                    <a:moveTo>
                      <a:pt x="346" y="73"/>
                    </a:moveTo>
                    <a:lnTo>
                      <a:pt x="456" y="94"/>
                    </a:lnTo>
                    <a:lnTo>
                      <a:pt x="394" y="120"/>
                    </a:lnTo>
                    <a:lnTo>
                      <a:pt x="284" y="120"/>
                    </a:lnTo>
                    <a:lnTo>
                      <a:pt x="346" y="73"/>
                    </a:lnTo>
                    <a:close/>
                    <a:moveTo>
                      <a:pt x="314" y="1"/>
                    </a:moveTo>
                    <a:cubicBezTo>
                      <a:pt x="307" y="1"/>
                      <a:pt x="298" y="3"/>
                      <a:pt x="284" y="10"/>
                    </a:cubicBezTo>
                    <a:lnTo>
                      <a:pt x="43" y="94"/>
                    </a:lnTo>
                    <a:lnTo>
                      <a:pt x="22" y="120"/>
                    </a:lnTo>
                    <a:lnTo>
                      <a:pt x="1" y="141"/>
                    </a:lnTo>
                    <a:lnTo>
                      <a:pt x="1" y="162"/>
                    </a:lnTo>
                    <a:lnTo>
                      <a:pt x="22" y="162"/>
                    </a:lnTo>
                    <a:lnTo>
                      <a:pt x="22" y="183"/>
                    </a:lnTo>
                    <a:lnTo>
                      <a:pt x="85" y="183"/>
                    </a:lnTo>
                    <a:lnTo>
                      <a:pt x="394" y="204"/>
                    </a:lnTo>
                    <a:cubicBezTo>
                      <a:pt x="414" y="204"/>
                      <a:pt x="435" y="204"/>
                      <a:pt x="456" y="183"/>
                    </a:cubicBezTo>
                    <a:lnTo>
                      <a:pt x="697" y="94"/>
                    </a:lnTo>
                    <a:lnTo>
                      <a:pt x="718" y="94"/>
                    </a:lnTo>
                    <a:lnTo>
                      <a:pt x="718" y="73"/>
                    </a:lnTo>
                    <a:lnTo>
                      <a:pt x="739" y="73"/>
                    </a:lnTo>
                    <a:lnTo>
                      <a:pt x="739" y="52"/>
                    </a:lnTo>
                    <a:lnTo>
                      <a:pt x="739" y="31"/>
                    </a:lnTo>
                    <a:lnTo>
                      <a:pt x="718" y="31"/>
                    </a:lnTo>
                    <a:lnTo>
                      <a:pt x="697" y="10"/>
                    </a:lnTo>
                    <a:lnTo>
                      <a:pt x="346" y="10"/>
                    </a:lnTo>
                    <a:cubicBezTo>
                      <a:pt x="332" y="10"/>
                      <a:pt x="328" y="1"/>
                      <a:pt x="31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4" name="Google Shape;1214;p38"/>
              <p:cNvSpPr/>
              <p:nvPr/>
            </p:nvSpPr>
            <p:spPr>
              <a:xfrm>
                <a:off x="3749773" y="2484775"/>
                <a:ext cx="92160" cy="17398"/>
              </a:xfrm>
              <a:custGeom>
                <a:avLst/>
                <a:gdLst/>
                <a:ahLst/>
                <a:cxnLst/>
                <a:rect l="l" t="t" r="r" b="b"/>
                <a:pathLst>
                  <a:path w="588" h="111" extrusionOk="0">
                    <a:moveTo>
                      <a:pt x="237" y="1"/>
                    </a:moveTo>
                    <a:lnTo>
                      <a:pt x="1" y="90"/>
                    </a:lnTo>
                    <a:lnTo>
                      <a:pt x="326" y="111"/>
                    </a:lnTo>
                    <a:lnTo>
                      <a:pt x="347" y="111"/>
                    </a:lnTo>
                    <a:lnTo>
                      <a:pt x="587"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5" name="Google Shape;1215;p38"/>
              <p:cNvSpPr/>
              <p:nvPr/>
            </p:nvSpPr>
            <p:spPr>
              <a:xfrm>
                <a:off x="3735824" y="2476782"/>
                <a:ext cx="116768" cy="31974"/>
              </a:xfrm>
              <a:custGeom>
                <a:avLst/>
                <a:gdLst/>
                <a:ahLst/>
                <a:cxnLst/>
                <a:rect l="l" t="t" r="r" b="b"/>
                <a:pathLst>
                  <a:path w="745" h="204" extrusionOk="0">
                    <a:moveTo>
                      <a:pt x="352" y="73"/>
                    </a:moveTo>
                    <a:lnTo>
                      <a:pt x="457" y="94"/>
                    </a:lnTo>
                    <a:lnTo>
                      <a:pt x="415" y="120"/>
                    </a:lnTo>
                    <a:lnTo>
                      <a:pt x="284" y="120"/>
                    </a:lnTo>
                    <a:lnTo>
                      <a:pt x="352" y="73"/>
                    </a:lnTo>
                    <a:close/>
                    <a:moveTo>
                      <a:pt x="320" y="0"/>
                    </a:moveTo>
                    <a:cubicBezTo>
                      <a:pt x="316" y="0"/>
                      <a:pt x="312" y="3"/>
                      <a:pt x="305" y="10"/>
                    </a:cubicBezTo>
                    <a:lnTo>
                      <a:pt x="43" y="94"/>
                    </a:lnTo>
                    <a:lnTo>
                      <a:pt x="22" y="120"/>
                    </a:lnTo>
                    <a:lnTo>
                      <a:pt x="1" y="141"/>
                    </a:lnTo>
                    <a:lnTo>
                      <a:pt x="22" y="162"/>
                    </a:lnTo>
                    <a:lnTo>
                      <a:pt x="43" y="183"/>
                    </a:lnTo>
                    <a:lnTo>
                      <a:pt x="90" y="183"/>
                    </a:lnTo>
                    <a:lnTo>
                      <a:pt x="394" y="204"/>
                    </a:lnTo>
                    <a:cubicBezTo>
                      <a:pt x="415" y="204"/>
                      <a:pt x="436" y="204"/>
                      <a:pt x="457" y="183"/>
                    </a:cubicBezTo>
                    <a:lnTo>
                      <a:pt x="718" y="94"/>
                    </a:lnTo>
                    <a:lnTo>
                      <a:pt x="745" y="73"/>
                    </a:lnTo>
                    <a:lnTo>
                      <a:pt x="745" y="52"/>
                    </a:lnTo>
                    <a:lnTo>
                      <a:pt x="745" y="31"/>
                    </a:lnTo>
                    <a:lnTo>
                      <a:pt x="718" y="31"/>
                    </a:lnTo>
                    <a:lnTo>
                      <a:pt x="718" y="10"/>
                    </a:lnTo>
                    <a:lnTo>
                      <a:pt x="352" y="10"/>
                    </a:lnTo>
                    <a:cubicBezTo>
                      <a:pt x="334" y="10"/>
                      <a:pt x="328" y="0"/>
                      <a:pt x="32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6" name="Google Shape;1216;p38"/>
              <p:cNvSpPr/>
              <p:nvPr/>
            </p:nvSpPr>
            <p:spPr>
              <a:xfrm>
                <a:off x="3694916" y="2505308"/>
                <a:ext cx="92003" cy="17398"/>
              </a:xfrm>
              <a:custGeom>
                <a:avLst/>
                <a:gdLst/>
                <a:ahLst/>
                <a:cxnLst/>
                <a:rect l="l" t="t" r="r" b="b"/>
                <a:pathLst>
                  <a:path w="587" h="111" extrusionOk="0">
                    <a:moveTo>
                      <a:pt x="241" y="1"/>
                    </a:moveTo>
                    <a:lnTo>
                      <a:pt x="0" y="90"/>
                    </a:lnTo>
                    <a:lnTo>
                      <a:pt x="325" y="111"/>
                    </a:lnTo>
                    <a:lnTo>
                      <a:pt x="351" y="90"/>
                    </a:lnTo>
                    <a:lnTo>
                      <a:pt x="587"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7" name="Google Shape;1217;p38"/>
              <p:cNvSpPr/>
              <p:nvPr/>
            </p:nvSpPr>
            <p:spPr>
              <a:xfrm>
                <a:off x="3684101" y="2497314"/>
                <a:ext cx="116768" cy="31190"/>
              </a:xfrm>
              <a:custGeom>
                <a:avLst/>
                <a:gdLst/>
                <a:ahLst/>
                <a:cxnLst/>
                <a:rect l="l" t="t" r="r" b="b"/>
                <a:pathLst>
                  <a:path w="745" h="199" extrusionOk="0">
                    <a:moveTo>
                      <a:pt x="331" y="73"/>
                    </a:moveTo>
                    <a:lnTo>
                      <a:pt x="462" y="93"/>
                    </a:lnTo>
                    <a:lnTo>
                      <a:pt x="394" y="120"/>
                    </a:lnTo>
                    <a:lnTo>
                      <a:pt x="289" y="93"/>
                    </a:lnTo>
                    <a:lnTo>
                      <a:pt x="331" y="73"/>
                    </a:lnTo>
                    <a:close/>
                    <a:moveTo>
                      <a:pt x="310" y="0"/>
                    </a:moveTo>
                    <a:cubicBezTo>
                      <a:pt x="303" y="0"/>
                      <a:pt x="296" y="3"/>
                      <a:pt x="289" y="10"/>
                    </a:cubicBezTo>
                    <a:lnTo>
                      <a:pt x="27" y="93"/>
                    </a:lnTo>
                    <a:lnTo>
                      <a:pt x="27" y="120"/>
                    </a:lnTo>
                    <a:lnTo>
                      <a:pt x="1" y="120"/>
                    </a:lnTo>
                    <a:lnTo>
                      <a:pt x="1" y="141"/>
                    </a:lnTo>
                    <a:lnTo>
                      <a:pt x="1" y="162"/>
                    </a:lnTo>
                    <a:lnTo>
                      <a:pt x="27" y="183"/>
                    </a:lnTo>
                    <a:lnTo>
                      <a:pt x="394" y="183"/>
                    </a:lnTo>
                    <a:cubicBezTo>
                      <a:pt x="407" y="193"/>
                      <a:pt x="413" y="198"/>
                      <a:pt x="422" y="198"/>
                    </a:cubicBezTo>
                    <a:cubicBezTo>
                      <a:pt x="430" y="198"/>
                      <a:pt x="441" y="193"/>
                      <a:pt x="462" y="183"/>
                    </a:cubicBezTo>
                    <a:lnTo>
                      <a:pt x="703" y="93"/>
                    </a:lnTo>
                    <a:lnTo>
                      <a:pt x="724" y="93"/>
                    </a:lnTo>
                    <a:lnTo>
                      <a:pt x="724" y="73"/>
                    </a:lnTo>
                    <a:lnTo>
                      <a:pt x="745" y="52"/>
                    </a:lnTo>
                    <a:lnTo>
                      <a:pt x="724" y="31"/>
                    </a:lnTo>
                    <a:lnTo>
                      <a:pt x="703" y="31"/>
                    </a:lnTo>
                    <a:lnTo>
                      <a:pt x="703" y="10"/>
                    </a:lnTo>
                    <a:lnTo>
                      <a:pt x="352" y="10"/>
                    </a:lnTo>
                    <a:cubicBezTo>
                      <a:pt x="338" y="10"/>
                      <a:pt x="324" y="0"/>
                      <a:pt x="31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8" name="Google Shape;1218;p38"/>
              <p:cNvSpPr/>
              <p:nvPr/>
            </p:nvSpPr>
            <p:spPr>
              <a:xfrm>
                <a:off x="3639902" y="2522548"/>
                <a:ext cx="96079" cy="17398"/>
              </a:xfrm>
              <a:custGeom>
                <a:avLst/>
                <a:gdLst/>
                <a:ahLst/>
                <a:cxnLst/>
                <a:rect l="l" t="t" r="r" b="b"/>
                <a:pathLst>
                  <a:path w="613" h="111" extrusionOk="0">
                    <a:moveTo>
                      <a:pt x="283" y="1"/>
                    </a:moveTo>
                    <a:cubicBezTo>
                      <a:pt x="262" y="1"/>
                      <a:pt x="262" y="22"/>
                      <a:pt x="241" y="22"/>
                    </a:cubicBezTo>
                    <a:lnTo>
                      <a:pt x="0" y="111"/>
                    </a:lnTo>
                    <a:lnTo>
                      <a:pt x="351" y="111"/>
                    </a:lnTo>
                    <a:lnTo>
                      <a:pt x="613" y="22"/>
                    </a:lnTo>
                    <a:lnTo>
                      <a:pt x="592" y="22"/>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19" name="Google Shape;1219;p38"/>
              <p:cNvSpPr/>
              <p:nvPr/>
            </p:nvSpPr>
            <p:spPr>
              <a:xfrm>
                <a:off x="3630028" y="2516749"/>
                <a:ext cx="115827" cy="29780"/>
              </a:xfrm>
              <a:custGeom>
                <a:avLst/>
                <a:gdLst/>
                <a:ahLst/>
                <a:cxnLst/>
                <a:rect l="l" t="t" r="r" b="b"/>
                <a:pathLst>
                  <a:path w="739" h="190" extrusionOk="0">
                    <a:moveTo>
                      <a:pt x="346" y="79"/>
                    </a:moveTo>
                    <a:lnTo>
                      <a:pt x="456" y="100"/>
                    </a:lnTo>
                    <a:lnTo>
                      <a:pt x="283" y="100"/>
                    </a:lnTo>
                    <a:lnTo>
                      <a:pt x="346" y="79"/>
                    </a:lnTo>
                    <a:close/>
                    <a:moveTo>
                      <a:pt x="315" y="1"/>
                    </a:moveTo>
                    <a:cubicBezTo>
                      <a:pt x="304" y="1"/>
                      <a:pt x="294" y="6"/>
                      <a:pt x="283" y="17"/>
                    </a:cubicBezTo>
                    <a:lnTo>
                      <a:pt x="21" y="100"/>
                    </a:lnTo>
                    <a:lnTo>
                      <a:pt x="21" y="127"/>
                    </a:lnTo>
                    <a:lnTo>
                      <a:pt x="0" y="127"/>
                    </a:lnTo>
                    <a:lnTo>
                      <a:pt x="0" y="148"/>
                    </a:lnTo>
                    <a:lnTo>
                      <a:pt x="0" y="169"/>
                    </a:lnTo>
                    <a:lnTo>
                      <a:pt x="21" y="169"/>
                    </a:lnTo>
                    <a:lnTo>
                      <a:pt x="21" y="189"/>
                    </a:lnTo>
                    <a:lnTo>
                      <a:pt x="456" y="189"/>
                    </a:lnTo>
                    <a:lnTo>
                      <a:pt x="697" y="100"/>
                    </a:lnTo>
                    <a:lnTo>
                      <a:pt x="718" y="100"/>
                    </a:lnTo>
                    <a:lnTo>
                      <a:pt x="718" y="79"/>
                    </a:lnTo>
                    <a:lnTo>
                      <a:pt x="739" y="79"/>
                    </a:lnTo>
                    <a:lnTo>
                      <a:pt x="739" y="59"/>
                    </a:lnTo>
                    <a:lnTo>
                      <a:pt x="739" y="38"/>
                    </a:lnTo>
                    <a:lnTo>
                      <a:pt x="718" y="38"/>
                    </a:lnTo>
                    <a:lnTo>
                      <a:pt x="718" y="17"/>
                    </a:lnTo>
                    <a:lnTo>
                      <a:pt x="346" y="17"/>
                    </a:lnTo>
                    <a:cubicBezTo>
                      <a:pt x="335" y="6"/>
                      <a:pt x="325" y="1"/>
                      <a:pt x="31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0" name="Google Shape;1220;p38"/>
              <p:cNvSpPr/>
              <p:nvPr/>
            </p:nvSpPr>
            <p:spPr>
              <a:xfrm>
                <a:off x="3585672" y="2543081"/>
                <a:ext cx="95452" cy="17398"/>
              </a:xfrm>
              <a:custGeom>
                <a:avLst/>
                <a:gdLst/>
                <a:ahLst/>
                <a:cxnLst/>
                <a:rect l="l" t="t" r="r" b="b"/>
                <a:pathLst>
                  <a:path w="609" h="111" extrusionOk="0">
                    <a:moveTo>
                      <a:pt x="283" y="1"/>
                    </a:moveTo>
                    <a:cubicBezTo>
                      <a:pt x="283" y="1"/>
                      <a:pt x="262" y="1"/>
                      <a:pt x="262" y="21"/>
                    </a:cubicBezTo>
                    <a:lnTo>
                      <a:pt x="1" y="110"/>
                    </a:lnTo>
                    <a:lnTo>
                      <a:pt x="367" y="110"/>
                    </a:lnTo>
                    <a:lnTo>
                      <a:pt x="608" y="21"/>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1" name="Google Shape;1221;p38"/>
              <p:cNvSpPr/>
              <p:nvPr/>
            </p:nvSpPr>
            <p:spPr>
              <a:xfrm>
                <a:off x="3575014" y="2536498"/>
                <a:ext cx="116768" cy="30563"/>
              </a:xfrm>
              <a:custGeom>
                <a:avLst/>
                <a:gdLst/>
                <a:ahLst/>
                <a:cxnLst/>
                <a:rect l="l" t="t" r="r" b="b"/>
                <a:pathLst>
                  <a:path w="745" h="195" extrusionOk="0">
                    <a:moveTo>
                      <a:pt x="461" y="84"/>
                    </a:moveTo>
                    <a:lnTo>
                      <a:pt x="414" y="105"/>
                    </a:lnTo>
                    <a:lnTo>
                      <a:pt x="304" y="105"/>
                    </a:lnTo>
                    <a:lnTo>
                      <a:pt x="351" y="84"/>
                    </a:lnTo>
                    <a:close/>
                    <a:moveTo>
                      <a:pt x="351" y="1"/>
                    </a:moveTo>
                    <a:cubicBezTo>
                      <a:pt x="330" y="1"/>
                      <a:pt x="330" y="1"/>
                      <a:pt x="283" y="22"/>
                    </a:cubicBezTo>
                    <a:lnTo>
                      <a:pt x="42" y="105"/>
                    </a:lnTo>
                    <a:lnTo>
                      <a:pt x="21" y="105"/>
                    </a:lnTo>
                    <a:lnTo>
                      <a:pt x="21" y="132"/>
                    </a:lnTo>
                    <a:lnTo>
                      <a:pt x="0" y="132"/>
                    </a:lnTo>
                    <a:lnTo>
                      <a:pt x="0" y="152"/>
                    </a:lnTo>
                    <a:lnTo>
                      <a:pt x="0" y="173"/>
                    </a:lnTo>
                    <a:lnTo>
                      <a:pt x="21" y="173"/>
                    </a:lnTo>
                    <a:lnTo>
                      <a:pt x="21" y="194"/>
                    </a:lnTo>
                    <a:lnTo>
                      <a:pt x="461" y="194"/>
                    </a:lnTo>
                    <a:lnTo>
                      <a:pt x="723" y="105"/>
                    </a:lnTo>
                    <a:lnTo>
                      <a:pt x="723" y="84"/>
                    </a:lnTo>
                    <a:lnTo>
                      <a:pt x="744" y="84"/>
                    </a:lnTo>
                    <a:lnTo>
                      <a:pt x="744" y="63"/>
                    </a:lnTo>
                    <a:lnTo>
                      <a:pt x="744" y="43"/>
                    </a:lnTo>
                    <a:lnTo>
                      <a:pt x="723" y="22"/>
                    </a:lnTo>
                    <a:lnTo>
                      <a:pt x="676" y="22"/>
                    </a:lnTo>
                    <a:lnTo>
                      <a:pt x="35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2" name="Google Shape;1222;p38"/>
              <p:cNvSpPr/>
              <p:nvPr/>
            </p:nvSpPr>
            <p:spPr>
              <a:xfrm>
                <a:off x="3533949" y="2563613"/>
                <a:ext cx="96235" cy="17398"/>
              </a:xfrm>
              <a:custGeom>
                <a:avLst/>
                <a:gdLst/>
                <a:ahLst/>
                <a:cxnLst/>
                <a:rect l="l" t="t" r="r" b="b"/>
                <a:pathLst>
                  <a:path w="614" h="111" extrusionOk="0">
                    <a:moveTo>
                      <a:pt x="242" y="0"/>
                    </a:moveTo>
                    <a:lnTo>
                      <a:pt x="1" y="110"/>
                    </a:lnTo>
                    <a:lnTo>
                      <a:pt x="351" y="110"/>
                    </a:lnTo>
                    <a:lnTo>
                      <a:pt x="613" y="21"/>
                    </a:lnTo>
                    <a:lnTo>
                      <a:pt x="592" y="21"/>
                    </a:lnTo>
                    <a:lnTo>
                      <a:pt x="26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3" name="Google Shape;1223;p38"/>
              <p:cNvSpPr/>
              <p:nvPr/>
            </p:nvSpPr>
            <p:spPr>
              <a:xfrm>
                <a:off x="3524075" y="2557030"/>
                <a:ext cx="115984" cy="30563"/>
              </a:xfrm>
              <a:custGeom>
                <a:avLst/>
                <a:gdLst/>
                <a:ahLst/>
                <a:cxnLst/>
                <a:rect l="l" t="t" r="r" b="b"/>
                <a:pathLst>
                  <a:path w="740" h="195" extrusionOk="0">
                    <a:moveTo>
                      <a:pt x="435" y="84"/>
                    </a:moveTo>
                    <a:lnTo>
                      <a:pt x="394" y="105"/>
                    </a:lnTo>
                    <a:lnTo>
                      <a:pt x="284" y="105"/>
                    </a:lnTo>
                    <a:lnTo>
                      <a:pt x="325" y="84"/>
                    </a:lnTo>
                    <a:close/>
                    <a:moveTo>
                      <a:pt x="325" y="1"/>
                    </a:moveTo>
                    <a:cubicBezTo>
                      <a:pt x="305" y="1"/>
                      <a:pt x="305" y="1"/>
                      <a:pt x="284" y="21"/>
                    </a:cubicBezTo>
                    <a:lnTo>
                      <a:pt x="22" y="105"/>
                    </a:lnTo>
                    <a:lnTo>
                      <a:pt x="1" y="131"/>
                    </a:lnTo>
                    <a:lnTo>
                      <a:pt x="1" y="152"/>
                    </a:lnTo>
                    <a:lnTo>
                      <a:pt x="1" y="173"/>
                    </a:lnTo>
                    <a:lnTo>
                      <a:pt x="22" y="173"/>
                    </a:lnTo>
                    <a:lnTo>
                      <a:pt x="43" y="194"/>
                    </a:lnTo>
                    <a:lnTo>
                      <a:pt x="456" y="194"/>
                    </a:lnTo>
                    <a:lnTo>
                      <a:pt x="697" y="84"/>
                    </a:lnTo>
                    <a:lnTo>
                      <a:pt x="718" y="84"/>
                    </a:lnTo>
                    <a:lnTo>
                      <a:pt x="739" y="63"/>
                    </a:lnTo>
                    <a:lnTo>
                      <a:pt x="739" y="42"/>
                    </a:lnTo>
                    <a:lnTo>
                      <a:pt x="718" y="21"/>
                    </a:lnTo>
                    <a:lnTo>
                      <a:pt x="655" y="21"/>
                    </a:lnTo>
                    <a:lnTo>
                      <a:pt x="32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4" name="Google Shape;1224;p38"/>
              <p:cNvSpPr/>
              <p:nvPr/>
            </p:nvSpPr>
            <p:spPr>
              <a:xfrm>
                <a:off x="3478935" y="2584145"/>
                <a:ext cx="96235" cy="17398"/>
              </a:xfrm>
              <a:custGeom>
                <a:avLst/>
                <a:gdLst/>
                <a:ahLst/>
                <a:cxnLst/>
                <a:rect l="l" t="t" r="r" b="b"/>
                <a:pathLst>
                  <a:path w="614" h="111" extrusionOk="0">
                    <a:moveTo>
                      <a:pt x="242" y="0"/>
                    </a:moveTo>
                    <a:lnTo>
                      <a:pt x="1" y="110"/>
                    </a:lnTo>
                    <a:lnTo>
                      <a:pt x="373" y="110"/>
                    </a:lnTo>
                    <a:lnTo>
                      <a:pt x="613" y="21"/>
                    </a:lnTo>
                    <a:lnTo>
                      <a:pt x="61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5" name="Google Shape;1225;p38"/>
              <p:cNvSpPr/>
              <p:nvPr/>
            </p:nvSpPr>
            <p:spPr>
              <a:xfrm>
                <a:off x="3469061" y="2577562"/>
                <a:ext cx="116768" cy="30563"/>
              </a:xfrm>
              <a:custGeom>
                <a:avLst/>
                <a:gdLst/>
                <a:ahLst/>
                <a:cxnLst/>
                <a:rect l="l" t="t" r="r" b="b"/>
                <a:pathLst>
                  <a:path w="745" h="195" extrusionOk="0">
                    <a:moveTo>
                      <a:pt x="457" y="84"/>
                    </a:moveTo>
                    <a:lnTo>
                      <a:pt x="415" y="105"/>
                    </a:lnTo>
                    <a:lnTo>
                      <a:pt x="305" y="105"/>
                    </a:lnTo>
                    <a:lnTo>
                      <a:pt x="352" y="84"/>
                    </a:lnTo>
                    <a:close/>
                    <a:moveTo>
                      <a:pt x="352" y="0"/>
                    </a:moveTo>
                    <a:cubicBezTo>
                      <a:pt x="326" y="0"/>
                      <a:pt x="305" y="0"/>
                      <a:pt x="284" y="21"/>
                    </a:cubicBezTo>
                    <a:lnTo>
                      <a:pt x="43" y="105"/>
                    </a:lnTo>
                    <a:lnTo>
                      <a:pt x="22" y="105"/>
                    </a:lnTo>
                    <a:lnTo>
                      <a:pt x="22" y="131"/>
                    </a:lnTo>
                    <a:lnTo>
                      <a:pt x="1" y="131"/>
                    </a:lnTo>
                    <a:lnTo>
                      <a:pt x="1" y="152"/>
                    </a:lnTo>
                    <a:lnTo>
                      <a:pt x="22" y="173"/>
                    </a:lnTo>
                    <a:lnTo>
                      <a:pt x="43" y="194"/>
                    </a:lnTo>
                    <a:lnTo>
                      <a:pt x="415" y="194"/>
                    </a:lnTo>
                    <a:cubicBezTo>
                      <a:pt x="436" y="194"/>
                      <a:pt x="436" y="194"/>
                      <a:pt x="483" y="173"/>
                    </a:cubicBezTo>
                    <a:lnTo>
                      <a:pt x="718" y="84"/>
                    </a:lnTo>
                    <a:lnTo>
                      <a:pt x="745" y="84"/>
                    </a:lnTo>
                    <a:lnTo>
                      <a:pt x="745" y="63"/>
                    </a:lnTo>
                    <a:lnTo>
                      <a:pt x="745" y="42"/>
                    </a:lnTo>
                    <a:lnTo>
                      <a:pt x="745" y="21"/>
                    </a:lnTo>
                    <a:lnTo>
                      <a:pt x="697" y="21"/>
                    </a:lnTo>
                    <a:lnTo>
                      <a:pt x="697"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6" name="Google Shape;1226;p38"/>
              <p:cNvSpPr/>
              <p:nvPr/>
            </p:nvSpPr>
            <p:spPr>
              <a:xfrm>
                <a:off x="3424862" y="2604677"/>
                <a:ext cx="99370" cy="17398"/>
              </a:xfrm>
              <a:custGeom>
                <a:avLst/>
                <a:gdLst/>
                <a:ahLst/>
                <a:cxnLst/>
                <a:rect l="l" t="t" r="r" b="b"/>
                <a:pathLst>
                  <a:path w="634" h="111" extrusionOk="0">
                    <a:moveTo>
                      <a:pt x="262" y="0"/>
                    </a:moveTo>
                    <a:lnTo>
                      <a:pt x="21" y="89"/>
                    </a:lnTo>
                    <a:cubicBezTo>
                      <a:pt x="0" y="89"/>
                      <a:pt x="21" y="110"/>
                      <a:pt x="21" y="110"/>
                    </a:cubicBezTo>
                    <a:lnTo>
                      <a:pt x="346" y="110"/>
                    </a:lnTo>
                    <a:cubicBezTo>
                      <a:pt x="372" y="110"/>
                      <a:pt x="372" y="110"/>
                      <a:pt x="393" y="89"/>
                    </a:cubicBezTo>
                    <a:lnTo>
                      <a:pt x="634"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7" name="Google Shape;1227;p38"/>
              <p:cNvSpPr/>
              <p:nvPr/>
            </p:nvSpPr>
            <p:spPr>
              <a:xfrm>
                <a:off x="3417339" y="2598094"/>
                <a:ext cx="116768" cy="30563"/>
              </a:xfrm>
              <a:custGeom>
                <a:avLst/>
                <a:gdLst/>
                <a:ahLst/>
                <a:cxnLst/>
                <a:rect l="l" t="t" r="r" b="b"/>
                <a:pathLst>
                  <a:path w="745" h="195" extrusionOk="0">
                    <a:moveTo>
                      <a:pt x="441" y="84"/>
                    </a:moveTo>
                    <a:lnTo>
                      <a:pt x="394" y="105"/>
                    </a:lnTo>
                    <a:lnTo>
                      <a:pt x="289" y="105"/>
                    </a:lnTo>
                    <a:lnTo>
                      <a:pt x="331" y="84"/>
                    </a:lnTo>
                    <a:close/>
                    <a:moveTo>
                      <a:pt x="263" y="0"/>
                    </a:moveTo>
                    <a:lnTo>
                      <a:pt x="27" y="105"/>
                    </a:lnTo>
                    <a:lnTo>
                      <a:pt x="1" y="105"/>
                    </a:lnTo>
                    <a:lnTo>
                      <a:pt x="1" y="131"/>
                    </a:lnTo>
                    <a:lnTo>
                      <a:pt x="1" y="152"/>
                    </a:lnTo>
                    <a:lnTo>
                      <a:pt x="1" y="173"/>
                    </a:lnTo>
                    <a:lnTo>
                      <a:pt x="69" y="173"/>
                    </a:lnTo>
                    <a:lnTo>
                      <a:pt x="394" y="194"/>
                    </a:lnTo>
                    <a:cubicBezTo>
                      <a:pt x="420" y="194"/>
                      <a:pt x="441" y="194"/>
                      <a:pt x="462" y="173"/>
                    </a:cubicBezTo>
                    <a:lnTo>
                      <a:pt x="703" y="84"/>
                    </a:lnTo>
                    <a:lnTo>
                      <a:pt x="724" y="84"/>
                    </a:lnTo>
                    <a:lnTo>
                      <a:pt x="724" y="63"/>
                    </a:lnTo>
                    <a:lnTo>
                      <a:pt x="745" y="63"/>
                    </a:lnTo>
                    <a:lnTo>
                      <a:pt x="745" y="42"/>
                    </a:lnTo>
                    <a:lnTo>
                      <a:pt x="745" y="21"/>
                    </a:lnTo>
                    <a:lnTo>
                      <a:pt x="724" y="21"/>
                    </a:lnTo>
                    <a:lnTo>
                      <a:pt x="70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8" name="Google Shape;1228;p38"/>
              <p:cNvSpPr/>
              <p:nvPr/>
            </p:nvSpPr>
            <p:spPr>
              <a:xfrm>
                <a:off x="3373139" y="2625209"/>
                <a:ext cx="96079" cy="14106"/>
              </a:xfrm>
              <a:custGeom>
                <a:avLst/>
                <a:gdLst/>
                <a:ahLst/>
                <a:cxnLst/>
                <a:rect l="l" t="t" r="r" b="b"/>
                <a:pathLst>
                  <a:path w="613" h="90" extrusionOk="0">
                    <a:moveTo>
                      <a:pt x="241" y="0"/>
                    </a:moveTo>
                    <a:lnTo>
                      <a:pt x="0" y="89"/>
                    </a:lnTo>
                    <a:lnTo>
                      <a:pt x="372" y="89"/>
                    </a:lnTo>
                    <a:lnTo>
                      <a:pt x="61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29" name="Google Shape;1229;p38"/>
              <p:cNvSpPr/>
              <p:nvPr/>
            </p:nvSpPr>
            <p:spPr>
              <a:xfrm>
                <a:off x="3363265" y="2618627"/>
                <a:ext cx="119902" cy="27272"/>
              </a:xfrm>
              <a:custGeom>
                <a:avLst/>
                <a:gdLst/>
                <a:ahLst/>
                <a:cxnLst/>
                <a:rect l="l" t="t" r="r" b="b"/>
                <a:pathLst>
                  <a:path w="765" h="174" extrusionOk="0">
                    <a:moveTo>
                      <a:pt x="283" y="0"/>
                    </a:moveTo>
                    <a:lnTo>
                      <a:pt x="42" y="84"/>
                    </a:lnTo>
                    <a:lnTo>
                      <a:pt x="21" y="105"/>
                    </a:lnTo>
                    <a:lnTo>
                      <a:pt x="0" y="131"/>
                    </a:lnTo>
                    <a:lnTo>
                      <a:pt x="21" y="152"/>
                    </a:lnTo>
                    <a:lnTo>
                      <a:pt x="21" y="173"/>
                    </a:lnTo>
                    <a:lnTo>
                      <a:pt x="477" y="173"/>
                    </a:lnTo>
                    <a:lnTo>
                      <a:pt x="718" y="84"/>
                    </a:lnTo>
                    <a:lnTo>
                      <a:pt x="739" y="63"/>
                    </a:lnTo>
                    <a:lnTo>
                      <a:pt x="765" y="63"/>
                    </a:lnTo>
                    <a:lnTo>
                      <a:pt x="765" y="42"/>
                    </a:lnTo>
                    <a:lnTo>
                      <a:pt x="739" y="21"/>
                    </a:lnTo>
                    <a:lnTo>
                      <a:pt x="718"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0" name="Google Shape;1230;p38"/>
              <p:cNvSpPr/>
              <p:nvPr/>
            </p:nvSpPr>
            <p:spPr>
              <a:xfrm>
                <a:off x="4091298" y="2383995"/>
                <a:ext cx="92944" cy="18808"/>
              </a:xfrm>
              <a:custGeom>
                <a:avLst/>
                <a:gdLst/>
                <a:ahLst/>
                <a:cxnLst/>
                <a:rect l="l" t="t" r="r" b="b"/>
                <a:pathLst>
                  <a:path w="593" h="120" extrusionOk="0">
                    <a:moveTo>
                      <a:pt x="269" y="1"/>
                    </a:moveTo>
                    <a:cubicBezTo>
                      <a:pt x="262" y="1"/>
                      <a:pt x="262" y="10"/>
                      <a:pt x="262" y="10"/>
                    </a:cubicBezTo>
                    <a:lnTo>
                      <a:pt x="0" y="99"/>
                    </a:lnTo>
                    <a:lnTo>
                      <a:pt x="309" y="120"/>
                    </a:lnTo>
                    <a:lnTo>
                      <a:pt x="330" y="120"/>
                    </a:lnTo>
                    <a:lnTo>
                      <a:pt x="571" y="31"/>
                    </a:lnTo>
                    <a:cubicBezTo>
                      <a:pt x="592" y="10"/>
                      <a:pt x="592" y="10"/>
                      <a:pt x="571" y="10"/>
                    </a:cubicBezTo>
                    <a:lnTo>
                      <a:pt x="283" y="10"/>
                    </a:lnTo>
                    <a:cubicBezTo>
                      <a:pt x="276" y="3"/>
                      <a:pt x="272" y="1"/>
                      <a:pt x="269" y="1"/>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1" name="Google Shape;1231;p38"/>
              <p:cNvSpPr/>
              <p:nvPr/>
            </p:nvSpPr>
            <p:spPr>
              <a:xfrm>
                <a:off x="4081424" y="2377412"/>
                <a:ext cx="112692" cy="31974"/>
              </a:xfrm>
              <a:custGeom>
                <a:avLst/>
                <a:gdLst/>
                <a:ahLst/>
                <a:cxnLst/>
                <a:rect l="l" t="t" r="r" b="b"/>
                <a:pathLst>
                  <a:path w="719" h="204" extrusionOk="0">
                    <a:moveTo>
                      <a:pt x="346" y="73"/>
                    </a:moveTo>
                    <a:lnTo>
                      <a:pt x="435" y="99"/>
                    </a:lnTo>
                    <a:lnTo>
                      <a:pt x="372" y="120"/>
                    </a:lnTo>
                    <a:lnTo>
                      <a:pt x="262" y="120"/>
                    </a:lnTo>
                    <a:lnTo>
                      <a:pt x="346" y="73"/>
                    </a:lnTo>
                    <a:close/>
                    <a:moveTo>
                      <a:pt x="314" y="1"/>
                    </a:moveTo>
                    <a:cubicBezTo>
                      <a:pt x="307" y="1"/>
                      <a:pt x="297" y="3"/>
                      <a:pt x="283" y="10"/>
                    </a:cubicBezTo>
                    <a:lnTo>
                      <a:pt x="43" y="99"/>
                    </a:lnTo>
                    <a:lnTo>
                      <a:pt x="22" y="99"/>
                    </a:lnTo>
                    <a:lnTo>
                      <a:pt x="22" y="120"/>
                    </a:lnTo>
                    <a:lnTo>
                      <a:pt x="1" y="120"/>
                    </a:lnTo>
                    <a:lnTo>
                      <a:pt x="1" y="141"/>
                    </a:lnTo>
                    <a:lnTo>
                      <a:pt x="22" y="162"/>
                    </a:lnTo>
                    <a:lnTo>
                      <a:pt x="22" y="183"/>
                    </a:lnTo>
                    <a:lnTo>
                      <a:pt x="63" y="183"/>
                    </a:lnTo>
                    <a:lnTo>
                      <a:pt x="372" y="204"/>
                    </a:lnTo>
                    <a:cubicBezTo>
                      <a:pt x="393" y="204"/>
                      <a:pt x="393" y="204"/>
                      <a:pt x="435" y="183"/>
                    </a:cubicBezTo>
                    <a:lnTo>
                      <a:pt x="676" y="99"/>
                    </a:lnTo>
                    <a:lnTo>
                      <a:pt x="697" y="99"/>
                    </a:lnTo>
                    <a:lnTo>
                      <a:pt x="697" y="73"/>
                    </a:lnTo>
                    <a:lnTo>
                      <a:pt x="718" y="52"/>
                    </a:lnTo>
                    <a:lnTo>
                      <a:pt x="697" y="31"/>
                    </a:lnTo>
                    <a:lnTo>
                      <a:pt x="676" y="31"/>
                    </a:lnTo>
                    <a:lnTo>
                      <a:pt x="655" y="10"/>
                    </a:lnTo>
                    <a:lnTo>
                      <a:pt x="346" y="10"/>
                    </a:lnTo>
                    <a:cubicBezTo>
                      <a:pt x="332" y="10"/>
                      <a:pt x="328" y="1"/>
                      <a:pt x="31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2" name="Google Shape;1232;p38"/>
              <p:cNvSpPr/>
              <p:nvPr/>
            </p:nvSpPr>
            <p:spPr>
              <a:xfrm>
                <a:off x="4037068" y="2404527"/>
                <a:ext cx="92160" cy="18808"/>
              </a:xfrm>
              <a:custGeom>
                <a:avLst/>
                <a:gdLst/>
                <a:ahLst/>
                <a:cxnLst/>
                <a:rect l="l" t="t" r="r" b="b"/>
                <a:pathLst>
                  <a:path w="588" h="120" extrusionOk="0">
                    <a:moveTo>
                      <a:pt x="269" y="1"/>
                    </a:moveTo>
                    <a:cubicBezTo>
                      <a:pt x="263" y="1"/>
                      <a:pt x="263" y="10"/>
                      <a:pt x="263" y="10"/>
                    </a:cubicBezTo>
                    <a:lnTo>
                      <a:pt x="1" y="99"/>
                    </a:lnTo>
                    <a:lnTo>
                      <a:pt x="305" y="120"/>
                    </a:lnTo>
                    <a:lnTo>
                      <a:pt x="326" y="120"/>
                    </a:lnTo>
                    <a:lnTo>
                      <a:pt x="587" y="10"/>
                    </a:lnTo>
                    <a:lnTo>
                      <a:pt x="284" y="10"/>
                    </a:lnTo>
                    <a:cubicBezTo>
                      <a:pt x="277" y="3"/>
                      <a:pt x="272" y="1"/>
                      <a:pt x="269" y="1"/>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3" name="Google Shape;1233;p38"/>
              <p:cNvSpPr/>
              <p:nvPr/>
            </p:nvSpPr>
            <p:spPr>
              <a:xfrm>
                <a:off x="4026410" y="2397945"/>
                <a:ext cx="113476" cy="31974"/>
              </a:xfrm>
              <a:custGeom>
                <a:avLst/>
                <a:gdLst/>
                <a:ahLst/>
                <a:cxnLst/>
                <a:rect l="l" t="t" r="r" b="b"/>
                <a:pathLst>
                  <a:path w="724" h="204" extrusionOk="0">
                    <a:moveTo>
                      <a:pt x="352" y="73"/>
                    </a:moveTo>
                    <a:lnTo>
                      <a:pt x="435" y="99"/>
                    </a:lnTo>
                    <a:lnTo>
                      <a:pt x="373" y="120"/>
                    </a:lnTo>
                    <a:lnTo>
                      <a:pt x="284" y="120"/>
                    </a:lnTo>
                    <a:lnTo>
                      <a:pt x="352" y="73"/>
                    </a:lnTo>
                    <a:close/>
                    <a:moveTo>
                      <a:pt x="317" y="1"/>
                    </a:moveTo>
                    <a:cubicBezTo>
                      <a:pt x="310" y="1"/>
                      <a:pt x="299" y="3"/>
                      <a:pt x="284" y="10"/>
                    </a:cubicBezTo>
                    <a:lnTo>
                      <a:pt x="43" y="99"/>
                    </a:lnTo>
                    <a:lnTo>
                      <a:pt x="22" y="120"/>
                    </a:lnTo>
                    <a:lnTo>
                      <a:pt x="1" y="120"/>
                    </a:lnTo>
                    <a:lnTo>
                      <a:pt x="1" y="141"/>
                    </a:lnTo>
                    <a:lnTo>
                      <a:pt x="22" y="162"/>
                    </a:lnTo>
                    <a:lnTo>
                      <a:pt x="22" y="183"/>
                    </a:lnTo>
                    <a:lnTo>
                      <a:pt x="69" y="183"/>
                    </a:lnTo>
                    <a:lnTo>
                      <a:pt x="373" y="204"/>
                    </a:lnTo>
                    <a:cubicBezTo>
                      <a:pt x="394" y="204"/>
                      <a:pt x="394" y="204"/>
                      <a:pt x="435" y="183"/>
                    </a:cubicBezTo>
                    <a:lnTo>
                      <a:pt x="676" y="99"/>
                    </a:lnTo>
                    <a:lnTo>
                      <a:pt x="697" y="99"/>
                    </a:lnTo>
                    <a:lnTo>
                      <a:pt x="723" y="73"/>
                    </a:lnTo>
                    <a:lnTo>
                      <a:pt x="723" y="52"/>
                    </a:lnTo>
                    <a:lnTo>
                      <a:pt x="697" y="31"/>
                    </a:lnTo>
                    <a:lnTo>
                      <a:pt x="676" y="31"/>
                    </a:lnTo>
                    <a:lnTo>
                      <a:pt x="676" y="10"/>
                    </a:lnTo>
                    <a:lnTo>
                      <a:pt x="352" y="10"/>
                    </a:lnTo>
                    <a:cubicBezTo>
                      <a:pt x="338" y="10"/>
                      <a:pt x="333" y="1"/>
                      <a:pt x="31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4" name="Google Shape;1234;p38"/>
              <p:cNvSpPr/>
              <p:nvPr/>
            </p:nvSpPr>
            <p:spPr>
              <a:xfrm>
                <a:off x="3982054" y="2423179"/>
                <a:ext cx="92160" cy="20689"/>
              </a:xfrm>
              <a:custGeom>
                <a:avLst/>
                <a:gdLst/>
                <a:ahLst/>
                <a:cxnLst/>
                <a:rect l="l" t="t" r="r" b="b"/>
                <a:pathLst>
                  <a:path w="588" h="132" extrusionOk="0">
                    <a:moveTo>
                      <a:pt x="284" y="1"/>
                    </a:moveTo>
                    <a:cubicBezTo>
                      <a:pt x="263" y="1"/>
                      <a:pt x="263" y="22"/>
                      <a:pt x="263" y="22"/>
                    </a:cubicBezTo>
                    <a:lnTo>
                      <a:pt x="1" y="111"/>
                    </a:lnTo>
                    <a:lnTo>
                      <a:pt x="22" y="111"/>
                    </a:lnTo>
                    <a:lnTo>
                      <a:pt x="305" y="132"/>
                    </a:lnTo>
                    <a:lnTo>
                      <a:pt x="326" y="132"/>
                    </a:lnTo>
                    <a:lnTo>
                      <a:pt x="587" y="22"/>
                    </a:lnTo>
                    <a:lnTo>
                      <a:pt x="284"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5" name="Google Shape;1235;p38"/>
              <p:cNvSpPr/>
              <p:nvPr/>
            </p:nvSpPr>
            <p:spPr>
              <a:xfrm>
                <a:off x="3971396" y="2418477"/>
                <a:ext cx="113476" cy="31974"/>
              </a:xfrm>
              <a:custGeom>
                <a:avLst/>
                <a:gdLst/>
                <a:ahLst/>
                <a:cxnLst/>
                <a:rect l="l" t="t" r="r" b="b"/>
                <a:pathLst>
                  <a:path w="724" h="204" extrusionOk="0">
                    <a:moveTo>
                      <a:pt x="352" y="73"/>
                    </a:moveTo>
                    <a:lnTo>
                      <a:pt x="441" y="99"/>
                    </a:lnTo>
                    <a:lnTo>
                      <a:pt x="373" y="120"/>
                    </a:lnTo>
                    <a:lnTo>
                      <a:pt x="289" y="120"/>
                    </a:lnTo>
                    <a:lnTo>
                      <a:pt x="352" y="73"/>
                    </a:lnTo>
                    <a:close/>
                    <a:moveTo>
                      <a:pt x="319" y="1"/>
                    </a:moveTo>
                    <a:cubicBezTo>
                      <a:pt x="312" y="1"/>
                      <a:pt x="303" y="3"/>
                      <a:pt x="289" y="10"/>
                    </a:cubicBezTo>
                    <a:lnTo>
                      <a:pt x="48" y="99"/>
                    </a:lnTo>
                    <a:lnTo>
                      <a:pt x="27" y="120"/>
                    </a:lnTo>
                    <a:lnTo>
                      <a:pt x="1" y="120"/>
                    </a:lnTo>
                    <a:lnTo>
                      <a:pt x="1" y="141"/>
                    </a:lnTo>
                    <a:lnTo>
                      <a:pt x="1" y="162"/>
                    </a:lnTo>
                    <a:lnTo>
                      <a:pt x="27" y="162"/>
                    </a:lnTo>
                    <a:lnTo>
                      <a:pt x="27" y="183"/>
                    </a:lnTo>
                    <a:lnTo>
                      <a:pt x="69" y="183"/>
                    </a:lnTo>
                    <a:lnTo>
                      <a:pt x="373" y="204"/>
                    </a:lnTo>
                    <a:cubicBezTo>
                      <a:pt x="394" y="204"/>
                      <a:pt x="420" y="204"/>
                      <a:pt x="441" y="183"/>
                    </a:cubicBezTo>
                    <a:lnTo>
                      <a:pt x="682" y="99"/>
                    </a:lnTo>
                    <a:lnTo>
                      <a:pt x="703" y="99"/>
                    </a:lnTo>
                    <a:lnTo>
                      <a:pt x="703" y="73"/>
                    </a:lnTo>
                    <a:lnTo>
                      <a:pt x="724" y="73"/>
                    </a:lnTo>
                    <a:lnTo>
                      <a:pt x="724" y="52"/>
                    </a:lnTo>
                    <a:lnTo>
                      <a:pt x="703" y="31"/>
                    </a:lnTo>
                    <a:lnTo>
                      <a:pt x="682" y="10"/>
                    </a:lnTo>
                    <a:lnTo>
                      <a:pt x="352" y="10"/>
                    </a:lnTo>
                    <a:cubicBezTo>
                      <a:pt x="338" y="10"/>
                      <a:pt x="333" y="1"/>
                      <a:pt x="31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6" name="Google Shape;1236;p38"/>
              <p:cNvSpPr/>
              <p:nvPr/>
            </p:nvSpPr>
            <p:spPr>
              <a:xfrm>
                <a:off x="3927197" y="2443711"/>
                <a:ext cx="92787" cy="20689"/>
              </a:xfrm>
              <a:custGeom>
                <a:avLst/>
                <a:gdLst/>
                <a:ahLst/>
                <a:cxnLst/>
                <a:rect l="l" t="t" r="r" b="b"/>
                <a:pathLst>
                  <a:path w="592" h="132" extrusionOk="0">
                    <a:moveTo>
                      <a:pt x="283" y="1"/>
                    </a:moveTo>
                    <a:cubicBezTo>
                      <a:pt x="283" y="1"/>
                      <a:pt x="262" y="1"/>
                      <a:pt x="262" y="22"/>
                    </a:cubicBezTo>
                    <a:lnTo>
                      <a:pt x="0" y="111"/>
                    </a:lnTo>
                    <a:lnTo>
                      <a:pt x="21" y="111"/>
                    </a:lnTo>
                    <a:lnTo>
                      <a:pt x="330" y="132"/>
                    </a:lnTo>
                    <a:cubicBezTo>
                      <a:pt x="330" y="132"/>
                      <a:pt x="351" y="132"/>
                      <a:pt x="351" y="111"/>
                    </a:cubicBezTo>
                    <a:lnTo>
                      <a:pt x="592" y="22"/>
                    </a:lnTo>
                    <a:lnTo>
                      <a:pt x="283"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7" name="Google Shape;1237;p38"/>
              <p:cNvSpPr/>
              <p:nvPr/>
            </p:nvSpPr>
            <p:spPr>
              <a:xfrm>
                <a:off x="3917322" y="2437128"/>
                <a:ext cx="112536" cy="33855"/>
              </a:xfrm>
              <a:custGeom>
                <a:avLst/>
                <a:gdLst/>
                <a:ahLst/>
                <a:cxnLst/>
                <a:rect l="l" t="t" r="r" b="b"/>
                <a:pathLst>
                  <a:path w="718" h="216" extrusionOk="0">
                    <a:moveTo>
                      <a:pt x="346" y="85"/>
                    </a:moveTo>
                    <a:lnTo>
                      <a:pt x="435" y="111"/>
                    </a:lnTo>
                    <a:lnTo>
                      <a:pt x="393" y="132"/>
                    </a:lnTo>
                    <a:lnTo>
                      <a:pt x="283" y="132"/>
                    </a:lnTo>
                    <a:lnTo>
                      <a:pt x="346" y="85"/>
                    </a:lnTo>
                    <a:close/>
                    <a:moveTo>
                      <a:pt x="346" y="1"/>
                    </a:moveTo>
                    <a:cubicBezTo>
                      <a:pt x="325" y="1"/>
                      <a:pt x="325" y="1"/>
                      <a:pt x="283" y="22"/>
                    </a:cubicBezTo>
                    <a:lnTo>
                      <a:pt x="42" y="111"/>
                    </a:lnTo>
                    <a:lnTo>
                      <a:pt x="21" y="111"/>
                    </a:lnTo>
                    <a:lnTo>
                      <a:pt x="21" y="132"/>
                    </a:lnTo>
                    <a:lnTo>
                      <a:pt x="0" y="132"/>
                    </a:lnTo>
                    <a:lnTo>
                      <a:pt x="0" y="153"/>
                    </a:lnTo>
                    <a:lnTo>
                      <a:pt x="21" y="174"/>
                    </a:lnTo>
                    <a:lnTo>
                      <a:pt x="42" y="195"/>
                    </a:lnTo>
                    <a:lnTo>
                      <a:pt x="84" y="195"/>
                    </a:lnTo>
                    <a:lnTo>
                      <a:pt x="372" y="216"/>
                    </a:lnTo>
                    <a:cubicBezTo>
                      <a:pt x="393" y="216"/>
                      <a:pt x="414" y="216"/>
                      <a:pt x="435" y="195"/>
                    </a:cubicBezTo>
                    <a:lnTo>
                      <a:pt x="697" y="111"/>
                    </a:lnTo>
                    <a:lnTo>
                      <a:pt x="718" y="85"/>
                    </a:lnTo>
                    <a:lnTo>
                      <a:pt x="718" y="64"/>
                    </a:lnTo>
                    <a:lnTo>
                      <a:pt x="718" y="43"/>
                    </a:lnTo>
                    <a:lnTo>
                      <a:pt x="697" y="43"/>
                    </a:lnTo>
                    <a:lnTo>
                      <a:pt x="697" y="22"/>
                    </a:lnTo>
                    <a:lnTo>
                      <a:pt x="655" y="22"/>
                    </a:lnTo>
                    <a:lnTo>
                      <a:pt x="34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8" name="Google Shape;1238;p38"/>
              <p:cNvSpPr/>
              <p:nvPr/>
            </p:nvSpPr>
            <p:spPr>
              <a:xfrm>
                <a:off x="3876258" y="2464243"/>
                <a:ext cx="88712" cy="17398"/>
              </a:xfrm>
              <a:custGeom>
                <a:avLst/>
                <a:gdLst/>
                <a:ahLst/>
                <a:cxnLst/>
                <a:rect l="l" t="t" r="r" b="b"/>
                <a:pathLst>
                  <a:path w="566" h="111" extrusionOk="0">
                    <a:moveTo>
                      <a:pt x="262" y="1"/>
                    </a:moveTo>
                    <a:cubicBezTo>
                      <a:pt x="262" y="1"/>
                      <a:pt x="241" y="1"/>
                      <a:pt x="241" y="22"/>
                    </a:cubicBezTo>
                    <a:lnTo>
                      <a:pt x="0" y="111"/>
                    </a:lnTo>
                    <a:lnTo>
                      <a:pt x="325" y="111"/>
                    </a:lnTo>
                    <a:lnTo>
                      <a:pt x="566" y="22"/>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39" name="Google Shape;1239;p38"/>
              <p:cNvSpPr/>
              <p:nvPr/>
            </p:nvSpPr>
            <p:spPr>
              <a:xfrm>
                <a:off x="3862309" y="2457660"/>
                <a:ext cx="116768" cy="31974"/>
              </a:xfrm>
              <a:custGeom>
                <a:avLst/>
                <a:gdLst/>
                <a:ahLst/>
                <a:cxnLst/>
                <a:rect l="l" t="t" r="r" b="b"/>
                <a:pathLst>
                  <a:path w="745" h="204" extrusionOk="0">
                    <a:moveTo>
                      <a:pt x="461" y="85"/>
                    </a:moveTo>
                    <a:lnTo>
                      <a:pt x="393" y="132"/>
                    </a:lnTo>
                    <a:lnTo>
                      <a:pt x="283" y="111"/>
                    </a:lnTo>
                    <a:lnTo>
                      <a:pt x="351" y="85"/>
                    </a:lnTo>
                    <a:close/>
                    <a:moveTo>
                      <a:pt x="351" y="1"/>
                    </a:moveTo>
                    <a:cubicBezTo>
                      <a:pt x="330" y="1"/>
                      <a:pt x="330" y="1"/>
                      <a:pt x="304" y="22"/>
                    </a:cubicBezTo>
                    <a:lnTo>
                      <a:pt x="42" y="111"/>
                    </a:lnTo>
                    <a:lnTo>
                      <a:pt x="21" y="111"/>
                    </a:lnTo>
                    <a:lnTo>
                      <a:pt x="21" y="132"/>
                    </a:lnTo>
                    <a:lnTo>
                      <a:pt x="0" y="153"/>
                    </a:lnTo>
                    <a:lnTo>
                      <a:pt x="21" y="153"/>
                    </a:lnTo>
                    <a:lnTo>
                      <a:pt x="21" y="174"/>
                    </a:lnTo>
                    <a:lnTo>
                      <a:pt x="42" y="195"/>
                    </a:lnTo>
                    <a:lnTo>
                      <a:pt x="393" y="195"/>
                    </a:lnTo>
                    <a:cubicBezTo>
                      <a:pt x="407" y="195"/>
                      <a:pt x="412" y="204"/>
                      <a:pt x="427" y="204"/>
                    </a:cubicBezTo>
                    <a:cubicBezTo>
                      <a:pt x="435" y="204"/>
                      <a:pt x="446" y="202"/>
                      <a:pt x="461" y="195"/>
                    </a:cubicBezTo>
                    <a:lnTo>
                      <a:pt x="697" y="111"/>
                    </a:lnTo>
                    <a:lnTo>
                      <a:pt x="723" y="85"/>
                    </a:lnTo>
                    <a:lnTo>
                      <a:pt x="744" y="64"/>
                    </a:lnTo>
                    <a:lnTo>
                      <a:pt x="723" y="43"/>
                    </a:lnTo>
                    <a:lnTo>
                      <a:pt x="697" y="22"/>
                    </a:lnTo>
                    <a:lnTo>
                      <a:pt x="655" y="22"/>
                    </a:lnTo>
                    <a:lnTo>
                      <a:pt x="35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0" name="Google Shape;1240;p38"/>
              <p:cNvSpPr/>
              <p:nvPr/>
            </p:nvSpPr>
            <p:spPr>
              <a:xfrm>
                <a:off x="3821244" y="2484775"/>
                <a:ext cx="92944" cy="17398"/>
              </a:xfrm>
              <a:custGeom>
                <a:avLst/>
                <a:gdLst/>
                <a:ahLst/>
                <a:cxnLst/>
                <a:rect l="l" t="t" r="r" b="b"/>
                <a:pathLst>
                  <a:path w="593" h="111" extrusionOk="0">
                    <a:moveTo>
                      <a:pt x="241" y="1"/>
                    </a:moveTo>
                    <a:lnTo>
                      <a:pt x="1" y="111"/>
                    </a:lnTo>
                    <a:lnTo>
                      <a:pt x="351" y="111"/>
                    </a:lnTo>
                    <a:lnTo>
                      <a:pt x="592" y="22"/>
                    </a:lnTo>
                    <a:lnTo>
                      <a:pt x="262"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1" name="Google Shape;1241;p38"/>
              <p:cNvSpPr/>
              <p:nvPr/>
            </p:nvSpPr>
            <p:spPr>
              <a:xfrm>
                <a:off x="3811370" y="2478193"/>
                <a:ext cx="112692" cy="30563"/>
              </a:xfrm>
              <a:custGeom>
                <a:avLst/>
                <a:gdLst/>
                <a:ahLst/>
                <a:cxnLst/>
                <a:rect l="l" t="t" r="r" b="b"/>
                <a:pathLst>
                  <a:path w="719" h="195" extrusionOk="0">
                    <a:moveTo>
                      <a:pt x="435" y="85"/>
                    </a:moveTo>
                    <a:lnTo>
                      <a:pt x="367" y="111"/>
                    </a:lnTo>
                    <a:lnTo>
                      <a:pt x="283" y="111"/>
                    </a:lnTo>
                    <a:lnTo>
                      <a:pt x="346" y="85"/>
                    </a:lnTo>
                    <a:close/>
                    <a:moveTo>
                      <a:pt x="346" y="1"/>
                    </a:moveTo>
                    <a:cubicBezTo>
                      <a:pt x="325" y="1"/>
                      <a:pt x="304" y="1"/>
                      <a:pt x="283" y="22"/>
                    </a:cubicBezTo>
                    <a:lnTo>
                      <a:pt x="22" y="111"/>
                    </a:lnTo>
                    <a:lnTo>
                      <a:pt x="1" y="132"/>
                    </a:lnTo>
                    <a:lnTo>
                      <a:pt x="1" y="153"/>
                    </a:lnTo>
                    <a:lnTo>
                      <a:pt x="1" y="174"/>
                    </a:lnTo>
                    <a:lnTo>
                      <a:pt x="22" y="174"/>
                    </a:lnTo>
                    <a:lnTo>
                      <a:pt x="43" y="195"/>
                    </a:lnTo>
                    <a:lnTo>
                      <a:pt x="435" y="195"/>
                    </a:lnTo>
                    <a:lnTo>
                      <a:pt x="676" y="111"/>
                    </a:lnTo>
                    <a:lnTo>
                      <a:pt x="697" y="85"/>
                    </a:lnTo>
                    <a:lnTo>
                      <a:pt x="718" y="85"/>
                    </a:lnTo>
                    <a:lnTo>
                      <a:pt x="718" y="64"/>
                    </a:lnTo>
                    <a:lnTo>
                      <a:pt x="718" y="43"/>
                    </a:lnTo>
                    <a:lnTo>
                      <a:pt x="697" y="22"/>
                    </a:lnTo>
                    <a:lnTo>
                      <a:pt x="655" y="22"/>
                    </a:lnTo>
                    <a:lnTo>
                      <a:pt x="34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2" name="Google Shape;1242;p38"/>
              <p:cNvSpPr/>
              <p:nvPr/>
            </p:nvSpPr>
            <p:spPr>
              <a:xfrm>
                <a:off x="3766230" y="2505308"/>
                <a:ext cx="92944" cy="17398"/>
              </a:xfrm>
              <a:custGeom>
                <a:avLst/>
                <a:gdLst/>
                <a:ahLst/>
                <a:cxnLst/>
                <a:rect l="l" t="t" r="r" b="b"/>
                <a:pathLst>
                  <a:path w="593" h="111" extrusionOk="0">
                    <a:moveTo>
                      <a:pt x="263" y="1"/>
                    </a:moveTo>
                    <a:lnTo>
                      <a:pt x="1" y="111"/>
                    </a:lnTo>
                    <a:lnTo>
                      <a:pt x="352" y="111"/>
                    </a:lnTo>
                    <a:lnTo>
                      <a:pt x="592" y="22"/>
                    </a:lnTo>
                    <a:lnTo>
                      <a:pt x="289"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3" name="Google Shape;1243;p38"/>
              <p:cNvSpPr/>
              <p:nvPr/>
            </p:nvSpPr>
            <p:spPr>
              <a:xfrm>
                <a:off x="3756356" y="2498725"/>
                <a:ext cx="116768" cy="30563"/>
              </a:xfrm>
              <a:custGeom>
                <a:avLst/>
                <a:gdLst/>
                <a:ahLst/>
                <a:cxnLst/>
                <a:rect l="l" t="t" r="r" b="b"/>
                <a:pathLst>
                  <a:path w="745" h="195" extrusionOk="0">
                    <a:moveTo>
                      <a:pt x="435" y="84"/>
                    </a:moveTo>
                    <a:lnTo>
                      <a:pt x="394" y="111"/>
                    </a:lnTo>
                    <a:lnTo>
                      <a:pt x="284" y="111"/>
                    </a:lnTo>
                    <a:lnTo>
                      <a:pt x="352" y="84"/>
                    </a:lnTo>
                    <a:close/>
                    <a:moveTo>
                      <a:pt x="352" y="1"/>
                    </a:moveTo>
                    <a:cubicBezTo>
                      <a:pt x="326" y="1"/>
                      <a:pt x="326" y="1"/>
                      <a:pt x="284" y="22"/>
                    </a:cubicBezTo>
                    <a:lnTo>
                      <a:pt x="43" y="111"/>
                    </a:lnTo>
                    <a:lnTo>
                      <a:pt x="22" y="111"/>
                    </a:lnTo>
                    <a:lnTo>
                      <a:pt x="1" y="132"/>
                    </a:lnTo>
                    <a:lnTo>
                      <a:pt x="1" y="153"/>
                    </a:lnTo>
                    <a:lnTo>
                      <a:pt x="22" y="174"/>
                    </a:lnTo>
                    <a:lnTo>
                      <a:pt x="43" y="174"/>
                    </a:lnTo>
                    <a:lnTo>
                      <a:pt x="64" y="194"/>
                    </a:lnTo>
                    <a:lnTo>
                      <a:pt x="456" y="194"/>
                    </a:lnTo>
                    <a:lnTo>
                      <a:pt x="697" y="84"/>
                    </a:lnTo>
                    <a:lnTo>
                      <a:pt x="718" y="84"/>
                    </a:lnTo>
                    <a:lnTo>
                      <a:pt x="718" y="64"/>
                    </a:lnTo>
                    <a:lnTo>
                      <a:pt x="744" y="64"/>
                    </a:lnTo>
                    <a:lnTo>
                      <a:pt x="718" y="43"/>
                    </a:lnTo>
                    <a:lnTo>
                      <a:pt x="697" y="22"/>
                    </a:lnTo>
                    <a:lnTo>
                      <a:pt x="655" y="22"/>
                    </a:lnTo>
                    <a:lnTo>
                      <a:pt x="35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4" name="Google Shape;1244;p38"/>
              <p:cNvSpPr/>
              <p:nvPr/>
            </p:nvSpPr>
            <p:spPr>
              <a:xfrm>
                <a:off x="3715291" y="2525840"/>
                <a:ext cx="92160" cy="17398"/>
              </a:xfrm>
              <a:custGeom>
                <a:avLst/>
                <a:gdLst/>
                <a:ahLst/>
                <a:cxnLst/>
                <a:rect l="l" t="t" r="r" b="b"/>
                <a:pathLst>
                  <a:path w="588" h="111" extrusionOk="0">
                    <a:moveTo>
                      <a:pt x="242" y="1"/>
                    </a:moveTo>
                    <a:lnTo>
                      <a:pt x="1" y="90"/>
                    </a:lnTo>
                    <a:lnTo>
                      <a:pt x="1" y="111"/>
                    </a:lnTo>
                    <a:lnTo>
                      <a:pt x="352" y="111"/>
                    </a:lnTo>
                    <a:lnTo>
                      <a:pt x="588" y="21"/>
                    </a:lnTo>
                    <a:lnTo>
                      <a:pt x="588"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5" name="Google Shape;1245;p38"/>
              <p:cNvSpPr/>
              <p:nvPr/>
            </p:nvSpPr>
            <p:spPr>
              <a:xfrm>
                <a:off x="3704633" y="2519257"/>
                <a:ext cx="113476" cy="30563"/>
              </a:xfrm>
              <a:custGeom>
                <a:avLst/>
                <a:gdLst/>
                <a:ahLst/>
                <a:cxnLst/>
                <a:rect l="l" t="t" r="r" b="b"/>
                <a:pathLst>
                  <a:path w="724" h="195" extrusionOk="0">
                    <a:moveTo>
                      <a:pt x="441" y="84"/>
                    </a:moveTo>
                    <a:lnTo>
                      <a:pt x="394" y="111"/>
                    </a:lnTo>
                    <a:lnTo>
                      <a:pt x="289" y="111"/>
                    </a:lnTo>
                    <a:lnTo>
                      <a:pt x="331" y="84"/>
                    </a:lnTo>
                    <a:close/>
                    <a:moveTo>
                      <a:pt x="289" y="1"/>
                    </a:moveTo>
                    <a:lnTo>
                      <a:pt x="27" y="111"/>
                    </a:lnTo>
                    <a:lnTo>
                      <a:pt x="1" y="111"/>
                    </a:lnTo>
                    <a:lnTo>
                      <a:pt x="1" y="132"/>
                    </a:lnTo>
                    <a:lnTo>
                      <a:pt x="1" y="153"/>
                    </a:lnTo>
                    <a:lnTo>
                      <a:pt x="1" y="173"/>
                    </a:lnTo>
                    <a:lnTo>
                      <a:pt x="48" y="173"/>
                    </a:lnTo>
                    <a:lnTo>
                      <a:pt x="69" y="194"/>
                    </a:lnTo>
                    <a:lnTo>
                      <a:pt x="373" y="194"/>
                    </a:lnTo>
                    <a:cubicBezTo>
                      <a:pt x="394" y="194"/>
                      <a:pt x="420" y="194"/>
                      <a:pt x="441" y="173"/>
                    </a:cubicBezTo>
                    <a:lnTo>
                      <a:pt x="682" y="84"/>
                    </a:lnTo>
                    <a:lnTo>
                      <a:pt x="703" y="84"/>
                    </a:lnTo>
                    <a:lnTo>
                      <a:pt x="724" y="63"/>
                    </a:lnTo>
                    <a:lnTo>
                      <a:pt x="724" y="43"/>
                    </a:lnTo>
                    <a:lnTo>
                      <a:pt x="703" y="22"/>
                    </a:lnTo>
                    <a:lnTo>
                      <a:pt x="682" y="22"/>
                    </a:lnTo>
                    <a:lnTo>
                      <a:pt x="65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6" name="Google Shape;1246;p38"/>
              <p:cNvSpPr/>
              <p:nvPr/>
            </p:nvSpPr>
            <p:spPr>
              <a:xfrm>
                <a:off x="3660434" y="2546372"/>
                <a:ext cx="92787" cy="17398"/>
              </a:xfrm>
              <a:custGeom>
                <a:avLst/>
                <a:gdLst/>
                <a:ahLst/>
                <a:cxnLst/>
                <a:rect l="l" t="t" r="r" b="b"/>
                <a:pathLst>
                  <a:path w="592" h="111" extrusionOk="0">
                    <a:moveTo>
                      <a:pt x="241" y="0"/>
                    </a:moveTo>
                    <a:lnTo>
                      <a:pt x="0" y="89"/>
                    </a:lnTo>
                    <a:lnTo>
                      <a:pt x="21" y="89"/>
                    </a:lnTo>
                    <a:lnTo>
                      <a:pt x="330" y="110"/>
                    </a:lnTo>
                    <a:cubicBezTo>
                      <a:pt x="351" y="110"/>
                      <a:pt x="351" y="110"/>
                      <a:pt x="351" y="89"/>
                    </a:cubicBezTo>
                    <a:lnTo>
                      <a:pt x="592"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7" name="Google Shape;1247;p38"/>
              <p:cNvSpPr/>
              <p:nvPr/>
            </p:nvSpPr>
            <p:spPr>
              <a:xfrm>
                <a:off x="3650560" y="2539789"/>
                <a:ext cx="115827" cy="30563"/>
              </a:xfrm>
              <a:custGeom>
                <a:avLst/>
                <a:gdLst/>
                <a:ahLst/>
                <a:cxnLst/>
                <a:rect l="l" t="t" r="r" b="b"/>
                <a:pathLst>
                  <a:path w="739" h="195" extrusionOk="0">
                    <a:moveTo>
                      <a:pt x="435" y="84"/>
                    </a:moveTo>
                    <a:lnTo>
                      <a:pt x="393" y="111"/>
                    </a:lnTo>
                    <a:lnTo>
                      <a:pt x="304" y="111"/>
                    </a:lnTo>
                    <a:lnTo>
                      <a:pt x="346" y="84"/>
                    </a:lnTo>
                    <a:close/>
                    <a:moveTo>
                      <a:pt x="283" y="1"/>
                    </a:moveTo>
                    <a:lnTo>
                      <a:pt x="42" y="111"/>
                    </a:lnTo>
                    <a:lnTo>
                      <a:pt x="21" y="111"/>
                    </a:lnTo>
                    <a:lnTo>
                      <a:pt x="0" y="131"/>
                    </a:lnTo>
                    <a:lnTo>
                      <a:pt x="0" y="152"/>
                    </a:lnTo>
                    <a:lnTo>
                      <a:pt x="21" y="173"/>
                    </a:lnTo>
                    <a:lnTo>
                      <a:pt x="84" y="173"/>
                    </a:lnTo>
                    <a:lnTo>
                      <a:pt x="393" y="194"/>
                    </a:lnTo>
                    <a:cubicBezTo>
                      <a:pt x="414" y="194"/>
                      <a:pt x="414" y="194"/>
                      <a:pt x="456" y="173"/>
                    </a:cubicBezTo>
                    <a:lnTo>
                      <a:pt x="697" y="84"/>
                    </a:lnTo>
                    <a:lnTo>
                      <a:pt x="718" y="84"/>
                    </a:lnTo>
                    <a:lnTo>
                      <a:pt x="718" y="63"/>
                    </a:lnTo>
                    <a:lnTo>
                      <a:pt x="739" y="42"/>
                    </a:lnTo>
                    <a:lnTo>
                      <a:pt x="718" y="42"/>
                    </a:lnTo>
                    <a:lnTo>
                      <a:pt x="718" y="22"/>
                    </a:lnTo>
                    <a:lnTo>
                      <a:pt x="697" y="22"/>
                    </a:lnTo>
                    <a:lnTo>
                      <a:pt x="69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8" name="Google Shape;1248;p38"/>
              <p:cNvSpPr/>
              <p:nvPr/>
            </p:nvSpPr>
            <p:spPr>
              <a:xfrm>
                <a:off x="3609495" y="2566904"/>
                <a:ext cx="92003" cy="14106"/>
              </a:xfrm>
              <a:custGeom>
                <a:avLst/>
                <a:gdLst/>
                <a:ahLst/>
                <a:cxnLst/>
                <a:rect l="l" t="t" r="r" b="b"/>
                <a:pathLst>
                  <a:path w="587" h="90" extrusionOk="0">
                    <a:moveTo>
                      <a:pt x="241" y="0"/>
                    </a:moveTo>
                    <a:lnTo>
                      <a:pt x="0" y="89"/>
                    </a:lnTo>
                    <a:lnTo>
                      <a:pt x="346" y="89"/>
                    </a:lnTo>
                    <a:lnTo>
                      <a:pt x="587"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49" name="Google Shape;1249;p38"/>
              <p:cNvSpPr/>
              <p:nvPr/>
            </p:nvSpPr>
            <p:spPr>
              <a:xfrm>
                <a:off x="3598837" y="2560321"/>
                <a:ext cx="113476" cy="27272"/>
              </a:xfrm>
              <a:custGeom>
                <a:avLst/>
                <a:gdLst/>
                <a:ahLst/>
                <a:cxnLst/>
                <a:rect l="l" t="t" r="r" b="b"/>
                <a:pathLst>
                  <a:path w="724" h="174" extrusionOk="0">
                    <a:moveTo>
                      <a:pt x="262" y="0"/>
                    </a:moveTo>
                    <a:lnTo>
                      <a:pt x="21" y="84"/>
                    </a:lnTo>
                    <a:lnTo>
                      <a:pt x="21" y="110"/>
                    </a:lnTo>
                    <a:lnTo>
                      <a:pt x="0" y="110"/>
                    </a:lnTo>
                    <a:lnTo>
                      <a:pt x="0" y="131"/>
                    </a:lnTo>
                    <a:lnTo>
                      <a:pt x="0" y="152"/>
                    </a:lnTo>
                    <a:lnTo>
                      <a:pt x="21" y="173"/>
                    </a:lnTo>
                    <a:lnTo>
                      <a:pt x="461" y="173"/>
                    </a:lnTo>
                    <a:lnTo>
                      <a:pt x="702" y="84"/>
                    </a:lnTo>
                    <a:lnTo>
                      <a:pt x="702" y="63"/>
                    </a:lnTo>
                    <a:lnTo>
                      <a:pt x="723" y="63"/>
                    </a:lnTo>
                    <a:lnTo>
                      <a:pt x="723" y="42"/>
                    </a:lnTo>
                    <a:lnTo>
                      <a:pt x="723" y="21"/>
                    </a:lnTo>
                    <a:lnTo>
                      <a:pt x="70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0" name="Google Shape;1250;p38"/>
              <p:cNvSpPr/>
              <p:nvPr/>
            </p:nvSpPr>
            <p:spPr>
              <a:xfrm>
                <a:off x="3554482" y="2584145"/>
                <a:ext cx="96235" cy="17398"/>
              </a:xfrm>
              <a:custGeom>
                <a:avLst/>
                <a:gdLst/>
                <a:ahLst/>
                <a:cxnLst/>
                <a:rect l="l" t="t" r="r" b="b"/>
                <a:pathLst>
                  <a:path w="614" h="111" extrusionOk="0">
                    <a:moveTo>
                      <a:pt x="283" y="0"/>
                    </a:moveTo>
                    <a:cubicBezTo>
                      <a:pt x="262" y="0"/>
                      <a:pt x="262" y="0"/>
                      <a:pt x="262" y="21"/>
                    </a:cubicBezTo>
                    <a:lnTo>
                      <a:pt x="1" y="110"/>
                    </a:lnTo>
                    <a:lnTo>
                      <a:pt x="372" y="110"/>
                    </a:lnTo>
                    <a:lnTo>
                      <a:pt x="613" y="21"/>
                    </a:lnTo>
                    <a:lnTo>
                      <a:pt x="592" y="21"/>
                    </a:lnTo>
                    <a:lnTo>
                      <a:pt x="28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1" name="Google Shape;1251;p38"/>
              <p:cNvSpPr/>
              <p:nvPr/>
            </p:nvSpPr>
            <p:spPr>
              <a:xfrm>
                <a:off x="3544607" y="2577562"/>
                <a:ext cx="115984" cy="30563"/>
              </a:xfrm>
              <a:custGeom>
                <a:avLst/>
                <a:gdLst/>
                <a:ahLst/>
                <a:cxnLst/>
                <a:rect l="l" t="t" r="r" b="b"/>
                <a:pathLst>
                  <a:path w="740" h="195" extrusionOk="0">
                    <a:moveTo>
                      <a:pt x="435" y="84"/>
                    </a:moveTo>
                    <a:lnTo>
                      <a:pt x="414" y="105"/>
                    </a:lnTo>
                    <a:lnTo>
                      <a:pt x="304" y="105"/>
                    </a:lnTo>
                    <a:lnTo>
                      <a:pt x="346" y="84"/>
                    </a:lnTo>
                    <a:close/>
                    <a:moveTo>
                      <a:pt x="346" y="0"/>
                    </a:moveTo>
                    <a:cubicBezTo>
                      <a:pt x="325" y="0"/>
                      <a:pt x="304" y="0"/>
                      <a:pt x="283" y="21"/>
                    </a:cubicBezTo>
                    <a:lnTo>
                      <a:pt x="43" y="105"/>
                    </a:lnTo>
                    <a:lnTo>
                      <a:pt x="22" y="105"/>
                    </a:lnTo>
                    <a:lnTo>
                      <a:pt x="22" y="131"/>
                    </a:lnTo>
                    <a:lnTo>
                      <a:pt x="1" y="131"/>
                    </a:lnTo>
                    <a:lnTo>
                      <a:pt x="1" y="152"/>
                    </a:lnTo>
                    <a:lnTo>
                      <a:pt x="22" y="173"/>
                    </a:lnTo>
                    <a:lnTo>
                      <a:pt x="43" y="173"/>
                    </a:lnTo>
                    <a:lnTo>
                      <a:pt x="43" y="194"/>
                    </a:lnTo>
                    <a:lnTo>
                      <a:pt x="456" y="194"/>
                    </a:lnTo>
                    <a:lnTo>
                      <a:pt x="697" y="84"/>
                    </a:lnTo>
                    <a:lnTo>
                      <a:pt x="718" y="84"/>
                    </a:lnTo>
                    <a:lnTo>
                      <a:pt x="739" y="63"/>
                    </a:lnTo>
                    <a:lnTo>
                      <a:pt x="739" y="42"/>
                    </a:lnTo>
                    <a:lnTo>
                      <a:pt x="718" y="21"/>
                    </a:lnTo>
                    <a:lnTo>
                      <a:pt x="676" y="21"/>
                    </a:lnTo>
                    <a:lnTo>
                      <a:pt x="34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2" name="Google Shape;1252;p38"/>
              <p:cNvSpPr/>
              <p:nvPr/>
            </p:nvSpPr>
            <p:spPr>
              <a:xfrm>
                <a:off x="3503543" y="2604677"/>
                <a:ext cx="95452" cy="17398"/>
              </a:xfrm>
              <a:custGeom>
                <a:avLst/>
                <a:gdLst/>
                <a:ahLst/>
                <a:cxnLst/>
                <a:rect l="l" t="t" r="r" b="b"/>
                <a:pathLst>
                  <a:path w="609" h="111" extrusionOk="0">
                    <a:moveTo>
                      <a:pt x="237" y="0"/>
                    </a:moveTo>
                    <a:lnTo>
                      <a:pt x="1" y="110"/>
                    </a:lnTo>
                    <a:lnTo>
                      <a:pt x="367" y="110"/>
                    </a:lnTo>
                    <a:lnTo>
                      <a:pt x="608"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3" name="Google Shape;1253;p38"/>
              <p:cNvSpPr/>
              <p:nvPr/>
            </p:nvSpPr>
            <p:spPr>
              <a:xfrm>
                <a:off x="3492885" y="2598094"/>
                <a:ext cx="116768" cy="30563"/>
              </a:xfrm>
              <a:custGeom>
                <a:avLst/>
                <a:gdLst/>
                <a:ahLst/>
                <a:cxnLst/>
                <a:rect l="l" t="t" r="r" b="b"/>
                <a:pathLst>
                  <a:path w="745" h="195" extrusionOk="0">
                    <a:moveTo>
                      <a:pt x="435" y="84"/>
                    </a:moveTo>
                    <a:lnTo>
                      <a:pt x="394" y="105"/>
                    </a:lnTo>
                    <a:lnTo>
                      <a:pt x="305" y="105"/>
                    </a:lnTo>
                    <a:lnTo>
                      <a:pt x="352" y="84"/>
                    </a:lnTo>
                    <a:close/>
                    <a:moveTo>
                      <a:pt x="352" y="0"/>
                    </a:moveTo>
                    <a:cubicBezTo>
                      <a:pt x="331" y="0"/>
                      <a:pt x="305" y="0"/>
                      <a:pt x="284" y="21"/>
                    </a:cubicBezTo>
                    <a:lnTo>
                      <a:pt x="43" y="105"/>
                    </a:lnTo>
                    <a:lnTo>
                      <a:pt x="22" y="105"/>
                    </a:lnTo>
                    <a:lnTo>
                      <a:pt x="1" y="131"/>
                    </a:lnTo>
                    <a:lnTo>
                      <a:pt x="1" y="152"/>
                    </a:lnTo>
                    <a:lnTo>
                      <a:pt x="22" y="173"/>
                    </a:lnTo>
                    <a:lnTo>
                      <a:pt x="43" y="173"/>
                    </a:lnTo>
                    <a:lnTo>
                      <a:pt x="69" y="194"/>
                    </a:lnTo>
                    <a:lnTo>
                      <a:pt x="394" y="194"/>
                    </a:lnTo>
                    <a:cubicBezTo>
                      <a:pt x="414" y="194"/>
                      <a:pt x="435" y="194"/>
                      <a:pt x="462" y="173"/>
                    </a:cubicBezTo>
                    <a:lnTo>
                      <a:pt x="697" y="84"/>
                    </a:lnTo>
                    <a:lnTo>
                      <a:pt x="723" y="84"/>
                    </a:lnTo>
                    <a:lnTo>
                      <a:pt x="744" y="63"/>
                    </a:lnTo>
                    <a:lnTo>
                      <a:pt x="744" y="42"/>
                    </a:lnTo>
                    <a:lnTo>
                      <a:pt x="723" y="21"/>
                    </a:lnTo>
                    <a:lnTo>
                      <a:pt x="697" y="21"/>
                    </a:lnTo>
                    <a:lnTo>
                      <a:pt x="67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4" name="Google Shape;1254;p38"/>
              <p:cNvSpPr/>
              <p:nvPr/>
            </p:nvSpPr>
            <p:spPr>
              <a:xfrm>
                <a:off x="3451820" y="2625209"/>
                <a:ext cx="92944" cy="14106"/>
              </a:xfrm>
              <a:custGeom>
                <a:avLst/>
                <a:gdLst/>
                <a:ahLst/>
                <a:cxnLst/>
                <a:rect l="l" t="t" r="r" b="b"/>
                <a:pathLst>
                  <a:path w="593" h="90" extrusionOk="0">
                    <a:moveTo>
                      <a:pt x="242" y="0"/>
                    </a:moveTo>
                    <a:lnTo>
                      <a:pt x="1" y="89"/>
                    </a:lnTo>
                    <a:lnTo>
                      <a:pt x="373" y="89"/>
                    </a:lnTo>
                    <a:lnTo>
                      <a:pt x="59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5" name="Google Shape;1255;p38"/>
              <p:cNvSpPr/>
              <p:nvPr/>
            </p:nvSpPr>
            <p:spPr>
              <a:xfrm>
                <a:off x="3442103" y="2618627"/>
                <a:ext cx="115827" cy="27272"/>
              </a:xfrm>
              <a:custGeom>
                <a:avLst/>
                <a:gdLst/>
                <a:ahLst/>
                <a:cxnLst/>
                <a:rect l="l" t="t" r="r" b="b"/>
                <a:pathLst>
                  <a:path w="739" h="174" extrusionOk="0">
                    <a:moveTo>
                      <a:pt x="262" y="0"/>
                    </a:moveTo>
                    <a:lnTo>
                      <a:pt x="21" y="105"/>
                    </a:lnTo>
                    <a:lnTo>
                      <a:pt x="0" y="105"/>
                    </a:lnTo>
                    <a:lnTo>
                      <a:pt x="0" y="131"/>
                    </a:lnTo>
                    <a:lnTo>
                      <a:pt x="0" y="152"/>
                    </a:lnTo>
                    <a:lnTo>
                      <a:pt x="21" y="173"/>
                    </a:lnTo>
                    <a:lnTo>
                      <a:pt x="456" y="173"/>
                    </a:lnTo>
                    <a:lnTo>
                      <a:pt x="697" y="84"/>
                    </a:lnTo>
                    <a:lnTo>
                      <a:pt x="718" y="84"/>
                    </a:lnTo>
                    <a:lnTo>
                      <a:pt x="718" y="63"/>
                    </a:lnTo>
                    <a:lnTo>
                      <a:pt x="738" y="42"/>
                    </a:lnTo>
                    <a:lnTo>
                      <a:pt x="718" y="21"/>
                    </a:lnTo>
                    <a:lnTo>
                      <a:pt x="697"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6" name="Google Shape;1256;p38"/>
              <p:cNvSpPr/>
              <p:nvPr/>
            </p:nvSpPr>
            <p:spPr>
              <a:xfrm>
                <a:off x="3950864" y="2375688"/>
                <a:ext cx="92944" cy="20689"/>
              </a:xfrm>
              <a:custGeom>
                <a:avLst/>
                <a:gdLst/>
                <a:ahLst/>
                <a:cxnLst/>
                <a:rect l="l" t="t" r="r" b="b"/>
                <a:pathLst>
                  <a:path w="593" h="132" extrusionOk="0">
                    <a:moveTo>
                      <a:pt x="263" y="0"/>
                    </a:moveTo>
                    <a:lnTo>
                      <a:pt x="1" y="110"/>
                    </a:lnTo>
                    <a:lnTo>
                      <a:pt x="310" y="131"/>
                    </a:lnTo>
                    <a:lnTo>
                      <a:pt x="352" y="131"/>
                    </a:lnTo>
                    <a:lnTo>
                      <a:pt x="593" y="21"/>
                    </a:lnTo>
                    <a:lnTo>
                      <a:pt x="289"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7" name="Google Shape;1257;p38"/>
              <p:cNvSpPr/>
              <p:nvPr/>
            </p:nvSpPr>
            <p:spPr>
              <a:xfrm>
                <a:off x="3941146" y="2368322"/>
                <a:ext cx="112536" cy="34482"/>
              </a:xfrm>
              <a:custGeom>
                <a:avLst/>
                <a:gdLst/>
                <a:ahLst/>
                <a:cxnLst/>
                <a:rect l="l" t="t" r="r" b="b"/>
                <a:pathLst>
                  <a:path w="718" h="220" extrusionOk="0">
                    <a:moveTo>
                      <a:pt x="456" y="89"/>
                    </a:moveTo>
                    <a:lnTo>
                      <a:pt x="372" y="131"/>
                    </a:lnTo>
                    <a:lnTo>
                      <a:pt x="262" y="110"/>
                    </a:lnTo>
                    <a:lnTo>
                      <a:pt x="351" y="89"/>
                    </a:lnTo>
                    <a:close/>
                    <a:moveTo>
                      <a:pt x="351" y="0"/>
                    </a:moveTo>
                    <a:cubicBezTo>
                      <a:pt x="325" y="0"/>
                      <a:pt x="304" y="0"/>
                      <a:pt x="283" y="26"/>
                    </a:cubicBezTo>
                    <a:lnTo>
                      <a:pt x="21" y="110"/>
                    </a:lnTo>
                    <a:lnTo>
                      <a:pt x="0" y="110"/>
                    </a:lnTo>
                    <a:lnTo>
                      <a:pt x="0" y="131"/>
                    </a:lnTo>
                    <a:lnTo>
                      <a:pt x="0" y="157"/>
                    </a:lnTo>
                    <a:lnTo>
                      <a:pt x="0" y="178"/>
                    </a:lnTo>
                    <a:lnTo>
                      <a:pt x="21" y="178"/>
                    </a:lnTo>
                    <a:lnTo>
                      <a:pt x="21" y="199"/>
                    </a:lnTo>
                    <a:lnTo>
                      <a:pt x="63" y="199"/>
                    </a:lnTo>
                    <a:lnTo>
                      <a:pt x="372" y="220"/>
                    </a:lnTo>
                    <a:cubicBezTo>
                      <a:pt x="393" y="220"/>
                      <a:pt x="414" y="220"/>
                      <a:pt x="435" y="199"/>
                    </a:cubicBezTo>
                    <a:lnTo>
                      <a:pt x="697" y="110"/>
                    </a:lnTo>
                    <a:lnTo>
                      <a:pt x="718" y="110"/>
                    </a:lnTo>
                    <a:lnTo>
                      <a:pt x="718" y="89"/>
                    </a:lnTo>
                    <a:lnTo>
                      <a:pt x="718" y="68"/>
                    </a:lnTo>
                    <a:lnTo>
                      <a:pt x="718" y="47"/>
                    </a:lnTo>
                    <a:lnTo>
                      <a:pt x="697" y="26"/>
                    </a:lnTo>
                    <a:lnTo>
                      <a:pt x="655" y="26"/>
                    </a:lnTo>
                    <a:lnTo>
                      <a:pt x="351"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8" name="Google Shape;1258;p38"/>
              <p:cNvSpPr/>
              <p:nvPr/>
            </p:nvSpPr>
            <p:spPr>
              <a:xfrm>
                <a:off x="3893499" y="2396221"/>
                <a:ext cx="95295" cy="20689"/>
              </a:xfrm>
              <a:custGeom>
                <a:avLst/>
                <a:gdLst/>
                <a:ahLst/>
                <a:cxnLst/>
                <a:rect l="l" t="t" r="r" b="b"/>
                <a:pathLst>
                  <a:path w="608" h="132" extrusionOk="0">
                    <a:moveTo>
                      <a:pt x="262" y="0"/>
                    </a:moveTo>
                    <a:lnTo>
                      <a:pt x="0" y="110"/>
                    </a:lnTo>
                    <a:lnTo>
                      <a:pt x="21" y="110"/>
                    </a:lnTo>
                    <a:lnTo>
                      <a:pt x="325" y="131"/>
                    </a:lnTo>
                    <a:lnTo>
                      <a:pt x="346" y="131"/>
                    </a:lnTo>
                    <a:lnTo>
                      <a:pt x="608" y="21"/>
                    </a:lnTo>
                    <a:lnTo>
                      <a:pt x="28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59" name="Google Shape;1259;p38"/>
              <p:cNvSpPr/>
              <p:nvPr/>
            </p:nvSpPr>
            <p:spPr>
              <a:xfrm>
                <a:off x="3882841" y="2388697"/>
                <a:ext cx="116611" cy="34638"/>
              </a:xfrm>
              <a:custGeom>
                <a:avLst/>
                <a:gdLst/>
                <a:ahLst/>
                <a:cxnLst/>
                <a:rect l="l" t="t" r="r" b="b"/>
                <a:pathLst>
                  <a:path w="744" h="221" extrusionOk="0">
                    <a:moveTo>
                      <a:pt x="351" y="90"/>
                    </a:moveTo>
                    <a:lnTo>
                      <a:pt x="482" y="111"/>
                    </a:lnTo>
                    <a:lnTo>
                      <a:pt x="393" y="132"/>
                    </a:lnTo>
                    <a:lnTo>
                      <a:pt x="283" y="132"/>
                    </a:lnTo>
                    <a:lnTo>
                      <a:pt x="351" y="90"/>
                    </a:lnTo>
                    <a:close/>
                    <a:moveTo>
                      <a:pt x="372" y="1"/>
                    </a:moveTo>
                    <a:cubicBezTo>
                      <a:pt x="351" y="1"/>
                      <a:pt x="330" y="1"/>
                      <a:pt x="304" y="27"/>
                    </a:cubicBezTo>
                    <a:lnTo>
                      <a:pt x="42" y="111"/>
                    </a:lnTo>
                    <a:lnTo>
                      <a:pt x="21" y="132"/>
                    </a:lnTo>
                    <a:lnTo>
                      <a:pt x="0" y="132"/>
                    </a:lnTo>
                    <a:lnTo>
                      <a:pt x="0" y="158"/>
                    </a:lnTo>
                    <a:lnTo>
                      <a:pt x="0" y="179"/>
                    </a:lnTo>
                    <a:lnTo>
                      <a:pt x="21" y="179"/>
                    </a:lnTo>
                    <a:lnTo>
                      <a:pt x="42" y="200"/>
                    </a:lnTo>
                    <a:lnTo>
                      <a:pt x="68" y="200"/>
                    </a:lnTo>
                    <a:lnTo>
                      <a:pt x="393" y="221"/>
                    </a:lnTo>
                    <a:cubicBezTo>
                      <a:pt x="414" y="221"/>
                      <a:pt x="414" y="221"/>
                      <a:pt x="461" y="200"/>
                    </a:cubicBezTo>
                    <a:lnTo>
                      <a:pt x="723" y="111"/>
                    </a:lnTo>
                    <a:lnTo>
                      <a:pt x="744" y="90"/>
                    </a:lnTo>
                    <a:lnTo>
                      <a:pt x="744" y="69"/>
                    </a:lnTo>
                    <a:lnTo>
                      <a:pt x="723" y="48"/>
                    </a:lnTo>
                    <a:lnTo>
                      <a:pt x="723" y="27"/>
                    </a:lnTo>
                    <a:lnTo>
                      <a:pt x="676" y="27"/>
                    </a:lnTo>
                    <a:lnTo>
                      <a:pt x="37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0" name="Google Shape;1260;p38"/>
              <p:cNvSpPr/>
              <p:nvPr/>
            </p:nvSpPr>
            <p:spPr>
              <a:xfrm>
                <a:off x="3838485" y="2416753"/>
                <a:ext cx="96235" cy="20532"/>
              </a:xfrm>
              <a:custGeom>
                <a:avLst/>
                <a:gdLst/>
                <a:ahLst/>
                <a:cxnLst/>
                <a:rect l="l" t="t" r="r" b="b"/>
                <a:pathLst>
                  <a:path w="614" h="131" extrusionOk="0">
                    <a:moveTo>
                      <a:pt x="283" y="0"/>
                    </a:moveTo>
                    <a:lnTo>
                      <a:pt x="262" y="21"/>
                    </a:lnTo>
                    <a:lnTo>
                      <a:pt x="1" y="110"/>
                    </a:lnTo>
                    <a:lnTo>
                      <a:pt x="325" y="131"/>
                    </a:lnTo>
                    <a:lnTo>
                      <a:pt x="351" y="131"/>
                    </a:lnTo>
                    <a:lnTo>
                      <a:pt x="613" y="21"/>
                    </a:lnTo>
                    <a:lnTo>
                      <a:pt x="28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1" name="Google Shape;1261;p38"/>
              <p:cNvSpPr/>
              <p:nvPr/>
            </p:nvSpPr>
            <p:spPr>
              <a:xfrm>
                <a:off x="3827827" y="2410327"/>
                <a:ext cx="116768" cy="33541"/>
              </a:xfrm>
              <a:custGeom>
                <a:avLst/>
                <a:gdLst/>
                <a:ahLst/>
                <a:cxnLst/>
                <a:rect l="l" t="t" r="r" b="b"/>
                <a:pathLst>
                  <a:path w="745" h="214" extrusionOk="0">
                    <a:moveTo>
                      <a:pt x="351" y="83"/>
                    </a:moveTo>
                    <a:lnTo>
                      <a:pt x="461" y="104"/>
                    </a:lnTo>
                    <a:lnTo>
                      <a:pt x="393" y="125"/>
                    </a:lnTo>
                    <a:lnTo>
                      <a:pt x="288" y="125"/>
                    </a:lnTo>
                    <a:lnTo>
                      <a:pt x="351" y="83"/>
                    </a:lnTo>
                    <a:close/>
                    <a:moveTo>
                      <a:pt x="328" y="0"/>
                    </a:moveTo>
                    <a:cubicBezTo>
                      <a:pt x="320" y="0"/>
                      <a:pt x="309" y="7"/>
                      <a:pt x="288" y="20"/>
                    </a:cubicBezTo>
                    <a:lnTo>
                      <a:pt x="48" y="104"/>
                    </a:lnTo>
                    <a:lnTo>
                      <a:pt x="27" y="125"/>
                    </a:lnTo>
                    <a:lnTo>
                      <a:pt x="0" y="125"/>
                    </a:lnTo>
                    <a:lnTo>
                      <a:pt x="0" y="151"/>
                    </a:lnTo>
                    <a:lnTo>
                      <a:pt x="0" y="172"/>
                    </a:lnTo>
                    <a:lnTo>
                      <a:pt x="27" y="193"/>
                    </a:lnTo>
                    <a:lnTo>
                      <a:pt x="69" y="193"/>
                    </a:lnTo>
                    <a:lnTo>
                      <a:pt x="393" y="214"/>
                    </a:lnTo>
                    <a:cubicBezTo>
                      <a:pt x="419" y="214"/>
                      <a:pt x="419" y="214"/>
                      <a:pt x="461" y="193"/>
                    </a:cubicBezTo>
                    <a:lnTo>
                      <a:pt x="702" y="104"/>
                    </a:lnTo>
                    <a:lnTo>
                      <a:pt x="723" y="104"/>
                    </a:lnTo>
                    <a:lnTo>
                      <a:pt x="723" y="83"/>
                    </a:lnTo>
                    <a:lnTo>
                      <a:pt x="744" y="83"/>
                    </a:lnTo>
                    <a:lnTo>
                      <a:pt x="744" y="62"/>
                    </a:lnTo>
                    <a:lnTo>
                      <a:pt x="723" y="41"/>
                    </a:lnTo>
                    <a:lnTo>
                      <a:pt x="702" y="20"/>
                    </a:lnTo>
                    <a:lnTo>
                      <a:pt x="351" y="20"/>
                    </a:lnTo>
                    <a:cubicBezTo>
                      <a:pt x="341" y="7"/>
                      <a:pt x="336" y="0"/>
                      <a:pt x="32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2" name="Google Shape;1262;p38"/>
              <p:cNvSpPr/>
              <p:nvPr/>
            </p:nvSpPr>
            <p:spPr>
              <a:xfrm>
                <a:off x="3520000" y="2440420"/>
                <a:ext cx="359707" cy="116768"/>
              </a:xfrm>
              <a:custGeom>
                <a:avLst/>
                <a:gdLst/>
                <a:ahLst/>
                <a:cxnLst/>
                <a:rect l="l" t="t" r="r" b="b"/>
                <a:pathLst>
                  <a:path w="2295" h="745" extrusionOk="0">
                    <a:moveTo>
                      <a:pt x="1943" y="1"/>
                    </a:moveTo>
                    <a:lnTo>
                      <a:pt x="1" y="718"/>
                    </a:lnTo>
                    <a:lnTo>
                      <a:pt x="351" y="745"/>
                    </a:lnTo>
                    <a:lnTo>
                      <a:pt x="372" y="745"/>
                    </a:lnTo>
                    <a:lnTo>
                      <a:pt x="2294" y="1"/>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3" name="Google Shape;1263;p38"/>
              <p:cNvSpPr/>
              <p:nvPr/>
            </p:nvSpPr>
            <p:spPr>
              <a:xfrm>
                <a:off x="3510126" y="2432113"/>
                <a:ext cx="379455" cy="131657"/>
              </a:xfrm>
              <a:custGeom>
                <a:avLst/>
                <a:gdLst/>
                <a:ahLst/>
                <a:cxnLst/>
                <a:rect l="l" t="t" r="r" b="b"/>
                <a:pathLst>
                  <a:path w="2421" h="840" extrusionOk="0">
                    <a:moveTo>
                      <a:pt x="2137" y="96"/>
                    </a:moveTo>
                    <a:lnTo>
                      <a:pt x="414" y="750"/>
                    </a:lnTo>
                    <a:lnTo>
                      <a:pt x="284" y="750"/>
                    </a:lnTo>
                    <a:lnTo>
                      <a:pt x="2027" y="96"/>
                    </a:lnTo>
                    <a:close/>
                    <a:moveTo>
                      <a:pt x="1995" y="0"/>
                    </a:moveTo>
                    <a:cubicBezTo>
                      <a:pt x="1988" y="0"/>
                      <a:pt x="1979" y="3"/>
                      <a:pt x="1965" y="12"/>
                    </a:cubicBezTo>
                    <a:lnTo>
                      <a:pt x="22" y="750"/>
                    </a:lnTo>
                    <a:lnTo>
                      <a:pt x="1" y="750"/>
                    </a:lnTo>
                    <a:lnTo>
                      <a:pt x="1" y="771"/>
                    </a:lnTo>
                    <a:lnTo>
                      <a:pt x="1" y="798"/>
                    </a:lnTo>
                    <a:lnTo>
                      <a:pt x="22" y="818"/>
                    </a:lnTo>
                    <a:lnTo>
                      <a:pt x="64" y="818"/>
                    </a:lnTo>
                    <a:lnTo>
                      <a:pt x="414" y="839"/>
                    </a:lnTo>
                    <a:cubicBezTo>
                      <a:pt x="435" y="839"/>
                      <a:pt x="435" y="839"/>
                      <a:pt x="456" y="818"/>
                    </a:cubicBezTo>
                    <a:lnTo>
                      <a:pt x="2378" y="96"/>
                    </a:lnTo>
                    <a:lnTo>
                      <a:pt x="2399" y="96"/>
                    </a:lnTo>
                    <a:lnTo>
                      <a:pt x="2420" y="75"/>
                    </a:lnTo>
                    <a:lnTo>
                      <a:pt x="2420" y="54"/>
                    </a:lnTo>
                    <a:lnTo>
                      <a:pt x="2420" y="33"/>
                    </a:lnTo>
                    <a:lnTo>
                      <a:pt x="2399" y="33"/>
                    </a:lnTo>
                    <a:lnTo>
                      <a:pt x="2378" y="12"/>
                    </a:lnTo>
                    <a:lnTo>
                      <a:pt x="2027" y="12"/>
                    </a:lnTo>
                    <a:cubicBezTo>
                      <a:pt x="2013" y="12"/>
                      <a:pt x="2009" y="0"/>
                      <a:pt x="199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4" name="Google Shape;1264;p38"/>
              <p:cNvSpPr/>
              <p:nvPr/>
            </p:nvSpPr>
            <p:spPr>
              <a:xfrm>
                <a:off x="3455112" y="2563613"/>
                <a:ext cx="99527" cy="17398"/>
              </a:xfrm>
              <a:custGeom>
                <a:avLst/>
                <a:gdLst/>
                <a:ahLst/>
                <a:cxnLst/>
                <a:rect l="l" t="t" r="r" b="b"/>
                <a:pathLst>
                  <a:path w="635" h="111" extrusionOk="0">
                    <a:moveTo>
                      <a:pt x="242" y="0"/>
                    </a:moveTo>
                    <a:lnTo>
                      <a:pt x="1" y="89"/>
                    </a:lnTo>
                    <a:lnTo>
                      <a:pt x="1" y="110"/>
                    </a:lnTo>
                    <a:lnTo>
                      <a:pt x="373" y="110"/>
                    </a:lnTo>
                    <a:lnTo>
                      <a:pt x="635"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5" name="Google Shape;1265;p38"/>
              <p:cNvSpPr/>
              <p:nvPr/>
            </p:nvSpPr>
            <p:spPr>
              <a:xfrm>
                <a:off x="3445394" y="2557030"/>
                <a:ext cx="119902" cy="30563"/>
              </a:xfrm>
              <a:custGeom>
                <a:avLst/>
                <a:gdLst/>
                <a:ahLst/>
                <a:cxnLst/>
                <a:rect l="l" t="t" r="r" b="b"/>
                <a:pathLst>
                  <a:path w="765" h="195" extrusionOk="0">
                    <a:moveTo>
                      <a:pt x="456" y="84"/>
                    </a:moveTo>
                    <a:lnTo>
                      <a:pt x="414" y="105"/>
                    </a:lnTo>
                    <a:lnTo>
                      <a:pt x="283" y="105"/>
                    </a:lnTo>
                    <a:lnTo>
                      <a:pt x="346" y="84"/>
                    </a:lnTo>
                    <a:close/>
                    <a:moveTo>
                      <a:pt x="283" y="1"/>
                    </a:moveTo>
                    <a:lnTo>
                      <a:pt x="21" y="105"/>
                    </a:lnTo>
                    <a:lnTo>
                      <a:pt x="0" y="105"/>
                    </a:lnTo>
                    <a:lnTo>
                      <a:pt x="0" y="131"/>
                    </a:lnTo>
                    <a:lnTo>
                      <a:pt x="0" y="152"/>
                    </a:lnTo>
                    <a:lnTo>
                      <a:pt x="21" y="173"/>
                    </a:lnTo>
                    <a:lnTo>
                      <a:pt x="63" y="173"/>
                    </a:lnTo>
                    <a:lnTo>
                      <a:pt x="414" y="194"/>
                    </a:lnTo>
                    <a:cubicBezTo>
                      <a:pt x="435" y="194"/>
                      <a:pt x="435" y="194"/>
                      <a:pt x="477" y="173"/>
                    </a:cubicBezTo>
                    <a:lnTo>
                      <a:pt x="717" y="84"/>
                    </a:lnTo>
                    <a:lnTo>
                      <a:pt x="738" y="84"/>
                    </a:lnTo>
                    <a:lnTo>
                      <a:pt x="738" y="63"/>
                    </a:lnTo>
                    <a:lnTo>
                      <a:pt x="765" y="63"/>
                    </a:lnTo>
                    <a:lnTo>
                      <a:pt x="765" y="42"/>
                    </a:lnTo>
                    <a:lnTo>
                      <a:pt x="738" y="21"/>
                    </a:lnTo>
                    <a:lnTo>
                      <a:pt x="717" y="21"/>
                    </a:lnTo>
                    <a:lnTo>
                      <a:pt x="71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6" name="Google Shape;1266;p38"/>
              <p:cNvSpPr/>
              <p:nvPr/>
            </p:nvSpPr>
            <p:spPr>
              <a:xfrm>
                <a:off x="3401038" y="2584145"/>
                <a:ext cx="98586" cy="17398"/>
              </a:xfrm>
              <a:custGeom>
                <a:avLst/>
                <a:gdLst/>
                <a:ahLst/>
                <a:cxnLst/>
                <a:rect l="l" t="t" r="r" b="b"/>
                <a:pathLst>
                  <a:path w="629" h="111" extrusionOk="0">
                    <a:moveTo>
                      <a:pt x="262" y="0"/>
                    </a:moveTo>
                    <a:lnTo>
                      <a:pt x="0" y="89"/>
                    </a:lnTo>
                    <a:lnTo>
                      <a:pt x="21" y="89"/>
                    </a:lnTo>
                    <a:lnTo>
                      <a:pt x="346" y="110"/>
                    </a:lnTo>
                    <a:cubicBezTo>
                      <a:pt x="367" y="110"/>
                      <a:pt x="367" y="110"/>
                      <a:pt x="393" y="89"/>
                    </a:cubicBezTo>
                    <a:lnTo>
                      <a:pt x="629"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7" name="Google Shape;1267;p38"/>
              <p:cNvSpPr/>
              <p:nvPr/>
            </p:nvSpPr>
            <p:spPr>
              <a:xfrm>
                <a:off x="3390380" y="2577562"/>
                <a:ext cx="119902" cy="30563"/>
              </a:xfrm>
              <a:custGeom>
                <a:avLst/>
                <a:gdLst/>
                <a:ahLst/>
                <a:cxnLst/>
                <a:rect l="l" t="t" r="r" b="b"/>
                <a:pathLst>
                  <a:path w="765" h="195" extrusionOk="0">
                    <a:moveTo>
                      <a:pt x="482" y="84"/>
                    </a:moveTo>
                    <a:lnTo>
                      <a:pt x="414" y="105"/>
                    </a:lnTo>
                    <a:lnTo>
                      <a:pt x="304" y="105"/>
                    </a:lnTo>
                    <a:lnTo>
                      <a:pt x="351" y="84"/>
                    </a:lnTo>
                    <a:close/>
                    <a:moveTo>
                      <a:pt x="283" y="0"/>
                    </a:moveTo>
                    <a:lnTo>
                      <a:pt x="42" y="105"/>
                    </a:lnTo>
                    <a:lnTo>
                      <a:pt x="21" y="105"/>
                    </a:lnTo>
                    <a:lnTo>
                      <a:pt x="0" y="131"/>
                    </a:lnTo>
                    <a:lnTo>
                      <a:pt x="0" y="152"/>
                    </a:lnTo>
                    <a:lnTo>
                      <a:pt x="21" y="173"/>
                    </a:lnTo>
                    <a:lnTo>
                      <a:pt x="89" y="173"/>
                    </a:lnTo>
                    <a:lnTo>
                      <a:pt x="414" y="194"/>
                    </a:lnTo>
                    <a:cubicBezTo>
                      <a:pt x="435" y="194"/>
                      <a:pt x="461" y="194"/>
                      <a:pt x="482" y="173"/>
                    </a:cubicBezTo>
                    <a:lnTo>
                      <a:pt x="723" y="84"/>
                    </a:lnTo>
                    <a:lnTo>
                      <a:pt x="744" y="84"/>
                    </a:lnTo>
                    <a:lnTo>
                      <a:pt x="765" y="63"/>
                    </a:lnTo>
                    <a:lnTo>
                      <a:pt x="765" y="42"/>
                    </a:lnTo>
                    <a:lnTo>
                      <a:pt x="765" y="21"/>
                    </a:lnTo>
                    <a:lnTo>
                      <a:pt x="744" y="21"/>
                    </a:lnTo>
                    <a:lnTo>
                      <a:pt x="74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8" name="Google Shape;1268;p38"/>
              <p:cNvSpPr/>
              <p:nvPr/>
            </p:nvSpPr>
            <p:spPr>
              <a:xfrm>
                <a:off x="3349316" y="2604677"/>
                <a:ext cx="96235" cy="14106"/>
              </a:xfrm>
              <a:custGeom>
                <a:avLst/>
                <a:gdLst/>
                <a:ahLst/>
                <a:cxnLst/>
                <a:rect l="l" t="t" r="r" b="b"/>
                <a:pathLst>
                  <a:path w="614" h="90" extrusionOk="0">
                    <a:moveTo>
                      <a:pt x="241" y="0"/>
                    </a:moveTo>
                    <a:lnTo>
                      <a:pt x="0" y="89"/>
                    </a:lnTo>
                    <a:lnTo>
                      <a:pt x="372" y="89"/>
                    </a:lnTo>
                    <a:lnTo>
                      <a:pt x="613"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69" name="Google Shape;1269;p38"/>
              <p:cNvSpPr/>
              <p:nvPr/>
            </p:nvSpPr>
            <p:spPr>
              <a:xfrm>
                <a:off x="3335366" y="2598094"/>
                <a:ext cx="119902" cy="28683"/>
              </a:xfrm>
              <a:custGeom>
                <a:avLst/>
                <a:gdLst/>
                <a:ahLst/>
                <a:cxnLst/>
                <a:rect l="l" t="t" r="r" b="b"/>
                <a:pathLst>
                  <a:path w="765" h="183" extrusionOk="0">
                    <a:moveTo>
                      <a:pt x="482" y="84"/>
                    </a:moveTo>
                    <a:lnTo>
                      <a:pt x="440" y="105"/>
                    </a:lnTo>
                    <a:lnTo>
                      <a:pt x="309" y="105"/>
                    </a:lnTo>
                    <a:lnTo>
                      <a:pt x="351" y="84"/>
                    </a:lnTo>
                    <a:close/>
                    <a:moveTo>
                      <a:pt x="288" y="0"/>
                    </a:moveTo>
                    <a:lnTo>
                      <a:pt x="47" y="105"/>
                    </a:lnTo>
                    <a:lnTo>
                      <a:pt x="26" y="105"/>
                    </a:lnTo>
                    <a:lnTo>
                      <a:pt x="26" y="131"/>
                    </a:lnTo>
                    <a:lnTo>
                      <a:pt x="0" y="152"/>
                    </a:lnTo>
                    <a:lnTo>
                      <a:pt x="26" y="152"/>
                    </a:lnTo>
                    <a:lnTo>
                      <a:pt x="26" y="173"/>
                    </a:lnTo>
                    <a:lnTo>
                      <a:pt x="440" y="173"/>
                    </a:lnTo>
                    <a:cubicBezTo>
                      <a:pt x="454" y="173"/>
                      <a:pt x="459" y="183"/>
                      <a:pt x="473" y="183"/>
                    </a:cubicBezTo>
                    <a:cubicBezTo>
                      <a:pt x="480" y="183"/>
                      <a:pt x="489" y="180"/>
                      <a:pt x="503" y="173"/>
                    </a:cubicBezTo>
                    <a:lnTo>
                      <a:pt x="744" y="84"/>
                    </a:lnTo>
                    <a:lnTo>
                      <a:pt x="765" y="63"/>
                    </a:lnTo>
                    <a:lnTo>
                      <a:pt x="765" y="42"/>
                    </a:lnTo>
                    <a:lnTo>
                      <a:pt x="765" y="21"/>
                    </a:lnTo>
                    <a:lnTo>
                      <a:pt x="74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0" name="Google Shape;1270;p38"/>
              <p:cNvSpPr/>
              <p:nvPr/>
            </p:nvSpPr>
            <p:spPr>
              <a:xfrm>
                <a:off x="3294302" y="2625209"/>
                <a:ext cx="99527" cy="14106"/>
              </a:xfrm>
              <a:custGeom>
                <a:avLst/>
                <a:gdLst/>
                <a:ahLst/>
                <a:cxnLst/>
                <a:rect l="l" t="t" r="r" b="b"/>
                <a:pathLst>
                  <a:path w="635" h="90" extrusionOk="0">
                    <a:moveTo>
                      <a:pt x="241" y="0"/>
                    </a:moveTo>
                    <a:lnTo>
                      <a:pt x="0" y="89"/>
                    </a:lnTo>
                    <a:lnTo>
                      <a:pt x="393" y="89"/>
                    </a:lnTo>
                    <a:lnTo>
                      <a:pt x="634" y="0"/>
                    </a:ln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1" name="Google Shape;1271;p38"/>
              <p:cNvSpPr/>
              <p:nvPr/>
            </p:nvSpPr>
            <p:spPr>
              <a:xfrm>
                <a:off x="3284428" y="2618627"/>
                <a:ext cx="120059" cy="27272"/>
              </a:xfrm>
              <a:custGeom>
                <a:avLst/>
                <a:gdLst/>
                <a:ahLst/>
                <a:cxnLst/>
                <a:rect l="l" t="t" r="r" b="b"/>
                <a:pathLst>
                  <a:path w="766" h="174" extrusionOk="0">
                    <a:moveTo>
                      <a:pt x="283" y="0"/>
                    </a:moveTo>
                    <a:lnTo>
                      <a:pt x="22" y="84"/>
                    </a:lnTo>
                    <a:lnTo>
                      <a:pt x="22" y="105"/>
                    </a:lnTo>
                    <a:lnTo>
                      <a:pt x="1" y="105"/>
                    </a:lnTo>
                    <a:lnTo>
                      <a:pt x="1" y="131"/>
                    </a:lnTo>
                    <a:lnTo>
                      <a:pt x="1" y="152"/>
                    </a:lnTo>
                    <a:lnTo>
                      <a:pt x="22" y="173"/>
                    </a:lnTo>
                    <a:lnTo>
                      <a:pt x="482" y="173"/>
                    </a:lnTo>
                    <a:lnTo>
                      <a:pt x="718" y="84"/>
                    </a:lnTo>
                    <a:lnTo>
                      <a:pt x="744" y="63"/>
                    </a:lnTo>
                    <a:lnTo>
                      <a:pt x="765" y="42"/>
                    </a:lnTo>
                    <a:lnTo>
                      <a:pt x="765" y="21"/>
                    </a:lnTo>
                    <a:lnTo>
                      <a:pt x="74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2" name="Google Shape;1272;p38"/>
              <p:cNvSpPr/>
              <p:nvPr/>
            </p:nvSpPr>
            <p:spPr>
              <a:xfrm>
                <a:off x="3216248" y="2450294"/>
                <a:ext cx="496066" cy="102818"/>
              </a:xfrm>
              <a:custGeom>
                <a:avLst/>
                <a:gdLst/>
                <a:ahLst/>
                <a:cxnLst/>
                <a:rect l="l" t="t" r="r" b="b"/>
                <a:pathLst>
                  <a:path w="3165" h="656" extrusionOk="0">
                    <a:moveTo>
                      <a:pt x="1635" y="1"/>
                    </a:moveTo>
                    <a:lnTo>
                      <a:pt x="1" y="634"/>
                    </a:lnTo>
                    <a:lnTo>
                      <a:pt x="22" y="634"/>
                    </a:lnTo>
                    <a:lnTo>
                      <a:pt x="1572" y="655"/>
                    </a:lnTo>
                    <a:lnTo>
                      <a:pt x="1593" y="655"/>
                    </a:lnTo>
                    <a:lnTo>
                      <a:pt x="3164" y="69"/>
                    </a:lnTo>
                    <a:lnTo>
                      <a:pt x="16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3" name="Google Shape;1273;p38"/>
              <p:cNvSpPr/>
              <p:nvPr/>
            </p:nvSpPr>
            <p:spPr>
              <a:xfrm>
                <a:off x="3205590" y="2443711"/>
                <a:ext cx="519733" cy="119275"/>
              </a:xfrm>
              <a:custGeom>
                <a:avLst/>
                <a:gdLst/>
                <a:ahLst/>
                <a:cxnLst/>
                <a:rect l="l" t="t" r="r" b="b"/>
                <a:pathLst>
                  <a:path w="3316" h="761" extrusionOk="0">
                    <a:moveTo>
                      <a:pt x="1724" y="90"/>
                    </a:moveTo>
                    <a:lnTo>
                      <a:pt x="3033" y="132"/>
                    </a:lnTo>
                    <a:lnTo>
                      <a:pt x="1640" y="676"/>
                    </a:lnTo>
                    <a:cubicBezTo>
                      <a:pt x="1661" y="655"/>
                      <a:pt x="1640" y="655"/>
                      <a:pt x="1640" y="655"/>
                    </a:cubicBezTo>
                    <a:lnTo>
                      <a:pt x="284" y="635"/>
                    </a:lnTo>
                    <a:lnTo>
                      <a:pt x="1724" y="90"/>
                    </a:lnTo>
                    <a:close/>
                    <a:moveTo>
                      <a:pt x="1745" y="1"/>
                    </a:moveTo>
                    <a:cubicBezTo>
                      <a:pt x="1703" y="1"/>
                      <a:pt x="1703" y="1"/>
                      <a:pt x="1661" y="22"/>
                    </a:cubicBezTo>
                    <a:lnTo>
                      <a:pt x="43" y="635"/>
                    </a:lnTo>
                    <a:lnTo>
                      <a:pt x="22" y="655"/>
                    </a:lnTo>
                    <a:lnTo>
                      <a:pt x="1" y="655"/>
                    </a:lnTo>
                    <a:lnTo>
                      <a:pt x="1" y="676"/>
                    </a:lnTo>
                    <a:lnTo>
                      <a:pt x="1" y="697"/>
                    </a:lnTo>
                    <a:lnTo>
                      <a:pt x="22" y="697"/>
                    </a:lnTo>
                    <a:lnTo>
                      <a:pt x="22" y="724"/>
                    </a:lnTo>
                    <a:lnTo>
                      <a:pt x="69" y="724"/>
                    </a:lnTo>
                    <a:lnTo>
                      <a:pt x="1640" y="744"/>
                    </a:lnTo>
                    <a:cubicBezTo>
                      <a:pt x="1650" y="755"/>
                      <a:pt x="1656" y="760"/>
                      <a:pt x="1664" y="760"/>
                    </a:cubicBezTo>
                    <a:cubicBezTo>
                      <a:pt x="1671" y="760"/>
                      <a:pt x="1682" y="755"/>
                      <a:pt x="1703" y="744"/>
                    </a:cubicBezTo>
                    <a:lnTo>
                      <a:pt x="3274" y="153"/>
                    </a:lnTo>
                    <a:lnTo>
                      <a:pt x="3295" y="132"/>
                    </a:lnTo>
                    <a:lnTo>
                      <a:pt x="3316" y="111"/>
                    </a:lnTo>
                    <a:lnTo>
                      <a:pt x="3295" y="90"/>
                    </a:lnTo>
                    <a:lnTo>
                      <a:pt x="3274" y="69"/>
                    </a:lnTo>
                    <a:lnTo>
                      <a:pt x="3232" y="69"/>
                    </a:lnTo>
                    <a:lnTo>
                      <a:pt x="174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4" name="Google Shape;1274;p38"/>
              <p:cNvSpPr/>
              <p:nvPr/>
            </p:nvSpPr>
            <p:spPr>
              <a:xfrm>
                <a:off x="3749773" y="1711605"/>
                <a:ext cx="1176453" cy="975205"/>
              </a:xfrm>
              <a:custGeom>
                <a:avLst/>
                <a:gdLst/>
                <a:ahLst/>
                <a:cxnLst/>
                <a:rect l="l" t="t" r="r" b="b"/>
                <a:pathLst>
                  <a:path w="7506" h="6222" extrusionOk="0">
                    <a:moveTo>
                      <a:pt x="7306" y="1"/>
                    </a:moveTo>
                    <a:lnTo>
                      <a:pt x="2593" y="1226"/>
                    </a:lnTo>
                    <a:cubicBezTo>
                      <a:pt x="2530" y="1226"/>
                      <a:pt x="2441" y="1310"/>
                      <a:pt x="2399" y="1399"/>
                    </a:cubicBezTo>
                    <a:lnTo>
                      <a:pt x="22" y="5960"/>
                    </a:lnTo>
                    <a:cubicBezTo>
                      <a:pt x="1" y="5981"/>
                      <a:pt x="1" y="6023"/>
                      <a:pt x="22" y="6023"/>
                    </a:cubicBezTo>
                    <a:lnTo>
                      <a:pt x="195" y="6222"/>
                    </a:lnTo>
                    <a:lnTo>
                      <a:pt x="498" y="5918"/>
                    </a:lnTo>
                    <a:lnTo>
                      <a:pt x="498" y="5850"/>
                    </a:lnTo>
                    <a:lnTo>
                      <a:pt x="4342" y="4431"/>
                    </a:lnTo>
                    <a:cubicBezTo>
                      <a:pt x="4384" y="4410"/>
                      <a:pt x="4452" y="4347"/>
                      <a:pt x="4494" y="4300"/>
                    </a:cubicBezTo>
                    <a:lnTo>
                      <a:pt x="7024" y="524"/>
                    </a:lnTo>
                    <a:lnTo>
                      <a:pt x="7092" y="571"/>
                    </a:lnTo>
                    <a:lnTo>
                      <a:pt x="7505" y="241"/>
                    </a:lnTo>
                    <a:lnTo>
                      <a:pt x="73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5" name="Google Shape;1275;p38"/>
              <p:cNvSpPr/>
              <p:nvPr/>
            </p:nvSpPr>
            <p:spPr>
              <a:xfrm>
                <a:off x="3742406" y="1701731"/>
                <a:ext cx="1190402" cy="991662"/>
              </a:xfrm>
              <a:custGeom>
                <a:avLst/>
                <a:gdLst/>
                <a:ahLst/>
                <a:cxnLst/>
                <a:rect l="l" t="t" r="r" b="b"/>
                <a:pathLst>
                  <a:path w="7595" h="6327" extrusionOk="0">
                    <a:moveTo>
                      <a:pt x="7332" y="111"/>
                    </a:moveTo>
                    <a:lnTo>
                      <a:pt x="7463" y="283"/>
                    </a:lnTo>
                    <a:lnTo>
                      <a:pt x="7139" y="566"/>
                    </a:lnTo>
                    <a:lnTo>
                      <a:pt x="7092" y="545"/>
                    </a:lnTo>
                    <a:lnTo>
                      <a:pt x="7029" y="545"/>
                    </a:lnTo>
                    <a:lnTo>
                      <a:pt x="4499" y="4342"/>
                    </a:lnTo>
                    <a:cubicBezTo>
                      <a:pt x="4452" y="4384"/>
                      <a:pt x="4389" y="4431"/>
                      <a:pt x="4368" y="4431"/>
                    </a:cubicBezTo>
                    <a:lnTo>
                      <a:pt x="524" y="5871"/>
                    </a:lnTo>
                    <a:lnTo>
                      <a:pt x="483" y="5934"/>
                    </a:lnTo>
                    <a:lnTo>
                      <a:pt x="504" y="5955"/>
                    </a:lnTo>
                    <a:lnTo>
                      <a:pt x="242" y="6217"/>
                    </a:lnTo>
                    <a:lnTo>
                      <a:pt x="111" y="6044"/>
                    </a:lnTo>
                    <a:lnTo>
                      <a:pt x="2488" y="1483"/>
                    </a:lnTo>
                    <a:cubicBezTo>
                      <a:pt x="2509" y="1441"/>
                      <a:pt x="2535" y="1420"/>
                      <a:pt x="2577" y="1373"/>
                    </a:cubicBezTo>
                    <a:cubicBezTo>
                      <a:pt x="2598" y="1352"/>
                      <a:pt x="2640" y="1331"/>
                      <a:pt x="2640" y="1331"/>
                    </a:cubicBezTo>
                    <a:lnTo>
                      <a:pt x="7332" y="111"/>
                    </a:lnTo>
                    <a:close/>
                    <a:moveTo>
                      <a:pt x="7332" y="1"/>
                    </a:moveTo>
                    <a:lnTo>
                      <a:pt x="2619" y="1221"/>
                    </a:lnTo>
                    <a:cubicBezTo>
                      <a:pt x="2577" y="1242"/>
                      <a:pt x="2535" y="1268"/>
                      <a:pt x="2488" y="1310"/>
                    </a:cubicBezTo>
                    <a:cubicBezTo>
                      <a:pt x="2467" y="1352"/>
                      <a:pt x="2425" y="1399"/>
                      <a:pt x="2405" y="1441"/>
                    </a:cubicBezTo>
                    <a:lnTo>
                      <a:pt x="22" y="6002"/>
                    </a:lnTo>
                    <a:cubicBezTo>
                      <a:pt x="1" y="6023"/>
                      <a:pt x="1" y="6044"/>
                      <a:pt x="1" y="6065"/>
                    </a:cubicBezTo>
                    <a:cubicBezTo>
                      <a:pt x="1" y="6078"/>
                      <a:pt x="8" y="6099"/>
                      <a:pt x="24" y="6115"/>
                    </a:cubicBezTo>
                    <a:lnTo>
                      <a:pt x="24" y="6115"/>
                    </a:lnTo>
                    <a:lnTo>
                      <a:pt x="221" y="6327"/>
                    </a:lnTo>
                    <a:lnTo>
                      <a:pt x="284" y="6327"/>
                    </a:lnTo>
                    <a:lnTo>
                      <a:pt x="593" y="6002"/>
                    </a:lnTo>
                    <a:lnTo>
                      <a:pt x="614" y="5955"/>
                    </a:lnTo>
                    <a:lnTo>
                      <a:pt x="4410" y="4541"/>
                    </a:lnTo>
                    <a:cubicBezTo>
                      <a:pt x="4473" y="4515"/>
                      <a:pt x="4541" y="4452"/>
                      <a:pt x="4583" y="4384"/>
                    </a:cubicBezTo>
                    <a:lnTo>
                      <a:pt x="7071" y="655"/>
                    </a:lnTo>
                    <a:lnTo>
                      <a:pt x="7118" y="676"/>
                    </a:lnTo>
                    <a:lnTo>
                      <a:pt x="7181" y="676"/>
                    </a:lnTo>
                    <a:lnTo>
                      <a:pt x="7573" y="352"/>
                    </a:lnTo>
                    <a:lnTo>
                      <a:pt x="7594" y="263"/>
                    </a:lnTo>
                    <a:lnTo>
                      <a:pt x="7421" y="43"/>
                    </a:lnTo>
                    <a:lnTo>
                      <a:pt x="7421" y="64"/>
                    </a:lnTo>
                    <a:cubicBezTo>
                      <a:pt x="7421" y="43"/>
                      <a:pt x="7421" y="43"/>
                      <a:pt x="7401" y="22"/>
                    </a:cubicBezTo>
                    <a:cubicBezTo>
                      <a:pt x="7401" y="22"/>
                      <a:pt x="7380" y="1"/>
                      <a:pt x="735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6" name="Google Shape;1276;p38"/>
              <p:cNvSpPr/>
              <p:nvPr/>
            </p:nvSpPr>
            <p:spPr>
              <a:xfrm>
                <a:off x="3777515" y="1745460"/>
                <a:ext cx="1148554" cy="942291"/>
              </a:xfrm>
              <a:custGeom>
                <a:avLst/>
                <a:gdLst/>
                <a:ahLst/>
                <a:cxnLst/>
                <a:rect l="l" t="t" r="r" b="b"/>
                <a:pathLst>
                  <a:path w="7328" h="6012" extrusionOk="0">
                    <a:moveTo>
                      <a:pt x="7301" y="0"/>
                    </a:moveTo>
                    <a:cubicBezTo>
                      <a:pt x="7297" y="0"/>
                      <a:pt x="7292" y="2"/>
                      <a:pt x="7287" y="4"/>
                    </a:cubicBezTo>
                    <a:lnTo>
                      <a:pt x="2615" y="1204"/>
                    </a:lnTo>
                    <a:cubicBezTo>
                      <a:pt x="2547" y="1225"/>
                      <a:pt x="2484" y="1314"/>
                      <a:pt x="2442" y="1382"/>
                    </a:cubicBezTo>
                    <a:lnTo>
                      <a:pt x="18" y="5938"/>
                    </a:lnTo>
                    <a:cubicBezTo>
                      <a:pt x="1" y="5976"/>
                      <a:pt x="11" y="6012"/>
                      <a:pt x="53" y="6012"/>
                    </a:cubicBezTo>
                    <a:cubicBezTo>
                      <a:pt x="63" y="6012"/>
                      <a:pt x="73" y="6010"/>
                      <a:pt x="86" y="6006"/>
                    </a:cubicBezTo>
                    <a:lnTo>
                      <a:pt x="4317" y="4414"/>
                    </a:lnTo>
                    <a:cubicBezTo>
                      <a:pt x="4359" y="4414"/>
                      <a:pt x="4427" y="4346"/>
                      <a:pt x="4448" y="4304"/>
                    </a:cubicBezTo>
                    <a:lnTo>
                      <a:pt x="7287" y="114"/>
                    </a:lnTo>
                    <a:cubicBezTo>
                      <a:pt x="7323" y="55"/>
                      <a:pt x="7328" y="0"/>
                      <a:pt x="7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7" name="Google Shape;1277;p38"/>
              <p:cNvSpPr/>
              <p:nvPr/>
            </p:nvSpPr>
            <p:spPr>
              <a:xfrm>
                <a:off x="3770305" y="1736996"/>
                <a:ext cx="1162503" cy="956397"/>
              </a:xfrm>
              <a:custGeom>
                <a:avLst/>
                <a:gdLst/>
                <a:ahLst/>
                <a:cxnLst/>
                <a:rect l="l" t="t" r="r" b="b"/>
                <a:pathLst>
                  <a:path w="7417" h="6102" extrusionOk="0">
                    <a:moveTo>
                      <a:pt x="7285" y="127"/>
                    </a:moveTo>
                    <a:lnTo>
                      <a:pt x="7264" y="147"/>
                    </a:lnTo>
                    <a:lnTo>
                      <a:pt x="4452" y="4316"/>
                    </a:lnTo>
                    <a:cubicBezTo>
                      <a:pt x="4426" y="4358"/>
                      <a:pt x="4363" y="4421"/>
                      <a:pt x="4342" y="4421"/>
                    </a:cubicBezTo>
                    <a:lnTo>
                      <a:pt x="132" y="5992"/>
                    </a:lnTo>
                    <a:lnTo>
                      <a:pt x="2530" y="1478"/>
                    </a:lnTo>
                    <a:cubicBezTo>
                      <a:pt x="2551" y="1436"/>
                      <a:pt x="2572" y="1389"/>
                      <a:pt x="2593" y="1368"/>
                    </a:cubicBezTo>
                    <a:cubicBezTo>
                      <a:pt x="2640" y="1347"/>
                      <a:pt x="2661" y="1326"/>
                      <a:pt x="2682" y="1326"/>
                    </a:cubicBezTo>
                    <a:lnTo>
                      <a:pt x="7285" y="127"/>
                    </a:lnTo>
                    <a:close/>
                    <a:moveTo>
                      <a:pt x="7342" y="1"/>
                    </a:moveTo>
                    <a:cubicBezTo>
                      <a:pt x="7331" y="1"/>
                      <a:pt x="7319" y="6"/>
                      <a:pt x="7306" y="17"/>
                    </a:cubicBezTo>
                    <a:lnTo>
                      <a:pt x="2661" y="1216"/>
                    </a:lnTo>
                    <a:cubicBezTo>
                      <a:pt x="2619" y="1237"/>
                      <a:pt x="2572" y="1258"/>
                      <a:pt x="2530" y="1305"/>
                    </a:cubicBezTo>
                    <a:cubicBezTo>
                      <a:pt x="2488" y="1326"/>
                      <a:pt x="2462" y="1368"/>
                      <a:pt x="2420" y="1410"/>
                    </a:cubicBezTo>
                    <a:lnTo>
                      <a:pt x="22" y="5971"/>
                    </a:lnTo>
                    <a:cubicBezTo>
                      <a:pt x="22" y="5971"/>
                      <a:pt x="22" y="5992"/>
                      <a:pt x="1" y="6018"/>
                    </a:cubicBezTo>
                    <a:cubicBezTo>
                      <a:pt x="1" y="6039"/>
                      <a:pt x="1" y="6060"/>
                      <a:pt x="22" y="6081"/>
                    </a:cubicBezTo>
                    <a:cubicBezTo>
                      <a:pt x="43" y="6102"/>
                      <a:pt x="64" y="6102"/>
                      <a:pt x="85" y="6102"/>
                    </a:cubicBezTo>
                    <a:lnTo>
                      <a:pt x="132" y="6102"/>
                    </a:lnTo>
                    <a:lnTo>
                      <a:pt x="4384" y="4531"/>
                    </a:lnTo>
                    <a:cubicBezTo>
                      <a:pt x="4452" y="4510"/>
                      <a:pt x="4494" y="4447"/>
                      <a:pt x="4536" y="4379"/>
                    </a:cubicBezTo>
                    <a:lnTo>
                      <a:pt x="7374" y="189"/>
                    </a:lnTo>
                    <a:cubicBezTo>
                      <a:pt x="7395" y="147"/>
                      <a:pt x="7416" y="127"/>
                      <a:pt x="7416" y="79"/>
                    </a:cubicBezTo>
                    <a:cubicBezTo>
                      <a:pt x="7416" y="58"/>
                      <a:pt x="7395" y="38"/>
                      <a:pt x="7374" y="17"/>
                    </a:cubicBezTo>
                    <a:cubicBezTo>
                      <a:pt x="7364" y="6"/>
                      <a:pt x="7353" y="1"/>
                      <a:pt x="734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8" name="Google Shape;1278;p38"/>
              <p:cNvSpPr/>
              <p:nvPr/>
            </p:nvSpPr>
            <p:spPr>
              <a:xfrm>
                <a:off x="4262766" y="1982442"/>
                <a:ext cx="294819" cy="285101"/>
              </a:xfrm>
              <a:custGeom>
                <a:avLst/>
                <a:gdLst/>
                <a:ahLst/>
                <a:cxnLst/>
                <a:rect l="l" t="t" r="r" b="b"/>
                <a:pathLst>
                  <a:path w="1881" h="1819" extrusionOk="0">
                    <a:moveTo>
                      <a:pt x="1620" y="0"/>
                    </a:moveTo>
                    <a:cubicBezTo>
                      <a:pt x="1581" y="0"/>
                      <a:pt x="1535" y="7"/>
                      <a:pt x="1483" y="22"/>
                    </a:cubicBezTo>
                    <a:cubicBezTo>
                      <a:pt x="1111" y="132"/>
                      <a:pt x="525" y="655"/>
                      <a:pt x="237" y="1153"/>
                    </a:cubicBezTo>
                    <a:cubicBezTo>
                      <a:pt x="1" y="1555"/>
                      <a:pt x="24" y="1818"/>
                      <a:pt x="254" y="1818"/>
                    </a:cubicBezTo>
                    <a:cubicBezTo>
                      <a:pt x="299" y="1818"/>
                      <a:pt x="353" y="1808"/>
                      <a:pt x="415" y="1786"/>
                    </a:cubicBezTo>
                    <a:cubicBezTo>
                      <a:pt x="787" y="1677"/>
                      <a:pt x="1310" y="1200"/>
                      <a:pt x="1593" y="718"/>
                    </a:cubicBezTo>
                    <a:cubicBezTo>
                      <a:pt x="1875" y="300"/>
                      <a:pt x="1880"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79" name="Google Shape;1279;p38"/>
              <p:cNvSpPr/>
              <p:nvPr/>
            </p:nvSpPr>
            <p:spPr>
              <a:xfrm>
                <a:off x="4258691" y="1972568"/>
                <a:ext cx="298110" cy="303909"/>
              </a:xfrm>
              <a:custGeom>
                <a:avLst/>
                <a:gdLst/>
                <a:ahLst/>
                <a:cxnLst/>
                <a:rect l="l" t="t" r="r" b="b"/>
                <a:pathLst>
                  <a:path w="1902" h="1939" extrusionOk="0">
                    <a:moveTo>
                      <a:pt x="1645" y="111"/>
                    </a:moveTo>
                    <a:cubicBezTo>
                      <a:pt x="1678" y="111"/>
                      <a:pt x="1705" y="116"/>
                      <a:pt x="1729" y="127"/>
                    </a:cubicBezTo>
                    <a:cubicBezTo>
                      <a:pt x="1750" y="147"/>
                      <a:pt x="1771" y="168"/>
                      <a:pt x="1771" y="216"/>
                    </a:cubicBezTo>
                    <a:cubicBezTo>
                      <a:pt x="1792" y="326"/>
                      <a:pt x="1729" y="519"/>
                      <a:pt x="1572" y="760"/>
                    </a:cubicBezTo>
                    <a:cubicBezTo>
                      <a:pt x="1289" y="1216"/>
                      <a:pt x="765" y="1698"/>
                      <a:pt x="420" y="1808"/>
                    </a:cubicBezTo>
                    <a:cubicBezTo>
                      <a:pt x="331" y="1829"/>
                      <a:pt x="263" y="1829"/>
                      <a:pt x="221" y="1829"/>
                    </a:cubicBezTo>
                    <a:cubicBezTo>
                      <a:pt x="179" y="1808"/>
                      <a:pt x="158" y="1787"/>
                      <a:pt x="158" y="1740"/>
                    </a:cubicBezTo>
                    <a:cubicBezTo>
                      <a:pt x="132" y="1656"/>
                      <a:pt x="158" y="1478"/>
                      <a:pt x="310" y="1242"/>
                    </a:cubicBezTo>
                    <a:cubicBezTo>
                      <a:pt x="462" y="1001"/>
                      <a:pt x="655" y="739"/>
                      <a:pt x="896" y="540"/>
                    </a:cubicBezTo>
                    <a:cubicBezTo>
                      <a:pt x="1116" y="326"/>
                      <a:pt x="1357" y="168"/>
                      <a:pt x="1530" y="127"/>
                    </a:cubicBezTo>
                    <a:cubicBezTo>
                      <a:pt x="1574" y="116"/>
                      <a:pt x="1612" y="111"/>
                      <a:pt x="1645" y="111"/>
                    </a:cubicBezTo>
                    <a:close/>
                    <a:moveTo>
                      <a:pt x="1640" y="1"/>
                    </a:moveTo>
                    <a:cubicBezTo>
                      <a:pt x="1597" y="1"/>
                      <a:pt x="1554" y="6"/>
                      <a:pt x="1509" y="17"/>
                    </a:cubicBezTo>
                    <a:cubicBezTo>
                      <a:pt x="1289" y="85"/>
                      <a:pt x="1048" y="257"/>
                      <a:pt x="813" y="456"/>
                    </a:cubicBezTo>
                    <a:cubicBezTo>
                      <a:pt x="593" y="671"/>
                      <a:pt x="373" y="933"/>
                      <a:pt x="221" y="1195"/>
                    </a:cubicBezTo>
                    <a:cubicBezTo>
                      <a:pt x="69" y="1436"/>
                      <a:pt x="1" y="1635"/>
                      <a:pt x="48" y="1787"/>
                    </a:cubicBezTo>
                    <a:cubicBezTo>
                      <a:pt x="69" y="1849"/>
                      <a:pt x="111" y="1918"/>
                      <a:pt x="200" y="1939"/>
                    </a:cubicBezTo>
                    <a:cubicBezTo>
                      <a:pt x="263" y="1939"/>
                      <a:pt x="352" y="1939"/>
                      <a:pt x="441" y="1918"/>
                    </a:cubicBezTo>
                    <a:cubicBezTo>
                      <a:pt x="833" y="1787"/>
                      <a:pt x="1357" y="1305"/>
                      <a:pt x="1661" y="823"/>
                    </a:cubicBezTo>
                    <a:cubicBezTo>
                      <a:pt x="1834" y="561"/>
                      <a:pt x="1902" y="367"/>
                      <a:pt x="1881" y="195"/>
                    </a:cubicBezTo>
                    <a:cubicBezTo>
                      <a:pt x="1881" y="127"/>
                      <a:pt x="1834" y="64"/>
                      <a:pt x="1771" y="17"/>
                    </a:cubicBezTo>
                    <a:cubicBezTo>
                      <a:pt x="1726" y="6"/>
                      <a:pt x="1683" y="1"/>
                      <a:pt x="164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0" name="Google Shape;1280;p38"/>
              <p:cNvSpPr/>
              <p:nvPr/>
            </p:nvSpPr>
            <p:spPr>
              <a:xfrm>
                <a:off x="2384770" y="1599226"/>
                <a:ext cx="622395" cy="1022853"/>
              </a:xfrm>
              <a:custGeom>
                <a:avLst/>
                <a:gdLst/>
                <a:ahLst/>
                <a:cxnLst/>
                <a:rect l="l" t="t" r="r" b="b"/>
                <a:pathLst>
                  <a:path w="3971" h="6526" extrusionOk="0">
                    <a:moveTo>
                      <a:pt x="1551" y="0"/>
                    </a:moveTo>
                    <a:lnTo>
                      <a:pt x="1" y="414"/>
                    </a:lnTo>
                    <a:lnTo>
                      <a:pt x="2117" y="6525"/>
                    </a:lnTo>
                    <a:cubicBezTo>
                      <a:pt x="2991" y="6174"/>
                      <a:pt x="3971" y="5981"/>
                      <a:pt x="3971" y="5981"/>
                    </a:cubicBezTo>
                    <a:lnTo>
                      <a:pt x="155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1" name="Google Shape;1281;p38"/>
              <p:cNvSpPr/>
              <p:nvPr/>
            </p:nvSpPr>
            <p:spPr>
              <a:xfrm>
                <a:off x="2375053" y="1588412"/>
                <a:ext cx="639479" cy="1043542"/>
              </a:xfrm>
              <a:custGeom>
                <a:avLst/>
                <a:gdLst/>
                <a:ahLst/>
                <a:cxnLst/>
                <a:rect l="l" t="t" r="r" b="b"/>
                <a:pathLst>
                  <a:path w="4080" h="6658" extrusionOk="0">
                    <a:moveTo>
                      <a:pt x="1571" y="132"/>
                    </a:moveTo>
                    <a:lnTo>
                      <a:pt x="3970" y="6002"/>
                    </a:lnTo>
                    <a:cubicBezTo>
                      <a:pt x="3902" y="6023"/>
                      <a:pt x="3032" y="6201"/>
                      <a:pt x="2226" y="6526"/>
                    </a:cubicBezTo>
                    <a:lnTo>
                      <a:pt x="131" y="504"/>
                    </a:lnTo>
                    <a:lnTo>
                      <a:pt x="1571" y="132"/>
                    </a:lnTo>
                    <a:close/>
                    <a:moveTo>
                      <a:pt x="1592" y="1"/>
                    </a:moveTo>
                    <a:lnTo>
                      <a:pt x="42" y="420"/>
                    </a:lnTo>
                    <a:lnTo>
                      <a:pt x="0" y="483"/>
                    </a:lnTo>
                    <a:lnTo>
                      <a:pt x="2137" y="6615"/>
                    </a:lnTo>
                    <a:lnTo>
                      <a:pt x="2200" y="6657"/>
                    </a:lnTo>
                    <a:cubicBezTo>
                      <a:pt x="3053" y="6311"/>
                      <a:pt x="4033" y="6092"/>
                      <a:pt x="4033" y="6092"/>
                    </a:cubicBezTo>
                    <a:lnTo>
                      <a:pt x="4080" y="6023"/>
                    </a:lnTo>
                    <a:lnTo>
                      <a:pt x="1655" y="48"/>
                    </a:lnTo>
                    <a:lnTo>
                      <a:pt x="159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2" name="Google Shape;1282;p38"/>
              <p:cNvSpPr/>
              <p:nvPr/>
            </p:nvSpPr>
            <p:spPr>
              <a:xfrm>
                <a:off x="2768143" y="1551579"/>
                <a:ext cx="352340" cy="698098"/>
              </a:xfrm>
              <a:custGeom>
                <a:avLst/>
                <a:gdLst/>
                <a:ahLst/>
                <a:cxnLst/>
                <a:rect l="l" t="t" r="r" b="b"/>
                <a:pathLst>
                  <a:path w="2248" h="4454" extrusionOk="0">
                    <a:moveTo>
                      <a:pt x="1" y="0"/>
                    </a:moveTo>
                    <a:cubicBezTo>
                      <a:pt x="1" y="0"/>
                      <a:pt x="42" y="1069"/>
                      <a:pt x="283" y="1786"/>
                    </a:cubicBezTo>
                    <a:cubicBezTo>
                      <a:pt x="503" y="2530"/>
                      <a:pt x="1441" y="4363"/>
                      <a:pt x="1441" y="4363"/>
                    </a:cubicBezTo>
                    <a:cubicBezTo>
                      <a:pt x="1441" y="4363"/>
                      <a:pt x="1601" y="4454"/>
                      <a:pt x="1754" y="4454"/>
                    </a:cubicBezTo>
                    <a:cubicBezTo>
                      <a:pt x="1812" y="4454"/>
                      <a:pt x="1870" y="4441"/>
                      <a:pt x="1917" y="4405"/>
                    </a:cubicBezTo>
                    <a:cubicBezTo>
                      <a:pt x="2095" y="4274"/>
                      <a:pt x="2247" y="4101"/>
                      <a:pt x="2137" y="3619"/>
                    </a:cubicBezTo>
                    <a:cubicBezTo>
                      <a:pt x="2027" y="3116"/>
                      <a:pt x="1896" y="2813"/>
                      <a:pt x="1896" y="2813"/>
                    </a:cubicBezTo>
                    <a:cubicBezTo>
                      <a:pt x="1896" y="2813"/>
                      <a:pt x="1854" y="2682"/>
                      <a:pt x="1744" y="2619"/>
                    </a:cubicBezTo>
                    <a:cubicBezTo>
                      <a:pt x="1695" y="2588"/>
                      <a:pt x="1646" y="2580"/>
                      <a:pt x="1606" y="2580"/>
                    </a:cubicBezTo>
                    <a:cubicBezTo>
                      <a:pt x="1558" y="2580"/>
                      <a:pt x="1525" y="2593"/>
                      <a:pt x="1525" y="2593"/>
                    </a:cubicBezTo>
                    <a:cubicBezTo>
                      <a:pt x="1525" y="2593"/>
                      <a:pt x="1352" y="870"/>
                      <a:pt x="1179" y="435"/>
                    </a:cubicBezTo>
                    <a:cubicBezTo>
                      <a:pt x="980" y="0"/>
                      <a:pt x="393" y="2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3" name="Google Shape;1283;p38"/>
              <p:cNvSpPr/>
              <p:nvPr/>
            </p:nvSpPr>
            <p:spPr>
              <a:xfrm>
                <a:off x="2757486" y="1540921"/>
                <a:ext cx="362998" cy="717533"/>
              </a:xfrm>
              <a:custGeom>
                <a:avLst/>
                <a:gdLst/>
                <a:ahLst/>
                <a:cxnLst/>
                <a:rect l="l" t="t" r="r" b="b"/>
                <a:pathLst>
                  <a:path w="2316" h="4578" extrusionOk="0">
                    <a:moveTo>
                      <a:pt x="131" y="110"/>
                    </a:moveTo>
                    <a:lnTo>
                      <a:pt x="131" y="110"/>
                    </a:lnTo>
                    <a:cubicBezTo>
                      <a:pt x="309" y="131"/>
                      <a:pt x="524" y="131"/>
                      <a:pt x="723" y="173"/>
                    </a:cubicBezTo>
                    <a:cubicBezTo>
                      <a:pt x="938" y="220"/>
                      <a:pt x="1116" y="330"/>
                      <a:pt x="1179" y="524"/>
                    </a:cubicBezTo>
                    <a:cubicBezTo>
                      <a:pt x="1268" y="723"/>
                      <a:pt x="1357" y="1268"/>
                      <a:pt x="1420" y="1744"/>
                    </a:cubicBezTo>
                    <a:cubicBezTo>
                      <a:pt x="1488" y="2247"/>
                      <a:pt x="1530" y="2687"/>
                      <a:pt x="1530" y="2687"/>
                    </a:cubicBezTo>
                    <a:lnTo>
                      <a:pt x="1619" y="2729"/>
                    </a:lnTo>
                    <a:cubicBezTo>
                      <a:pt x="1619" y="2729"/>
                      <a:pt x="1656" y="2710"/>
                      <a:pt x="1707" y="2710"/>
                    </a:cubicBezTo>
                    <a:cubicBezTo>
                      <a:pt x="1733" y="2710"/>
                      <a:pt x="1762" y="2715"/>
                      <a:pt x="1792" y="2729"/>
                    </a:cubicBezTo>
                    <a:cubicBezTo>
                      <a:pt x="1854" y="2792"/>
                      <a:pt x="1902" y="2901"/>
                      <a:pt x="1902" y="2901"/>
                    </a:cubicBezTo>
                    <a:cubicBezTo>
                      <a:pt x="1902" y="2901"/>
                      <a:pt x="2053" y="3210"/>
                      <a:pt x="2142" y="3687"/>
                    </a:cubicBezTo>
                    <a:cubicBezTo>
                      <a:pt x="2205" y="3928"/>
                      <a:pt x="2184" y="4080"/>
                      <a:pt x="2142" y="4190"/>
                    </a:cubicBezTo>
                    <a:cubicBezTo>
                      <a:pt x="2095" y="4300"/>
                      <a:pt x="2032" y="4363"/>
                      <a:pt x="1943" y="4431"/>
                    </a:cubicBezTo>
                    <a:cubicBezTo>
                      <a:pt x="1907" y="4455"/>
                      <a:pt x="1861" y="4465"/>
                      <a:pt x="1811" y="4465"/>
                    </a:cubicBezTo>
                    <a:cubicBezTo>
                      <a:pt x="1776" y="4465"/>
                      <a:pt x="1739" y="4460"/>
                      <a:pt x="1703" y="4452"/>
                    </a:cubicBezTo>
                    <a:cubicBezTo>
                      <a:pt x="1619" y="4431"/>
                      <a:pt x="1551" y="4389"/>
                      <a:pt x="1551" y="4389"/>
                    </a:cubicBezTo>
                    <a:cubicBezTo>
                      <a:pt x="1551" y="4363"/>
                      <a:pt x="1310" y="3928"/>
                      <a:pt x="1069" y="3383"/>
                    </a:cubicBezTo>
                    <a:cubicBezTo>
                      <a:pt x="807" y="2839"/>
                      <a:pt x="503" y="2205"/>
                      <a:pt x="393" y="1854"/>
                    </a:cubicBezTo>
                    <a:cubicBezTo>
                      <a:pt x="179" y="1179"/>
                      <a:pt x="131" y="220"/>
                      <a:pt x="131" y="110"/>
                    </a:cubicBezTo>
                    <a:close/>
                    <a:moveTo>
                      <a:pt x="69" y="0"/>
                    </a:moveTo>
                    <a:lnTo>
                      <a:pt x="1" y="68"/>
                    </a:lnTo>
                    <a:cubicBezTo>
                      <a:pt x="1" y="68"/>
                      <a:pt x="69" y="1137"/>
                      <a:pt x="283" y="1875"/>
                    </a:cubicBezTo>
                    <a:cubicBezTo>
                      <a:pt x="414" y="2247"/>
                      <a:pt x="702" y="2881"/>
                      <a:pt x="964" y="3425"/>
                    </a:cubicBezTo>
                    <a:cubicBezTo>
                      <a:pt x="1226" y="3996"/>
                      <a:pt x="1462" y="4452"/>
                      <a:pt x="1462" y="4452"/>
                    </a:cubicBezTo>
                    <a:lnTo>
                      <a:pt x="1488" y="4473"/>
                    </a:lnTo>
                    <a:cubicBezTo>
                      <a:pt x="1488" y="4473"/>
                      <a:pt x="1551" y="4520"/>
                      <a:pt x="1661" y="4541"/>
                    </a:cubicBezTo>
                    <a:cubicBezTo>
                      <a:pt x="1716" y="4562"/>
                      <a:pt x="1776" y="4577"/>
                      <a:pt x="1836" y="4577"/>
                    </a:cubicBezTo>
                    <a:cubicBezTo>
                      <a:pt x="1896" y="4577"/>
                      <a:pt x="1956" y="4562"/>
                      <a:pt x="2011" y="4520"/>
                    </a:cubicBezTo>
                    <a:cubicBezTo>
                      <a:pt x="2095" y="4452"/>
                      <a:pt x="2184" y="4363"/>
                      <a:pt x="2247" y="4232"/>
                    </a:cubicBezTo>
                    <a:cubicBezTo>
                      <a:pt x="2294" y="4101"/>
                      <a:pt x="2315" y="3928"/>
                      <a:pt x="2247" y="3666"/>
                    </a:cubicBezTo>
                    <a:cubicBezTo>
                      <a:pt x="2142" y="3184"/>
                      <a:pt x="2011" y="2881"/>
                      <a:pt x="2011" y="2881"/>
                    </a:cubicBezTo>
                    <a:cubicBezTo>
                      <a:pt x="2011" y="2881"/>
                      <a:pt x="1964" y="2729"/>
                      <a:pt x="1833" y="2640"/>
                    </a:cubicBezTo>
                    <a:cubicBezTo>
                      <a:pt x="1798" y="2613"/>
                      <a:pt x="1764" y="2605"/>
                      <a:pt x="1735" y="2605"/>
                    </a:cubicBezTo>
                    <a:cubicBezTo>
                      <a:pt x="1696" y="2605"/>
                      <a:pt x="1664" y="2619"/>
                      <a:pt x="1640" y="2619"/>
                    </a:cubicBezTo>
                    <a:cubicBezTo>
                      <a:pt x="1640" y="2598"/>
                      <a:pt x="1593" y="2205"/>
                      <a:pt x="1530" y="1744"/>
                    </a:cubicBezTo>
                    <a:cubicBezTo>
                      <a:pt x="1462" y="1247"/>
                      <a:pt x="1378" y="723"/>
                      <a:pt x="1289" y="482"/>
                    </a:cubicBezTo>
                    <a:cubicBezTo>
                      <a:pt x="1179" y="241"/>
                      <a:pt x="964" y="131"/>
                      <a:pt x="744" y="68"/>
                    </a:cubicBezTo>
                    <a:cubicBezTo>
                      <a:pt x="503" y="21"/>
                      <a:pt x="262" y="21"/>
                      <a:pt x="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4" name="Google Shape;1284;p38"/>
              <p:cNvSpPr/>
              <p:nvPr/>
            </p:nvSpPr>
            <p:spPr>
              <a:xfrm>
                <a:off x="3150576" y="2057204"/>
                <a:ext cx="602646" cy="352184"/>
              </a:xfrm>
              <a:custGeom>
                <a:avLst/>
                <a:gdLst/>
                <a:ahLst/>
                <a:cxnLst/>
                <a:rect l="l" t="t" r="r" b="b"/>
                <a:pathLst>
                  <a:path w="3845" h="2247" extrusionOk="0">
                    <a:moveTo>
                      <a:pt x="1116" y="0"/>
                    </a:moveTo>
                    <a:cubicBezTo>
                      <a:pt x="834" y="0"/>
                      <a:pt x="289" y="461"/>
                      <a:pt x="179" y="744"/>
                    </a:cubicBezTo>
                    <a:cubicBezTo>
                      <a:pt x="69" y="1048"/>
                      <a:pt x="1" y="1592"/>
                      <a:pt x="158" y="1901"/>
                    </a:cubicBezTo>
                    <a:cubicBezTo>
                      <a:pt x="237" y="2048"/>
                      <a:pt x="368" y="2083"/>
                      <a:pt x="476" y="2083"/>
                    </a:cubicBezTo>
                    <a:cubicBezTo>
                      <a:pt x="576" y="2083"/>
                      <a:pt x="656" y="2053"/>
                      <a:pt x="656" y="2053"/>
                    </a:cubicBezTo>
                    <a:cubicBezTo>
                      <a:pt x="917" y="2116"/>
                      <a:pt x="986" y="2116"/>
                      <a:pt x="1179" y="2142"/>
                    </a:cubicBezTo>
                    <a:cubicBezTo>
                      <a:pt x="1399" y="2163"/>
                      <a:pt x="2143" y="2205"/>
                      <a:pt x="2405" y="2205"/>
                    </a:cubicBezTo>
                    <a:cubicBezTo>
                      <a:pt x="2646" y="2184"/>
                      <a:pt x="2578" y="2247"/>
                      <a:pt x="2949" y="1681"/>
                    </a:cubicBezTo>
                    <a:cubicBezTo>
                      <a:pt x="3321" y="1116"/>
                      <a:pt x="3583" y="1027"/>
                      <a:pt x="3714" y="765"/>
                    </a:cubicBezTo>
                    <a:cubicBezTo>
                      <a:pt x="3845" y="482"/>
                      <a:pt x="3646" y="262"/>
                      <a:pt x="3342" y="152"/>
                    </a:cubicBezTo>
                    <a:cubicBezTo>
                      <a:pt x="3059" y="68"/>
                      <a:pt x="1399" y="0"/>
                      <a:pt x="1116"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5" name="Google Shape;1285;p38"/>
              <p:cNvSpPr/>
              <p:nvPr/>
            </p:nvSpPr>
            <p:spPr>
              <a:xfrm>
                <a:off x="3150576" y="2050621"/>
                <a:ext cx="599355" cy="360020"/>
              </a:xfrm>
              <a:custGeom>
                <a:avLst/>
                <a:gdLst/>
                <a:ahLst/>
                <a:cxnLst/>
                <a:rect l="l" t="t" r="r" b="b"/>
                <a:pathLst>
                  <a:path w="3824" h="2297" extrusionOk="0">
                    <a:moveTo>
                      <a:pt x="1116" y="110"/>
                    </a:moveTo>
                    <a:cubicBezTo>
                      <a:pt x="1247" y="110"/>
                      <a:pt x="1750" y="131"/>
                      <a:pt x="2227" y="152"/>
                    </a:cubicBezTo>
                    <a:cubicBezTo>
                      <a:pt x="2468" y="152"/>
                      <a:pt x="2708" y="173"/>
                      <a:pt x="2907" y="194"/>
                    </a:cubicBezTo>
                    <a:cubicBezTo>
                      <a:pt x="3122" y="220"/>
                      <a:pt x="3274" y="241"/>
                      <a:pt x="3342" y="262"/>
                    </a:cubicBezTo>
                    <a:cubicBezTo>
                      <a:pt x="3473" y="304"/>
                      <a:pt x="3583" y="372"/>
                      <a:pt x="3646" y="456"/>
                    </a:cubicBezTo>
                    <a:cubicBezTo>
                      <a:pt x="3714" y="545"/>
                      <a:pt x="3714" y="655"/>
                      <a:pt x="3667" y="786"/>
                    </a:cubicBezTo>
                    <a:cubicBezTo>
                      <a:pt x="3604" y="896"/>
                      <a:pt x="3515" y="980"/>
                      <a:pt x="3384" y="1111"/>
                    </a:cubicBezTo>
                    <a:cubicBezTo>
                      <a:pt x="3253" y="1242"/>
                      <a:pt x="3101" y="1399"/>
                      <a:pt x="2907" y="1702"/>
                    </a:cubicBezTo>
                    <a:cubicBezTo>
                      <a:pt x="2729" y="1985"/>
                      <a:pt x="2646" y="2116"/>
                      <a:pt x="2598" y="2158"/>
                    </a:cubicBezTo>
                    <a:cubicBezTo>
                      <a:pt x="2557" y="2184"/>
                      <a:pt x="2557" y="2184"/>
                      <a:pt x="2536" y="2184"/>
                    </a:cubicBezTo>
                    <a:lnTo>
                      <a:pt x="2384" y="2184"/>
                    </a:lnTo>
                    <a:cubicBezTo>
                      <a:pt x="2345" y="2188"/>
                      <a:pt x="2290" y="2189"/>
                      <a:pt x="2224" y="2189"/>
                    </a:cubicBezTo>
                    <a:cubicBezTo>
                      <a:pt x="1914" y="2189"/>
                      <a:pt x="1365" y="2154"/>
                      <a:pt x="1205" y="2137"/>
                    </a:cubicBezTo>
                    <a:cubicBezTo>
                      <a:pt x="986" y="2116"/>
                      <a:pt x="944" y="2116"/>
                      <a:pt x="682" y="2053"/>
                    </a:cubicBezTo>
                    <a:lnTo>
                      <a:pt x="635" y="2053"/>
                    </a:lnTo>
                    <a:cubicBezTo>
                      <a:pt x="635" y="2053"/>
                      <a:pt x="572" y="2074"/>
                      <a:pt x="462" y="2074"/>
                    </a:cubicBezTo>
                    <a:cubicBezTo>
                      <a:pt x="373" y="2074"/>
                      <a:pt x="263" y="2027"/>
                      <a:pt x="200" y="1922"/>
                    </a:cubicBezTo>
                    <a:cubicBezTo>
                      <a:pt x="132" y="1791"/>
                      <a:pt x="111" y="1571"/>
                      <a:pt x="111" y="1372"/>
                    </a:cubicBezTo>
                    <a:cubicBezTo>
                      <a:pt x="132" y="1158"/>
                      <a:pt x="179" y="959"/>
                      <a:pt x="242" y="807"/>
                    </a:cubicBezTo>
                    <a:cubicBezTo>
                      <a:pt x="289" y="697"/>
                      <a:pt x="441" y="503"/>
                      <a:pt x="614" y="351"/>
                    </a:cubicBezTo>
                    <a:cubicBezTo>
                      <a:pt x="813" y="220"/>
                      <a:pt x="1006" y="110"/>
                      <a:pt x="1116" y="110"/>
                    </a:cubicBezTo>
                    <a:close/>
                    <a:moveTo>
                      <a:pt x="1116" y="0"/>
                    </a:moveTo>
                    <a:cubicBezTo>
                      <a:pt x="944" y="0"/>
                      <a:pt x="745" y="131"/>
                      <a:pt x="551" y="283"/>
                    </a:cubicBezTo>
                    <a:cubicBezTo>
                      <a:pt x="373" y="435"/>
                      <a:pt x="200" y="613"/>
                      <a:pt x="132" y="786"/>
                    </a:cubicBezTo>
                    <a:cubicBezTo>
                      <a:pt x="69" y="917"/>
                      <a:pt x="27" y="1137"/>
                      <a:pt x="27" y="1351"/>
                    </a:cubicBezTo>
                    <a:cubicBezTo>
                      <a:pt x="1" y="1571"/>
                      <a:pt x="27" y="1791"/>
                      <a:pt x="111" y="1964"/>
                    </a:cubicBezTo>
                    <a:cubicBezTo>
                      <a:pt x="200" y="2116"/>
                      <a:pt x="331" y="2184"/>
                      <a:pt x="462" y="2184"/>
                    </a:cubicBezTo>
                    <a:cubicBezTo>
                      <a:pt x="572" y="2184"/>
                      <a:pt x="635" y="2158"/>
                      <a:pt x="656" y="2158"/>
                    </a:cubicBezTo>
                    <a:cubicBezTo>
                      <a:pt x="917" y="2205"/>
                      <a:pt x="986" y="2226"/>
                      <a:pt x="1179" y="2247"/>
                    </a:cubicBezTo>
                    <a:cubicBezTo>
                      <a:pt x="1354" y="2264"/>
                      <a:pt x="1856" y="2297"/>
                      <a:pt x="2188" y="2297"/>
                    </a:cubicBezTo>
                    <a:cubicBezTo>
                      <a:pt x="2275" y="2297"/>
                      <a:pt x="2350" y="2294"/>
                      <a:pt x="2405" y="2289"/>
                    </a:cubicBezTo>
                    <a:lnTo>
                      <a:pt x="2536" y="2289"/>
                    </a:lnTo>
                    <a:cubicBezTo>
                      <a:pt x="2578" y="2289"/>
                      <a:pt x="2619" y="2268"/>
                      <a:pt x="2667" y="2226"/>
                    </a:cubicBezTo>
                    <a:cubicBezTo>
                      <a:pt x="2729" y="2158"/>
                      <a:pt x="2818" y="2027"/>
                      <a:pt x="2991" y="1744"/>
                    </a:cubicBezTo>
                    <a:cubicBezTo>
                      <a:pt x="3169" y="1461"/>
                      <a:pt x="3342" y="1310"/>
                      <a:pt x="3452" y="1179"/>
                    </a:cubicBezTo>
                    <a:cubicBezTo>
                      <a:pt x="3583" y="1069"/>
                      <a:pt x="3693" y="959"/>
                      <a:pt x="3756" y="828"/>
                    </a:cubicBezTo>
                    <a:cubicBezTo>
                      <a:pt x="3824" y="676"/>
                      <a:pt x="3824" y="524"/>
                      <a:pt x="3735" y="393"/>
                    </a:cubicBezTo>
                    <a:cubicBezTo>
                      <a:pt x="3646" y="283"/>
                      <a:pt x="3515" y="194"/>
                      <a:pt x="3363" y="152"/>
                    </a:cubicBezTo>
                    <a:cubicBezTo>
                      <a:pt x="3274" y="131"/>
                      <a:pt x="3122" y="110"/>
                      <a:pt x="2928" y="89"/>
                    </a:cubicBezTo>
                    <a:cubicBezTo>
                      <a:pt x="2729" y="63"/>
                      <a:pt x="2468" y="42"/>
                      <a:pt x="2227" y="42"/>
                    </a:cubicBezTo>
                    <a:cubicBezTo>
                      <a:pt x="1750" y="21"/>
                      <a:pt x="1268" y="0"/>
                      <a:pt x="111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6" name="Google Shape;1286;p38"/>
              <p:cNvSpPr/>
              <p:nvPr/>
            </p:nvSpPr>
            <p:spPr>
              <a:xfrm>
                <a:off x="2938828" y="1950311"/>
                <a:ext cx="462368" cy="496693"/>
              </a:xfrm>
              <a:custGeom>
                <a:avLst/>
                <a:gdLst/>
                <a:ahLst/>
                <a:cxnLst/>
                <a:rect l="l" t="t" r="r" b="b"/>
                <a:pathLst>
                  <a:path w="2950" h="3169" extrusionOk="0">
                    <a:moveTo>
                      <a:pt x="1044" y="1"/>
                    </a:moveTo>
                    <a:cubicBezTo>
                      <a:pt x="1016" y="1"/>
                      <a:pt x="996" y="3"/>
                      <a:pt x="985" y="7"/>
                    </a:cubicBezTo>
                    <a:cubicBezTo>
                      <a:pt x="854" y="49"/>
                      <a:pt x="593" y="159"/>
                      <a:pt x="305" y="619"/>
                    </a:cubicBezTo>
                    <a:cubicBezTo>
                      <a:pt x="1" y="1054"/>
                      <a:pt x="43" y="1882"/>
                      <a:pt x="331" y="2405"/>
                    </a:cubicBezTo>
                    <a:cubicBezTo>
                      <a:pt x="614" y="2955"/>
                      <a:pt x="959" y="2997"/>
                      <a:pt x="1352" y="3107"/>
                    </a:cubicBezTo>
                    <a:cubicBezTo>
                      <a:pt x="1513" y="3149"/>
                      <a:pt x="1651" y="3168"/>
                      <a:pt x="1764" y="3168"/>
                    </a:cubicBezTo>
                    <a:cubicBezTo>
                      <a:pt x="1946" y="3168"/>
                      <a:pt x="2065" y="3119"/>
                      <a:pt x="2117" y="3039"/>
                    </a:cubicBezTo>
                    <a:cubicBezTo>
                      <a:pt x="2206" y="2908"/>
                      <a:pt x="2268" y="2756"/>
                      <a:pt x="2268" y="2756"/>
                    </a:cubicBezTo>
                    <a:lnTo>
                      <a:pt x="2268" y="2756"/>
                    </a:lnTo>
                    <a:cubicBezTo>
                      <a:pt x="2268" y="2756"/>
                      <a:pt x="2218" y="2782"/>
                      <a:pt x="2148" y="2782"/>
                    </a:cubicBezTo>
                    <a:cubicBezTo>
                      <a:pt x="2088" y="2782"/>
                      <a:pt x="2014" y="2763"/>
                      <a:pt x="1944" y="2693"/>
                    </a:cubicBezTo>
                    <a:cubicBezTo>
                      <a:pt x="1813" y="2536"/>
                      <a:pt x="1420" y="2321"/>
                      <a:pt x="1724" y="1515"/>
                    </a:cubicBezTo>
                    <a:cubicBezTo>
                      <a:pt x="2018" y="722"/>
                      <a:pt x="2644" y="703"/>
                      <a:pt x="2704" y="703"/>
                    </a:cubicBezTo>
                    <a:cubicBezTo>
                      <a:pt x="2707" y="703"/>
                      <a:pt x="2708" y="703"/>
                      <a:pt x="2708" y="703"/>
                    </a:cubicBezTo>
                    <a:cubicBezTo>
                      <a:pt x="2949" y="703"/>
                      <a:pt x="2881" y="289"/>
                      <a:pt x="2488" y="206"/>
                    </a:cubicBezTo>
                    <a:cubicBezTo>
                      <a:pt x="2290" y="163"/>
                      <a:pt x="1308" y="1"/>
                      <a:pt x="10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7" name="Google Shape;1287;p38"/>
              <p:cNvSpPr/>
              <p:nvPr/>
            </p:nvSpPr>
            <p:spPr>
              <a:xfrm>
                <a:off x="2945410" y="1941378"/>
                <a:ext cx="448419" cy="514404"/>
              </a:xfrm>
              <a:custGeom>
                <a:avLst/>
                <a:gdLst/>
                <a:ahLst/>
                <a:cxnLst/>
                <a:rect l="l" t="t" r="r" b="b"/>
                <a:pathLst>
                  <a:path w="2861" h="3282" extrusionOk="0">
                    <a:moveTo>
                      <a:pt x="1027" y="106"/>
                    </a:moveTo>
                    <a:cubicBezTo>
                      <a:pt x="1048" y="106"/>
                      <a:pt x="1116" y="106"/>
                      <a:pt x="1179" y="132"/>
                    </a:cubicBezTo>
                    <a:cubicBezTo>
                      <a:pt x="1310" y="132"/>
                      <a:pt x="1467" y="153"/>
                      <a:pt x="1640" y="174"/>
                    </a:cubicBezTo>
                    <a:cubicBezTo>
                      <a:pt x="1965" y="237"/>
                      <a:pt x="2336" y="305"/>
                      <a:pt x="2446" y="326"/>
                    </a:cubicBezTo>
                    <a:cubicBezTo>
                      <a:pt x="2619" y="367"/>
                      <a:pt x="2729" y="477"/>
                      <a:pt x="2750" y="566"/>
                    </a:cubicBezTo>
                    <a:cubicBezTo>
                      <a:pt x="2776" y="608"/>
                      <a:pt x="2750" y="655"/>
                      <a:pt x="2750" y="676"/>
                    </a:cubicBezTo>
                    <a:cubicBezTo>
                      <a:pt x="2729" y="697"/>
                      <a:pt x="2708" y="718"/>
                      <a:pt x="2666" y="718"/>
                    </a:cubicBezTo>
                    <a:cubicBezTo>
                      <a:pt x="2666" y="718"/>
                      <a:pt x="2653" y="717"/>
                      <a:pt x="2629" y="717"/>
                    </a:cubicBezTo>
                    <a:cubicBezTo>
                      <a:pt x="2565" y="717"/>
                      <a:pt x="2429" y="728"/>
                      <a:pt x="2274" y="807"/>
                    </a:cubicBezTo>
                    <a:cubicBezTo>
                      <a:pt x="2054" y="917"/>
                      <a:pt x="1792" y="1132"/>
                      <a:pt x="1640" y="1546"/>
                    </a:cubicBezTo>
                    <a:cubicBezTo>
                      <a:pt x="1488" y="1965"/>
                      <a:pt x="1509" y="2227"/>
                      <a:pt x="1572" y="2420"/>
                    </a:cubicBezTo>
                    <a:cubicBezTo>
                      <a:pt x="1661" y="2619"/>
                      <a:pt x="1813" y="2724"/>
                      <a:pt x="1881" y="2792"/>
                    </a:cubicBezTo>
                    <a:cubicBezTo>
                      <a:pt x="1944" y="2881"/>
                      <a:pt x="2054" y="2902"/>
                      <a:pt x="2122" y="2902"/>
                    </a:cubicBezTo>
                    <a:cubicBezTo>
                      <a:pt x="2096" y="2944"/>
                      <a:pt x="2075" y="2986"/>
                      <a:pt x="2033" y="3075"/>
                    </a:cubicBezTo>
                    <a:cubicBezTo>
                      <a:pt x="1991" y="3117"/>
                      <a:pt x="1923" y="3164"/>
                      <a:pt x="1813" y="3164"/>
                    </a:cubicBezTo>
                    <a:cubicBezTo>
                      <a:pt x="1778" y="3169"/>
                      <a:pt x="1742" y="3172"/>
                      <a:pt x="1705" y="3172"/>
                    </a:cubicBezTo>
                    <a:cubicBezTo>
                      <a:pt x="1599" y="3172"/>
                      <a:pt x="1479" y="3152"/>
                      <a:pt x="1336" y="3117"/>
                    </a:cubicBezTo>
                    <a:cubicBezTo>
                      <a:pt x="1137" y="3054"/>
                      <a:pt x="943" y="3012"/>
                      <a:pt x="786" y="2923"/>
                    </a:cubicBezTo>
                    <a:cubicBezTo>
                      <a:pt x="613" y="2834"/>
                      <a:pt x="462" y="2703"/>
                      <a:pt x="331" y="2441"/>
                    </a:cubicBezTo>
                    <a:cubicBezTo>
                      <a:pt x="200" y="2200"/>
                      <a:pt x="111" y="1855"/>
                      <a:pt x="111" y="1546"/>
                    </a:cubicBezTo>
                    <a:cubicBezTo>
                      <a:pt x="90" y="1221"/>
                      <a:pt x="179" y="917"/>
                      <a:pt x="310" y="697"/>
                    </a:cubicBezTo>
                    <a:cubicBezTo>
                      <a:pt x="593" y="263"/>
                      <a:pt x="854" y="153"/>
                      <a:pt x="943" y="106"/>
                    </a:cubicBezTo>
                    <a:close/>
                    <a:moveTo>
                      <a:pt x="1027" y="1"/>
                    </a:moveTo>
                    <a:cubicBezTo>
                      <a:pt x="985" y="1"/>
                      <a:pt x="943" y="1"/>
                      <a:pt x="917" y="22"/>
                    </a:cubicBezTo>
                    <a:cubicBezTo>
                      <a:pt x="786" y="43"/>
                      <a:pt x="524" y="195"/>
                      <a:pt x="221" y="655"/>
                    </a:cubicBezTo>
                    <a:cubicBezTo>
                      <a:pt x="69" y="870"/>
                      <a:pt x="1" y="1200"/>
                      <a:pt x="1" y="1546"/>
                    </a:cubicBezTo>
                    <a:cubicBezTo>
                      <a:pt x="1" y="1876"/>
                      <a:pt x="90" y="2227"/>
                      <a:pt x="242" y="2509"/>
                    </a:cubicBezTo>
                    <a:cubicBezTo>
                      <a:pt x="373" y="2771"/>
                      <a:pt x="551" y="2923"/>
                      <a:pt x="723" y="3033"/>
                    </a:cubicBezTo>
                    <a:cubicBezTo>
                      <a:pt x="917" y="3117"/>
                      <a:pt x="1116" y="3164"/>
                      <a:pt x="1310" y="3206"/>
                    </a:cubicBezTo>
                    <a:cubicBezTo>
                      <a:pt x="1460" y="3257"/>
                      <a:pt x="1595" y="3282"/>
                      <a:pt x="1709" y="3282"/>
                    </a:cubicBezTo>
                    <a:cubicBezTo>
                      <a:pt x="1746" y="3282"/>
                      <a:pt x="1780" y="3279"/>
                      <a:pt x="1813" y="3274"/>
                    </a:cubicBezTo>
                    <a:cubicBezTo>
                      <a:pt x="1944" y="3274"/>
                      <a:pt x="2054" y="3206"/>
                      <a:pt x="2122" y="3117"/>
                    </a:cubicBezTo>
                    <a:cubicBezTo>
                      <a:pt x="2205" y="2986"/>
                      <a:pt x="2274" y="2834"/>
                      <a:pt x="2274" y="2834"/>
                    </a:cubicBezTo>
                    <a:lnTo>
                      <a:pt x="2205" y="2771"/>
                    </a:lnTo>
                    <a:cubicBezTo>
                      <a:pt x="2205" y="2771"/>
                      <a:pt x="2164" y="2771"/>
                      <a:pt x="2122" y="2792"/>
                    </a:cubicBezTo>
                    <a:cubicBezTo>
                      <a:pt x="2054" y="2792"/>
                      <a:pt x="2012" y="2792"/>
                      <a:pt x="1944" y="2724"/>
                    </a:cubicBezTo>
                    <a:cubicBezTo>
                      <a:pt x="1881" y="2640"/>
                      <a:pt x="1750" y="2551"/>
                      <a:pt x="1682" y="2378"/>
                    </a:cubicBezTo>
                    <a:cubicBezTo>
                      <a:pt x="1619" y="2227"/>
                      <a:pt x="1598" y="1986"/>
                      <a:pt x="1750" y="1572"/>
                    </a:cubicBezTo>
                    <a:cubicBezTo>
                      <a:pt x="1881" y="1179"/>
                      <a:pt x="2122" y="1001"/>
                      <a:pt x="2315" y="917"/>
                    </a:cubicBezTo>
                    <a:cubicBezTo>
                      <a:pt x="2460" y="838"/>
                      <a:pt x="2579" y="827"/>
                      <a:pt x="2634" y="827"/>
                    </a:cubicBezTo>
                    <a:cubicBezTo>
                      <a:pt x="2655" y="827"/>
                      <a:pt x="2666" y="828"/>
                      <a:pt x="2666" y="828"/>
                    </a:cubicBezTo>
                    <a:cubicBezTo>
                      <a:pt x="2750" y="828"/>
                      <a:pt x="2797" y="786"/>
                      <a:pt x="2839" y="718"/>
                    </a:cubicBezTo>
                    <a:cubicBezTo>
                      <a:pt x="2860" y="676"/>
                      <a:pt x="2860" y="608"/>
                      <a:pt x="2860" y="525"/>
                    </a:cubicBezTo>
                    <a:cubicBezTo>
                      <a:pt x="2818" y="394"/>
                      <a:pt x="2687" y="263"/>
                      <a:pt x="2467" y="216"/>
                    </a:cubicBezTo>
                    <a:cubicBezTo>
                      <a:pt x="2336" y="195"/>
                      <a:pt x="1991" y="132"/>
                      <a:pt x="1661" y="85"/>
                    </a:cubicBezTo>
                    <a:cubicBezTo>
                      <a:pt x="1488" y="64"/>
                      <a:pt x="1310" y="22"/>
                      <a:pt x="1179" y="22"/>
                    </a:cubicBezTo>
                    <a:cubicBezTo>
                      <a:pt x="1116" y="22"/>
                      <a:pt x="1074" y="1"/>
                      <a:pt x="102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8" name="Google Shape;1288;p38"/>
              <p:cNvSpPr/>
              <p:nvPr/>
            </p:nvSpPr>
            <p:spPr>
              <a:xfrm>
                <a:off x="2268316" y="1379955"/>
                <a:ext cx="359707" cy="301872"/>
              </a:xfrm>
              <a:custGeom>
                <a:avLst/>
                <a:gdLst/>
                <a:ahLst/>
                <a:cxnLst/>
                <a:rect l="l" t="t" r="r" b="b"/>
                <a:pathLst>
                  <a:path w="2295" h="1926" extrusionOk="0">
                    <a:moveTo>
                      <a:pt x="1812" y="1"/>
                    </a:moveTo>
                    <a:lnTo>
                      <a:pt x="110" y="69"/>
                    </a:lnTo>
                    <a:lnTo>
                      <a:pt x="0" y="1530"/>
                    </a:lnTo>
                    <a:cubicBezTo>
                      <a:pt x="0" y="1530"/>
                      <a:pt x="658" y="1926"/>
                      <a:pt x="1305" y="1926"/>
                    </a:cubicBezTo>
                    <a:cubicBezTo>
                      <a:pt x="1336" y="1926"/>
                      <a:pt x="1368" y="1925"/>
                      <a:pt x="1399" y="1923"/>
                    </a:cubicBezTo>
                    <a:cubicBezTo>
                      <a:pt x="2074" y="1881"/>
                      <a:pt x="2294" y="1462"/>
                      <a:pt x="2294" y="1462"/>
                    </a:cubicBezTo>
                    <a:lnTo>
                      <a:pt x="1812" y="1"/>
                    </a:ln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89" name="Google Shape;1289;p38"/>
              <p:cNvSpPr/>
              <p:nvPr/>
            </p:nvSpPr>
            <p:spPr>
              <a:xfrm>
                <a:off x="2261734" y="1373372"/>
                <a:ext cx="376007" cy="315664"/>
              </a:xfrm>
              <a:custGeom>
                <a:avLst/>
                <a:gdLst/>
                <a:ahLst/>
                <a:cxnLst/>
                <a:rect l="l" t="t" r="r" b="b"/>
                <a:pathLst>
                  <a:path w="2399" h="2014" extrusionOk="0">
                    <a:moveTo>
                      <a:pt x="1812" y="111"/>
                    </a:moveTo>
                    <a:lnTo>
                      <a:pt x="2294" y="1483"/>
                    </a:lnTo>
                    <a:cubicBezTo>
                      <a:pt x="2268" y="1504"/>
                      <a:pt x="2247" y="1572"/>
                      <a:pt x="2116" y="1682"/>
                    </a:cubicBezTo>
                    <a:cubicBezTo>
                      <a:pt x="1985" y="1766"/>
                      <a:pt x="1770" y="1897"/>
                      <a:pt x="1441" y="1923"/>
                    </a:cubicBezTo>
                    <a:cubicBezTo>
                      <a:pt x="1409" y="1925"/>
                      <a:pt x="1376" y="1926"/>
                      <a:pt x="1344" y="1926"/>
                    </a:cubicBezTo>
                    <a:cubicBezTo>
                      <a:pt x="742" y="1926"/>
                      <a:pt x="150" y="1571"/>
                      <a:pt x="110" y="1551"/>
                    </a:cubicBezTo>
                    <a:lnTo>
                      <a:pt x="199" y="153"/>
                    </a:lnTo>
                    <a:lnTo>
                      <a:pt x="1812" y="111"/>
                    </a:lnTo>
                    <a:close/>
                    <a:moveTo>
                      <a:pt x="1854" y="1"/>
                    </a:moveTo>
                    <a:lnTo>
                      <a:pt x="152" y="43"/>
                    </a:lnTo>
                    <a:lnTo>
                      <a:pt x="110" y="111"/>
                    </a:lnTo>
                    <a:lnTo>
                      <a:pt x="0" y="1572"/>
                    </a:lnTo>
                    <a:lnTo>
                      <a:pt x="21" y="1614"/>
                    </a:lnTo>
                    <a:cubicBezTo>
                      <a:pt x="21" y="1614"/>
                      <a:pt x="648" y="2013"/>
                      <a:pt x="1297" y="2013"/>
                    </a:cubicBezTo>
                    <a:cubicBezTo>
                      <a:pt x="1345" y="2013"/>
                      <a:pt x="1393" y="2011"/>
                      <a:pt x="1441" y="2007"/>
                    </a:cubicBezTo>
                    <a:cubicBezTo>
                      <a:pt x="1791" y="1986"/>
                      <a:pt x="2032" y="1876"/>
                      <a:pt x="2184" y="1766"/>
                    </a:cubicBezTo>
                    <a:cubicBezTo>
                      <a:pt x="2336" y="1635"/>
                      <a:pt x="2399" y="1530"/>
                      <a:pt x="2399" y="1530"/>
                    </a:cubicBezTo>
                    <a:lnTo>
                      <a:pt x="2399" y="1483"/>
                    </a:lnTo>
                    <a:lnTo>
                      <a:pt x="1901" y="43"/>
                    </a:lnTo>
                    <a:lnTo>
                      <a:pt x="1854"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0" name="Google Shape;1290;p38"/>
              <p:cNvSpPr/>
              <p:nvPr/>
            </p:nvSpPr>
            <p:spPr>
              <a:xfrm>
                <a:off x="2182896" y="1431677"/>
                <a:ext cx="102818" cy="136516"/>
              </a:xfrm>
              <a:custGeom>
                <a:avLst/>
                <a:gdLst/>
                <a:ahLst/>
                <a:cxnLst/>
                <a:rect l="l" t="t" r="r" b="b"/>
                <a:pathLst>
                  <a:path w="656" h="871" extrusionOk="0">
                    <a:moveTo>
                      <a:pt x="482" y="1"/>
                    </a:moveTo>
                    <a:cubicBezTo>
                      <a:pt x="414" y="1"/>
                      <a:pt x="221" y="22"/>
                      <a:pt x="153" y="85"/>
                    </a:cubicBezTo>
                    <a:cubicBezTo>
                      <a:pt x="69" y="174"/>
                      <a:pt x="1" y="325"/>
                      <a:pt x="111" y="545"/>
                    </a:cubicBezTo>
                    <a:cubicBezTo>
                      <a:pt x="221" y="765"/>
                      <a:pt x="545" y="870"/>
                      <a:pt x="545" y="870"/>
                    </a:cubicBezTo>
                    <a:lnTo>
                      <a:pt x="655" y="43"/>
                    </a:lnTo>
                    <a:cubicBezTo>
                      <a:pt x="655" y="43"/>
                      <a:pt x="545" y="1"/>
                      <a:pt x="4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1" name="Google Shape;1291;p38"/>
              <p:cNvSpPr/>
              <p:nvPr/>
            </p:nvSpPr>
            <p:spPr>
              <a:xfrm>
                <a:off x="2176313" y="1421020"/>
                <a:ext cx="116768" cy="154541"/>
              </a:xfrm>
              <a:custGeom>
                <a:avLst/>
                <a:gdLst/>
                <a:ahLst/>
                <a:cxnLst/>
                <a:rect l="l" t="t" r="r" b="b"/>
                <a:pathLst>
                  <a:path w="745" h="986" extrusionOk="0">
                    <a:moveTo>
                      <a:pt x="524" y="111"/>
                    </a:moveTo>
                    <a:cubicBezTo>
                      <a:pt x="545" y="111"/>
                      <a:pt x="587" y="132"/>
                      <a:pt x="614" y="132"/>
                    </a:cubicBezTo>
                    <a:cubicBezTo>
                      <a:pt x="634" y="132"/>
                      <a:pt x="634" y="132"/>
                      <a:pt x="634" y="153"/>
                    </a:cubicBezTo>
                    <a:lnTo>
                      <a:pt x="545" y="875"/>
                    </a:lnTo>
                    <a:cubicBezTo>
                      <a:pt x="524" y="854"/>
                      <a:pt x="504" y="854"/>
                      <a:pt x="435" y="807"/>
                    </a:cubicBezTo>
                    <a:cubicBezTo>
                      <a:pt x="352" y="765"/>
                      <a:pt x="242" y="676"/>
                      <a:pt x="195" y="592"/>
                    </a:cubicBezTo>
                    <a:cubicBezTo>
                      <a:pt x="111" y="393"/>
                      <a:pt x="174" y="262"/>
                      <a:pt x="221" y="200"/>
                    </a:cubicBezTo>
                    <a:cubicBezTo>
                      <a:pt x="242" y="179"/>
                      <a:pt x="305" y="153"/>
                      <a:pt x="373" y="132"/>
                    </a:cubicBezTo>
                    <a:cubicBezTo>
                      <a:pt x="435" y="111"/>
                      <a:pt x="504" y="111"/>
                      <a:pt x="524" y="111"/>
                    </a:cubicBezTo>
                    <a:close/>
                    <a:moveTo>
                      <a:pt x="524" y="1"/>
                    </a:moveTo>
                    <a:cubicBezTo>
                      <a:pt x="483" y="1"/>
                      <a:pt x="415" y="22"/>
                      <a:pt x="352" y="22"/>
                    </a:cubicBezTo>
                    <a:cubicBezTo>
                      <a:pt x="284" y="48"/>
                      <a:pt x="195" y="69"/>
                      <a:pt x="153" y="132"/>
                    </a:cubicBezTo>
                    <a:cubicBezTo>
                      <a:pt x="64" y="221"/>
                      <a:pt x="1" y="393"/>
                      <a:pt x="111" y="634"/>
                    </a:cubicBezTo>
                    <a:cubicBezTo>
                      <a:pt x="153" y="765"/>
                      <a:pt x="284" y="854"/>
                      <a:pt x="394" y="917"/>
                    </a:cubicBezTo>
                    <a:cubicBezTo>
                      <a:pt x="483" y="964"/>
                      <a:pt x="566" y="985"/>
                      <a:pt x="566" y="985"/>
                    </a:cubicBezTo>
                    <a:lnTo>
                      <a:pt x="634" y="938"/>
                    </a:lnTo>
                    <a:lnTo>
                      <a:pt x="744" y="111"/>
                    </a:lnTo>
                    <a:lnTo>
                      <a:pt x="718" y="69"/>
                    </a:lnTo>
                    <a:cubicBezTo>
                      <a:pt x="718" y="69"/>
                      <a:pt x="697" y="48"/>
                      <a:pt x="655" y="48"/>
                    </a:cubicBezTo>
                    <a:cubicBezTo>
                      <a:pt x="614" y="22"/>
                      <a:pt x="566" y="1"/>
                      <a:pt x="52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2" name="Google Shape;1292;p38"/>
              <p:cNvSpPr/>
              <p:nvPr/>
            </p:nvSpPr>
            <p:spPr>
              <a:xfrm>
                <a:off x="2173022" y="1572111"/>
                <a:ext cx="642927" cy="1504656"/>
              </a:xfrm>
              <a:custGeom>
                <a:avLst/>
                <a:gdLst/>
                <a:ahLst/>
                <a:cxnLst/>
                <a:rect l="l" t="t" r="r" b="b"/>
                <a:pathLst>
                  <a:path w="4102" h="9600" extrusionOk="0">
                    <a:moveTo>
                      <a:pt x="477" y="0"/>
                    </a:moveTo>
                    <a:lnTo>
                      <a:pt x="22" y="131"/>
                    </a:lnTo>
                    <a:cubicBezTo>
                      <a:pt x="22" y="131"/>
                      <a:pt x="64" y="2771"/>
                      <a:pt x="43" y="3488"/>
                    </a:cubicBezTo>
                    <a:cubicBezTo>
                      <a:pt x="1" y="4211"/>
                      <a:pt x="242" y="6939"/>
                      <a:pt x="263" y="7568"/>
                    </a:cubicBezTo>
                    <a:cubicBezTo>
                      <a:pt x="305" y="8201"/>
                      <a:pt x="216" y="8201"/>
                      <a:pt x="305" y="8552"/>
                    </a:cubicBezTo>
                    <a:cubicBezTo>
                      <a:pt x="373" y="8924"/>
                      <a:pt x="566" y="9296"/>
                      <a:pt x="676" y="9448"/>
                    </a:cubicBezTo>
                    <a:cubicBezTo>
                      <a:pt x="765" y="9599"/>
                      <a:pt x="938" y="9599"/>
                      <a:pt x="938" y="9599"/>
                    </a:cubicBezTo>
                    <a:cubicBezTo>
                      <a:pt x="938" y="9599"/>
                      <a:pt x="1132" y="9469"/>
                      <a:pt x="1352" y="9055"/>
                    </a:cubicBezTo>
                    <a:cubicBezTo>
                      <a:pt x="1551" y="8662"/>
                      <a:pt x="1551" y="8379"/>
                      <a:pt x="1834" y="8007"/>
                    </a:cubicBezTo>
                    <a:cubicBezTo>
                      <a:pt x="2117" y="7636"/>
                      <a:pt x="2729" y="7243"/>
                      <a:pt x="3206" y="7002"/>
                    </a:cubicBezTo>
                    <a:cubicBezTo>
                      <a:pt x="3688" y="6740"/>
                      <a:pt x="4101" y="6677"/>
                      <a:pt x="4101" y="6677"/>
                    </a:cubicBezTo>
                    <a:lnTo>
                      <a:pt x="1441" y="435"/>
                    </a:lnTo>
                    <a:cubicBezTo>
                      <a:pt x="1441" y="435"/>
                      <a:pt x="1132" y="304"/>
                      <a:pt x="959" y="236"/>
                    </a:cubicBezTo>
                    <a:cubicBezTo>
                      <a:pt x="807" y="152"/>
                      <a:pt x="477" y="0"/>
                      <a:pt x="4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3" name="Google Shape;1293;p38"/>
              <p:cNvSpPr/>
              <p:nvPr/>
            </p:nvSpPr>
            <p:spPr>
              <a:xfrm>
                <a:off x="2165655" y="1561454"/>
                <a:ext cx="656876" cy="1521897"/>
              </a:xfrm>
              <a:custGeom>
                <a:avLst/>
                <a:gdLst/>
                <a:ahLst/>
                <a:cxnLst/>
                <a:rect l="l" t="t" r="r" b="b"/>
                <a:pathLst>
                  <a:path w="4191" h="9710" extrusionOk="0">
                    <a:moveTo>
                      <a:pt x="503" y="110"/>
                    </a:moveTo>
                    <a:cubicBezTo>
                      <a:pt x="524" y="131"/>
                      <a:pt x="833" y="262"/>
                      <a:pt x="985" y="351"/>
                    </a:cubicBezTo>
                    <a:cubicBezTo>
                      <a:pt x="1137" y="435"/>
                      <a:pt x="1420" y="545"/>
                      <a:pt x="1441" y="545"/>
                    </a:cubicBezTo>
                    <a:lnTo>
                      <a:pt x="4085" y="6719"/>
                    </a:lnTo>
                    <a:cubicBezTo>
                      <a:pt x="4017" y="6719"/>
                      <a:pt x="3693" y="6787"/>
                      <a:pt x="3232" y="7007"/>
                    </a:cubicBezTo>
                    <a:cubicBezTo>
                      <a:pt x="2729" y="7269"/>
                      <a:pt x="2143" y="7662"/>
                      <a:pt x="1834" y="8055"/>
                    </a:cubicBezTo>
                    <a:cubicBezTo>
                      <a:pt x="1682" y="8227"/>
                      <a:pt x="1619" y="8400"/>
                      <a:pt x="1551" y="8578"/>
                    </a:cubicBezTo>
                    <a:cubicBezTo>
                      <a:pt x="1488" y="8751"/>
                      <a:pt x="1441" y="8903"/>
                      <a:pt x="1336" y="9102"/>
                    </a:cubicBezTo>
                    <a:cubicBezTo>
                      <a:pt x="1247" y="9296"/>
                      <a:pt x="1137" y="9427"/>
                      <a:pt x="1074" y="9516"/>
                    </a:cubicBezTo>
                    <a:cubicBezTo>
                      <a:pt x="1006" y="9578"/>
                      <a:pt x="985" y="9599"/>
                      <a:pt x="964" y="9599"/>
                    </a:cubicBezTo>
                    <a:cubicBezTo>
                      <a:pt x="964" y="9599"/>
                      <a:pt x="854" y="9599"/>
                      <a:pt x="765" y="9495"/>
                    </a:cubicBezTo>
                    <a:cubicBezTo>
                      <a:pt x="655" y="9338"/>
                      <a:pt x="462" y="8971"/>
                      <a:pt x="393" y="8620"/>
                    </a:cubicBezTo>
                    <a:cubicBezTo>
                      <a:pt x="352" y="8447"/>
                      <a:pt x="352" y="8358"/>
                      <a:pt x="373" y="8227"/>
                    </a:cubicBezTo>
                    <a:cubicBezTo>
                      <a:pt x="373" y="8117"/>
                      <a:pt x="393" y="7945"/>
                      <a:pt x="373" y="7636"/>
                    </a:cubicBezTo>
                    <a:cubicBezTo>
                      <a:pt x="352" y="7311"/>
                      <a:pt x="289" y="6483"/>
                      <a:pt x="221" y="5630"/>
                    </a:cubicBezTo>
                    <a:cubicBezTo>
                      <a:pt x="158" y="4781"/>
                      <a:pt x="111" y="3907"/>
                      <a:pt x="132" y="3556"/>
                    </a:cubicBezTo>
                    <a:cubicBezTo>
                      <a:pt x="179" y="2839"/>
                      <a:pt x="111" y="304"/>
                      <a:pt x="111" y="241"/>
                    </a:cubicBezTo>
                    <a:lnTo>
                      <a:pt x="503" y="110"/>
                    </a:lnTo>
                    <a:close/>
                    <a:moveTo>
                      <a:pt x="503" y="0"/>
                    </a:moveTo>
                    <a:lnTo>
                      <a:pt x="48" y="152"/>
                    </a:lnTo>
                    <a:lnTo>
                      <a:pt x="1" y="199"/>
                    </a:lnTo>
                    <a:cubicBezTo>
                      <a:pt x="1" y="199"/>
                      <a:pt x="69" y="2860"/>
                      <a:pt x="27" y="3556"/>
                    </a:cubicBezTo>
                    <a:cubicBezTo>
                      <a:pt x="1" y="3928"/>
                      <a:pt x="69" y="4781"/>
                      <a:pt x="111" y="5630"/>
                    </a:cubicBezTo>
                    <a:cubicBezTo>
                      <a:pt x="179" y="6483"/>
                      <a:pt x="242" y="7311"/>
                      <a:pt x="263" y="7636"/>
                    </a:cubicBezTo>
                    <a:cubicBezTo>
                      <a:pt x="289" y="7945"/>
                      <a:pt x="263" y="8117"/>
                      <a:pt x="263" y="8227"/>
                    </a:cubicBezTo>
                    <a:cubicBezTo>
                      <a:pt x="263" y="8358"/>
                      <a:pt x="263" y="8447"/>
                      <a:pt x="289" y="8641"/>
                    </a:cubicBezTo>
                    <a:cubicBezTo>
                      <a:pt x="352" y="9013"/>
                      <a:pt x="572" y="9385"/>
                      <a:pt x="682" y="9537"/>
                    </a:cubicBezTo>
                    <a:cubicBezTo>
                      <a:pt x="786" y="9709"/>
                      <a:pt x="985" y="9709"/>
                      <a:pt x="985" y="9709"/>
                    </a:cubicBezTo>
                    <a:lnTo>
                      <a:pt x="1006" y="9709"/>
                    </a:lnTo>
                    <a:cubicBezTo>
                      <a:pt x="1006" y="9709"/>
                      <a:pt x="1074" y="9667"/>
                      <a:pt x="1137" y="9578"/>
                    </a:cubicBezTo>
                    <a:cubicBezTo>
                      <a:pt x="1226" y="9495"/>
                      <a:pt x="1336" y="9364"/>
                      <a:pt x="1441" y="9165"/>
                    </a:cubicBezTo>
                    <a:cubicBezTo>
                      <a:pt x="1551" y="8945"/>
                      <a:pt x="1598" y="8772"/>
                      <a:pt x="1661" y="8599"/>
                    </a:cubicBezTo>
                    <a:cubicBezTo>
                      <a:pt x="1703" y="8447"/>
                      <a:pt x="1771" y="8290"/>
                      <a:pt x="1923" y="8117"/>
                    </a:cubicBezTo>
                    <a:cubicBezTo>
                      <a:pt x="2205" y="7746"/>
                      <a:pt x="2797" y="7353"/>
                      <a:pt x="3274" y="7112"/>
                    </a:cubicBezTo>
                    <a:cubicBezTo>
                      <a:pt x="3756" y="6876"/>
                      <a:pt x="4148" y="6787"/>
                      <a:pt x="4148" y="6787"/>
                    </a:cubicBezTo>
                    <a:lnTo>
                      <a:pt x="4190" y="6719"/>
                    </a:lnTo>
                    <a:lnTo>
                      <a:pt x="1530" y="482"/>
                    </a:lnTo>
                    <a:lnTo>
                      <a:pt x="1509" y="461"/>
                    </a:lnTo>
                    <a:cubicBezTo>
                      <a:pt x="1509" y="461"/>
                      <a:pt x="1179" y="330"/>
                      <a:pt x="1027" y="241"/>
                    </a:cubicBezTo>
                    <a:cubicBezTo>
                      <a:pt x="875" y="173"/>
                      <a:pt x="551" y="0"/>
                      <a:pt x="55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4" name="Google Shape;1294;p38"/>
              <p:cNvSpPr/>
              <p:nvPr/>
            </p:nvSpPr>
            <p:spPr>
              <a:xfrm>
                <a:off x="2604042" y="1517098"/>
                <a:ext cx="595123" cy="1046676"/>
              </a:xfrm>
              <a:custGeom>
                <a:avLst/>
                <a:gdLst/>
                <a:ahLst/>
                <a:cxnLst/>
                <a:rect l="l" t="t" r="r" b="b"/>
                <a:pathLst>
                  <a:path w="3797" h="6678" extrusionOk="0">
                    <a:moveTo>
                      <a:pt x="194" y="0"/>
                    </a:moveTo>
                    <a:cubicBezTo>
                      <a:pt x="63" y="0"/>
                      <a:pt x="21" y="89"/>
                      <a:pt x="0" y="194"/>
                    </a:cubicBezTo>
                    <a:cubicBezTo>
                      <a:pt x="0" y="304"/>
                      <a:pt x="42" y="503"/>
                      <a:pt x="42" y="503"/>
                    </a:cubicBezTo>
                    <a:lnTo>
                      <a:pt x="42" y="545"/>
                    </a:lnTo>
                    <a:lnTo>
                      <a:pt x="2399" y="6677"/>
                    </a:lnTo>
                    <a:cubicBezTo>
                      <a:pt x="2399" y="6677"/>
                      <a:pt x="2661" y="6677"/>
                      <a:pt x="3074" y="6567"/>
                    </a:cubicBezTo>
                    <a:cubicBezTo>
                      <a:pt x="3556" y="6437"/>
                      <a:pt x="3797" y="6154"/>
                      <a:pt x="3797" y="6154"/>
                    </a:cubicBezTo>
                    <a:cubicBezTo>
                      <a:pt x="3797" y="6154"/>
                      <a:pt x="2357" y="3336"/>
                      <a:pt x="1917" y="2289"/>
                    </a:cubicBezTo>
                    <a:cubicBezTo>
                      <a:pt x="1482" y="1242"/>
                      <a:pt x="1089" y="220"/>
                      <a:pt x="1089" y="220"/>
                    </a:cubicBezTo>
                    <a:cubicBezTo>
                      <a:pt x="1089" y="220"/>
                      <a:pt x="325" y="0"/>
                      <a:pt x="1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5" name="Google Shape;1295;p38"/>
              <p:cNvSpPr/>
              <p:nvPr/>
            </p:nvSpPr>
            <p:spPr>
              <a:xfrm>
                <a:off x="2596676" y="1508791"/>
                <a:ext cx="609072" cy="1061723"/>
              </a:xfrm>
              <a:custGeom>
                <a:avLst/>
                <a:gdLst/>
                <a:ahLst/>
                <a:cxnLst/>
                <a:rect l="l" t="t" r="r" b="b"/>
                <a:pathLst>
                  <a:path w="3886" h="6774" extrusionOk="0">
                    <a:moveTo>
                      <a:pt x="241" y="95"/>
                    </a:moveTo>
                    <a:cubicBezTo>
                      <a:pt x="262" y="95"/>
                      <a:pt x="351" y="116"/>
                      <a:pt x="440" y="142"/>
                    </a:cubicBezTo>
                    <a:cubicBezTo>
                      <a:pt x="524" y="163"/>
                      <a:pt x="613" y="184"/>
                      <a:pt x="723" y="205"/>
                    </a:cubicBezTo>
                    <a:cubicBezTo>
                      <a:pt x="917" y="273"/>
                      <a:pt x="1074" y="315"/>
                      <a:pt x="1095" y="315"/>
                    </a:cubicBezTo>
                    <a:cubicBezTo>
                      <a:pt x="1095" y="336"/>
                      <a:pt x="1487" y="1321"/>
                      <a:pt x="1922" y="2368"/>
                    </a:cubicBezTo>
                    <a:cubicBezTo>
                      <a:pt x="2357" y="3415"/>
                      <a:pt x="3755" y="6139"/>
                      <a:pt x="3776" y="6207"/>
                    </a:cubicBezTo>
                    <a:cubicBezTo>
                      <a:pt x="3755" y="6228"/>
                      <a:pt x="3561" y="6448"/>
                      <a:pt x="3100" y="6579"/>
                    </a:cubicBezTo>
                    <a:cubicBezTo>
                      <a:pt x="2848" y="6653"/>
                      <a:pt x="2669" y="6665"/>
                      <a:pt x="2571" y="6665"/>
                    </a:cubicBezTo>
                    <a:cubicBezTo>
                      <a:pt x="2524" y="6665"/>
                      <a:pt x="2496" y="6662"/>
                      <a:pt x="2488" y="6662"/>
                    </a:cubicBezTo>
                    <a:lnTo>
                      <a:pt x="157" y="577"/>
                    </a:lnTo>
                    <a:lnTo>
                      <a:pt x="157" y="556"/>
                    </a:lnTo>
                    <a:lnTo>
                      <a:pt x="157" y="535"/>
                    </a:lnTo>
                    <a:cubicBezTo>
                      <a:pt x="157" y="535"/>
                      <a:pt x="131" y="488"/>
                      <a:pt x="110" y="425"/>
                    </a:cubicBezTo>
                    <a:lnTo>
                      <a:pt x="110" y="273"/>
                    </a:lnTo>
                    <a:cubicBezTo>
                      <a:pt x="110" y="226"/>
                      <a:pt x="131" y="184"/>
                      <a:pt x="157" y="142"/>
                    </a:cubicBezTo>
                    <a:cubicBezTo>
                      <a:pt x="178" y="116"/>
                      <a:pt x="199" y="116"/>
                      <a:pt x="241" y="95"/>
                    </a:cubicBezTo>
                    <a:close/>
                    <a:moveTo>
                      <a:pt x="292" y="0"/>
                    </a:moveTo>
                    <a:cubicBezTo>
                      <a:pt x="272" y="0"/>
                      <a:pt x="255" y="4"/>
                      <a:pt x="241" y="11"/>
                    </a:cubicBezTo>
                    <a:cubicBezTo>
                      <a:pt x="178" y="11"/>
                      <a:pt x="110" y="32"/>
                      <a:pt x="68" y="74"/>
                    </a:cubicBezTo>
                    <a:cubicBezTo>
                      <a:pt x="26" y="142"/>
                      <a:pt x="26" y="184"/>
                      <a:pt x="0" y="247"/>
                    </a:cubicBezTo>
                    <a:cubicBezTo>
                      <a:pt x="0" y="315"/>
                      <a:pt x="0" y="404"/>
                      <a:pt x="26" y="446"/>
                    </a:cubicBezTo>
                    <a:cubicBezTo>
                      <a:pt x="26" y="509"/>
                      <a:pt x="47" y="556"/>
                      <a:pt x="47" y="556"/>
                    </a:cubicBezTo>
                    <a:lnTo>
                      <a:pt x="47" y="598"/>
                    </a:lnTo>
                    <a:lnTo>
                      <a:pt x="47" y="619"/>
                    </a:lnTo>
                    <a:lnTo>
                      <a:pt x="2404" y="6751"/>
                    </a:lnTo>
                    <a:lnTo>
                      <a:pt x="2446" y="6772"/>
                    </a:lnTo>
                    <a:cubicBezTo>
                      <a:pt x="2446" y="6772"/>
                      <a:pt x="2461" y="6774"/>
                      <a:pt x="2491" y="6774"/>
                    </a:cubicBezTo>
                    <a:cubicBezTo>
                      <a:pt x="2583" y="6774"/>
                      <a:pt x="2813" y="6762"/>
                      <a:pt x="3142" y="6662"/>
                    </a:cubicBezTo>
                    <a:cubicBezTo>
                      <a:pt x="3645" y="6531"/>
                      <a:pt x="3886" y="6249"/>
                      <a:pt x="3886" y="6249"/>
                    </a:cubicBezTo>
                    <a:lnTo>
                      <a:pt x="3886" y="6186"/>
                    </a:lnTo>
                    <a:cubicBezTo>
                      <a:pt x="3886" y="6186"/>
                      <a:pt x="2446" y="3368"/>
                      <a:pt x="2011" y="2321"/>
                    </a:cubicBezTo>
                    <a:cubicBezTo>
                      <a:pt x="1597" y="1274"/>
                      <a:pt x="1178" y="247"/>
                      <a:pt x="1178" y="247"/>
                    </a:cubicBezTo>
                    <a:lnTo>
                      <a:pt x="1136" y="226"/>
                    </a:lnTo>
                    <a:cubicBezTo>
                      <a:pt x="1136" y="226"/>
                      <a:pt x="964" y="163"/>
                      <a:pt x="744" y="95"/>
                    </a:cubicBezTo>
                    <a:cubicBezTo>
                      <a:pt x="655" y="74"/>
                      <a:pt x="550" y="53"/>
                      <a:pt x="461" y="32"/>
                    </a:cubicBezTo>
                    <a:cubicBezTo>
                      <a:pt x="399" y="18"/>
                      <a:pt x="339" y="0"/>
                      <a:pt x="29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6" name="Google Shape;1296;p38"/>
              <p:cNvSpPr/>
              <p:nvPr/>
            </p:nvSpPr>
            <p:spPr>
              <a:xfrm>
                <a:off x="2108290" y="1424311"/>
                <a:ext cx="273503" cy="342466"/>
              </a:xfrm>
              <a:custGeom>
                <a:avLst/>
                <a:gdLst/>
                <a:ahLst/>
                <a:cxnLst/>
                <a:rect l="l" t="t" r="r" b="b"/>
                <a:pathLst>
                  <a:path w="1745" h="2185" extrusionOk="0">
                    <a:moveTo>
                      <a:pt x="1110" y="1"/>
                    </a:moveTo>
                    <a:cubicBezTo>
                      <a:pt x="1110" y="1"/>
                      <a:pt x="718" y="48"/>
                      <a:pt x="629" y="90"/>
                    </a:cubicBezTo>
                    <a:cubicBezTo>
                      <a:pt x="545" y="132"/>
                      <a:pt x="367" y="241"/>
                      <a:pt x="194" y="482"/>
                    </a:cubicBezTo>
                    <a:cubicBezTo>
                      <a:pt x="0" y="723"/>
                      <a:pt x="42" y="765"/>
                      <a:pt x="105" y="896"/>
                    </a:cubicBezTo>
                    <a:cubicBezTo>
                      <a:pt x="173" y="1027"/>
                      <a:pt x="1199" y="2184"/>
                      <a:pt x="1199" y="2184"/>
                    </a:cubicBezTo>
                    <a:lnTo>
                      <a:pt x="1744" y="1247"/>
                    </a:lnTo>
                    <a:cubicBezTo>
                      <a:pt x="1744" y="1247"/>
                      <a:pt x="1048" y="765"/>
                      <a:pt x="828" y="634"/>
                    </a:cubicBezTo>
                    <a:cubicBezTo>
                      <a:pt x="608" y="524"/>
                      <a:pt x="566" y="310"/>
                      <a:pt x="676" y="200"/>
                    </a:cubicBezTo>
                    <a:cubicBezTo>
                      <a:pt x="786" y="90"/>
                      <a:pt x="1131" y="90"/>
                      <a:pt x="1131" y="90"/>
                    </a:cubicBezTo>
                    <a:lnTo>
                      <a:pt x="111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7" name="Google Shape;1297;p38"/>
              <p:cNvSpPr/>
              <p:nvPr/>
            </p:nvSpPr>
            <p:spPr>
              <a:xfrm>
                <a:off x="2108290" y="1417728"/>
                <a:ext cx="279929" cy="355632"/>
              </a:xfrm>
              <a:custGeom>
                <a:avLst/>
                <a:gdLst/>
                <a:ahLst/>
                <a:cxnLst/>
                <a:rect l="l" t="t" r="r" b="b"/>
                <a:pathLst>
                  <a:path w="1786" h="2269" extrusionOk="0">
                    <a:moveTo>
                      <a:pt x="667" y="172"/>
                    </a:moveTo>
                    <a:cubicBezTo>
                      <a:pt x="653" y="179"/>
                      <a:pt x="640" y="188"/>
                      <a:pt x="629" y="200"/>
                    </a:cubicBezTo>
                    <a:cubicBezTo>
                      <a:pt x="566" y="263"/>
                      <a:pt x="545" y="373"/>
                      <a:pt x="566" y="482"/>
                    </a:cubicBezTo>
                    <a:cubicBezTo>
                      <a:pt x="608" y="566"/>
                      <a:pt x="676" y="655"/>
                      <a:pt x="786" y="723"/>
                    </a:cubicBezTo>
                    <a:cubicBezTo>
                      <a:pt x="1000" y="854"/>
                      <a:pt x="1613" y="1268"/>
                      <a:pt x="1676" y="1289"/>
                    </a:cubicBezTo>
                    <a:lnTo>
                      <a:pt x="1199" y="2137"/>
                    </a:lnTo>
                    <a:cubicBezTo>
                      <a:pt x="1152" y="2095"/>
                      <a:pt x="958" y="1876"/>
                      <a:pt x="718" y="1593"/>
                    </a:cubicBezTo>
                    <a:cubicBezTo>
                      <a:pt x="587" y="1441"/>
                      <a:pt x="456" y="1289"/>
                      <a:pt x="346" y="1158"/>
                    </a:cubicBezTo>
                    <a:cubicBezTo>
                      <a:pt x="304" y="1090"/>
                      <a:pt x="262" y="1048"/>
                      <a:pt x="215" y="1006"/>
                    </a:cubicBezTo>
                    <a:cubicBezTo>
                      <a:pt x="194" y="959"/>
                      <a:pt x="173" y="917"/>
                      <a:pt x="173" y="917"/>
                    </a:cubicBezTo>
                    <a:cubicBezTo>
                      <a:pt x="131" y="854"/>
                      <a:pt x="105" y="807"/>
                      <a:pt x="105" y="786"/>
                    </a:cubicBezTo>
                    <a:cubicBezTo>
                      <a:pt x="105" y="744"/>
                      <a:pt x="152" y="676"/>
                      <a:pt x="236" y="566"/>
                    </a:cubicBezTo>
                    <a:cubicBezTo>
                      <a:pt x="414" y="331"/>
                      <a:pt x="587" y="221"/>
                      <a:pt x="655" y="174"/>
                    </a:cubicBezTo>
                    <a:cubicBezTo>
                      <a:pt x="658" y="174"/>
                      <a:pt x="662" y="173"/>
                      <a:pt x="667" y="172"/>
                    </a:cubicBezTo>
                    <a:close/>
                    <a:moveTo>
                      <a:pt x="1110" y="1"/>
                    </a:moveTo>
                    <a:cubicBezTo>
                      <a:pt x="1110" y="1"/>
                      <a:pt x="1000" y="1"/>
                      <a:pt x="890" y="22"/>
                    </a:cubicBezTo>
                    <a:cubicBezTo>
                      <a:pt x="849" y="22"/>
                      <a:pt x="786" y="43"/>
                      <a:pt x="739" y="43"/>
                    </a:cubicBezTo>
                    <a:cubicBezTo>
                      <a:pt x="676" y="43"/>
                      <a:pt x="655" y="69"/>
                      <a:pt x="608" y="90"/>
                    </a:cubicBezTo>
                    <a:cubicBezTo>
                      <a:pt x="524" y="132"/>
                      <a:pt x="346" y="263"/>
                      <a:pt x="152" y="503"/>
                    </a:cubicBezTo>
                    <a:cubicBezTo>
                      <a:pt x="63" y="613"/>
                      <a:pt x="21" y="697"/>
                      <a:pt x="0" y="765"/>
                    </a:cubicBezTo>
                    <a:cubicBezTo>
                      <a:pt x="0" y="854"/>
                      <a:pt x="42" y="896"/>
                      <a:pt x="63" y="959"/>
                    </a:cubicBezTo>
                    <a:cubicBezTo>
                      <a:pt x="84" y="985"/>
                      <a:pt x="105" y="1027"/>
                      <a:pt x="131" y="1069"/>
                    </a:cubicBezTo>
                    <a:cubicBezTo>
                      <a:pt x="173" y="1116"/>
                      <a:pt x="215" y="1158"/>
                      <a:pt x="283" y="1221"/>
                    </a:cubicBezTo>
                    <a:cubicBezTo>
                      <a:pt x="367" y="1352"/>
                      <a:pt x="498" y="1509"/>
                      <a:pt x="655" y="1661"/>
                    </a:cubicBezTo>
                    <a:cubicBezTo>
                      <a:pt x="917" y="1985"/>
                      <a:pt x="1152" y="2268"/>
                      <a:pt x="1152" y="2268"/>
                    </a:cubicBezTo>
                    <a:lnTo>
                      <a:pt x="1241" y="2268"/>
                    </a:lnTo>
                    <a:lnTo>
                      <a:pt x="1786" y="1310"/>
                    </a:lnTo>
                    <a:lnTo>
                      <a:pt x="1765" y="1247"/>
                    </a:lnTo>
                    <a:cubicBezTo>
                      <a:pt x="1765" y="1247"/>
                      <a:pt x="1068" y="765"/>
                      <a:pt x="849" y="634"/>
                    </a:cubicBezTo>
                    <a:cubicBezTo>
                      <a:pt x="739" y="592"/>
                      <a:pt x="697" y="503"/>
                      <a:pt x="676" y="435"/>
                    </a:cubicBezTo>
                    <a:cubicBezTo>
                      <a:pt x="655" y="373"/>
                      <a:pt x="676" y="304"/>
                      <a:pt x="718" y="283"/>
                    </a:cubicBezTo>
                    <a:cubicBezTo>
                      <a:pt x="739" y="242"/>
                      <a:pt x="849" y="200"/>
                      <a:pt x="958" y="200"/>
                    </a:cubicBezTo>
                    <a:cubicBezTo>
                      <a:pt x="988" y="191"/>
                      <a:pt x="1017" y="188"/>
                      <a:pt x="1043" y="188"/>
                    </a:cubicBezTo>
                    <a:cubicBezTo>
                      <a:pt x="1094" y="188"/>
                      <a:pt x="1131" y="200"/>
                      <a:pt x="1131" y="200"/>
                    </a:cubicBezTo>
                    <a:lnTo>
                      <a:pt x="1178" y="132"/>
                    </a:lnTo>
                    <a:lnTo>
                      <a:pt x="1178" y="43"/>
                    </a:lnTo>
                    <a:lnTo>
                      <a:pt x="111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8" name="Google Shape;1298;p38"/>
              <p:cNvSpPr/>
              <p:nvPr/>
            </p:nvSpPr>
            <p:spPr>
              <a:xfrm>
                <a:off x="2549342" y="1396256"/>
                <a:ext cx="177894" cy="209555"/>
              </a:xfrm>
              <a:custGeom>
                <a:avLst/>
                <a:gdLst/>
                <a:ahLst/>
                <a:cxnLst/>
                <a:rect l="l" t="t" r="r" b="b"/>
                <a:pathLst>
                  <a:path w="1135" h="1337" extrusionOk="0">
                    <a:moveTo>
                      <a:pt x="428" y="1286"/>
                    </a:moveTo>
                    <a:cubicBezTo>
                      <a:pt x="467" y="1328"/>
                      <a:pt x="522" y="1337"/>
                      <a:pt x="522" y="1337"/>
                    </a:cubicBezTo>
                    <a:cubicBezTo>
                      <a:pt x="522" y="1337"/>
                      <a:pt x="475" y="1322"/>
                      <a:pt x="428" y="1286"/>
                    </a:cubicBezTo>
                    <a:close/>
                    <a:moveTo>
                      <a:pt x="132" y="1"/>
                    </a:moveTo>
                    <a:cubicBezTo>
                      <a:pt x="71" y="1"/>
                      <a:pt x="0" y="169"/>
                      <a:pt x="19" y="269"/>
                    </a:cubicBezTo>
                    <a:cubicBezTo>
                      <a:pt x="40" y="379"/>
                      <a:pt x="328" y="1075"/>
                      <a:pt x="349" y="1185"/>
                    </a:cubicBezTo>
                    <a:cubicBezTo>
                      <a:pt x="366" y="1229"/>
                      <a:pt x="397" y="1262"/>
                      <a:pt x="428" y="1286"/>
                    </a:cubicBezTo>
                    <a:lnTo>
                      <a:pt x="428" y="1286"/>
                    </a:lnTo>
                    <a:cubicBezTo>
                      <a:pt x="407" y="1263"/>
                      <a:pt x="391" y="1231"/>
                      <a:pt x="391" y="1185"/>
                    </a:cubicBezTo>
                    <a:cubicBezTo>
                      <a:pt x="406" y="1110"/>
                      <a:pt x="462" y="1076"/>
                      <a:pt x="531" y="1076"/>
                    </a:cubicBezTo>
                    <a:cubicBezTo>
                      <a:pt x="563" y="1076"/>
                      <a:pt x="598" y="1083"/>
                      <a:pt x="632" y="1096"/>
                    </a:cubicBezTo>
                    <a:cubicBezTo>
                      <a:pt x="742" y="1143"/>
                      <a:pt x="1135" y="1337"/>
                      <a:pt x="1135" y="1337"/>
                    </a:cubicBezTo>
                    <a:cubicBezTo>
                      <a:pt x="1135" y="1337"/>
                      <a:pt x="894" y="661"/>
                      <a:pt x="805" y="530"/>
                    </a:cubicBezTo>
                    <a:cubicBezTo>
                      <a:pt x="721" y="400"/>
                      <a:pt x="239" y="49"/>
                      <a:pt x="150" y="7"/>
                    </a:cubicBezTo>
                    <a:cubicBezTo>
                      <a:pt x="144" y="3"/>
                      <a:pt x="138" y="1"/>
                      <a:pt x="1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299" name="Google Shape;1299;p38"/>
              <p:cNvSpPr/>
              <p:nvPr/>
            </p:nvSpPr>
            <p:spPr>
              <a:xfrm>
                <a:off x="2542445" y="1388262"/>
                <a:ext cx="194665" cy="225071"/>
              </a:xfrm>
              <a:custGeom>
                <a:avLst/>
                <a:gdLst/>
                <a:ahLst/>
                <a:cxnLst/>
                <a:rect l="l" t="t" r="r" b="b"/>
                <a:pathLst>
                  <a:path w="1242" h="1436" extrusionOk="0">
                    <a:moveTo>
                      <a:pt x="173" y="100"/>
                    </a:moveTo>
                    <a:cubicBezTo>
                      <a:pt x="194" y="100"/>
                      <a:pt x="241" y="147"/>
                      <a:pt x="304" y="189"/>
                    </a:cubicBezTo>
                    <a:cubicBezTo>
                      <a:pt x="346" y="210"/>
                      <a:pt x="414" y="278"/>
                      <a:pt x="503" y="320"/>
                    </a:cubicBezTo>
                    <a:cubicBezTo>
                      <a:pt x="566" y="388"/>
                      <a:pt x="634" y="451"/>
                      <a:pt x="697" y="492"/>
                    </a:cubicBezTo>
                    <a:cubicBezTo>
                      <a:pt x="765" y="540"/>
                      <a:pt x="807" y="581"/>
                      <a:pt x="807" y="602"/>
                    </a:cubicBezTo>
                    <a:cubicBezTo>
                      <a:pt x="828" y="650"/>
                      <a:pt x="849" y="712"/>
                      <a:pt x="896" y="780"/>
                    </a:cubicBezTo>
                    <a:cubicBezTo>
                      <a:pt x="938" y="864"/>
                      <a:pt x="959" y="953"/>
                      <a:pt x="1001" y="1063"/>
                    </a:cubicBezTo>
                    <a:cubicBezTo>
                      <a:pt x="1048" y="1173"/>
                      <a:pt x="1069" y="1215"/>
                      <a:pt x="1090" y="1278"/>
                    </a:cubicBezTo>
                    <a:cubicBezTo>
                      <a:pt x="980" y="1236"/>
                      <a:pt x="765" y="1147"/>
                      <a:pt x="676" y="1105"/>
                    </a:cubicBezTo>
                    <a:cubicBezTo>
                      <a:pt x="646" y="1090"/>
                      <a:pt x="604" y="1076"/>
                      <a:pt x="559" y="1076"/>
                    </a:cubicBezTo>
                    <a:cubicBezTo>
                      <a:pt x="540" y="1076"/>
                      <a:pt x="522" y="1078"/>
                      <a:pt x="503" y="1084"/>
                    </a:cubicBezTo>
                    <a:cubicBezTo>
                      <a:pt x="456" y="1105"/>
                      <a:pt x="456" y="1147"/>
                      <a:pt x="435" y="1173"/>
                    </a:cubicBezTo>
                    <a:cubicBezTo>
                      <a:pt x="414" y="1147"/>
                      <a:pt x="414" y="1105"/>
                      <a:pt x="393" y="1042"/>
                    </a:cubicBezTo>
                    <a:cubicBezTo>
                      <a:pt x="346" y="974"/>
                      <a:pt x="325" y="864"/>
                      <a:pt x="283" y="754"/>
                    </a:cubicBezTo>
                    <a:cubicBezTo>
                      <a:pt x="241" y="670"/>
                      <a:pt x="194" y="561"/>
                      <a:pt x="173" y="471"/>
                    </a:cubicBezTo>
                    <a:cubicBezTo>
                      <a:pt x="152" y="409"/>
                      <a:pt x="131" y="320"/>
                      <a:pt x="110" y="320"/>
                    </a:cubicBezTo>
                    <a:cubicBezTo>
                      <a:pt x="110" y="278"/>
                      <a:pt x="131" y="210"/>
                      <a:pt x="152" y="147"/>
                    </a:cubicBezTo>
                    <a:cubicBezTo>
                      <a:pt x="152" y="126"/>
                      <a:pt x="173" y="126"/>
                      <a:pt x="173" y="100"/>
                    </a:cubicBezTo>
                    <a:close/>
                    <a:moveTo>
                      <a:pt x="171" y="0"/>
                    </a:moveTo>
                    <a:cubicBezTo>
                      <a:pt x="152" y="0"/>
                      <a:pt x="131" y="5"/>
                      <a:pt x="110" y="16"/>
                    </a:cubicBezTo>
                    <a:cubicBezTo>
                      <a:pt x="84" y="37"/>
                      <a:pt x="63" y="79"/>
                      <a:pt x="42" y="100"/>
                    </a:cubicBezTo>
                    <a:cubicBezTo>
                      <a:pt x="21" y="168"/>
                      <a:pt x="0" y="257"/>
                      <a:pt x="21" y="320"/>
                    </a:cubicBezTo>
                    <a:cubicBezTo>
                      <a:pt x="21" y="362"/>
                      <a:pt x="42" y="430"/>
                      <a:pt x="63" y="519"/>
                    </a:cubicBezTo>
                    <a:cubicBezTo>
                      <a:pt x="110" y="602"/>
                      <a:pt x="131" y="691"/>
                      <a:pt x="173" y="801"/>
                    </a:cubicBezTo>
                    <a:cubicBezTo>
                      <a:pt x="215" y="911"/>
                      <a:pt x="262" y="995"/>
                      <a:pt x="283" y="1084"/>
                    </a:cubicBezTo>
                    <a:cubicBezTo>
                      <a:pt x="325" y="1173"/>
                      <a:pt x="346" y="1236"/>
                      <a:pt x="346" y="1257"/>
                    </a:cubicBezTo>
                    <a:cubicBezTo>
                      <a:pt x="372" y="1325"/>
                      <a:pt x="393" y="1304"/>
                      <a:pt x="435" y="1325"/>
                    </a:cubicBezTo>
                    <a:cubicBezTo>
                      <a:pt x="456" y="1346"/>
                      <a:pt x="456" y="1388"/>
                      <a:pt x="477" y="1409"/>
                    </a:cubicBezTo>
                    <a:cubicBezTo>
                      <a:pt x="524" y="1435"/>
                      <a:pt x="545" y="1435"/>
                      <a:pt x="545" y="1435"/>
                    </a:cubicBezTo>
                    <a:lnTo>
                      <a:pt x="566" y="1435"/>
                    </a:lnTo>
                    <a:lnTo>
                      <a:pt x="587" y="1346"/>
                    </a:lnTo>
                    <a:cubicBezTo>
                      <a:pt x="587" y="1346"/>
                      <a:pt x="545" y="1304"/>
                      <a:pt x="503" y="1278"/>
                    </a:cubicBezTo>
                    <a:lnTo>
                      <a:pt x="503" y="1257"/>
                    </a:lnTo>
                    <a:cubicBezTo>
                      <a:pt x="503" y="1215"/>
                      <a:pt x="524" y="1194"/>
                      <a:pt x="545" y="1194"/>
                    </a:cubicBezTo>
                    <a:cubicBezTo>
                      <a:pt x="552" y="1187"/>
                      <a:pt x="559" y="1185"/>
                      <a:pt x="568" y="1185"/>
                    </a:cubicBezTo>
                    <a:cubicBezTo>
                      <a:pt x="585" y="1185"/>
                      <a:pt x="610" y="1194"/>
                      <a:pt x="655" y="1194"/>
                    </a:cubicBezTo>
                    <a:cubicBezTo>
                      <a:pt x="739" y="1236"/>
                      <a:pt x="1158" y="1435"/>
                      <a:pt x="1158" y="1435"/>
                    </a:cubicBezTo>
                    <a:lnTo>
                      <a:pt x="1242" y="1367"/>
                    </a:lnTo>
                    <a:cubicBezTo>
                      <a:pt x="1242" y="1367"/>
                      <a:pt x="1179" y="1194"/>
                      <a:pt x="1111" y="1016"/>
                    </a:cubicBezTo>
                    <a:cubicBezTo>
                      <a:pt x="1069" y="932"/>
                      <a:pt x="1027" y="822"/>
                      <a:pt x="1001" y="733"/>
                    </a:cubicBezTo>
                    <a:cubicBezTo>
                      <a:pt x="959" y="670"/>
                      <a:pt x="938" y="602"/>
                      <a:pt x="896" y="561"/>
                    </a:cubicBezTo>
                    <a:cubicBezTo>
                      <a:pt x="870" y="519"/>
                      <a:pt x="828" y="471"/>
                      <a:pt x="765" y="409"/>
                    </a:cubicBezTo>
                    <a:cubicBezTo>
                      <a:pt x="697" y="362"/>
                      <a:pt x="634" y="299"/>
                      <a:pt x="566" y="257"/>
                    </a:cubicBezTo>
                    <a:cubicBezTo>
                      <a:pt x="477" y="189"/>
                      <a:pt x="414" y="126"/>
                      <a:pt x="346" y="100"/>
                    </a:cubicBezTo>
                    <a:cubicBezTo>
                      <a:pt x="304" y="58"/>
                      <a:pt x="262" y="16"/>
                      <a:pt x="215" y="16"/>
                    </a:cubicBezTo>
                    <a:cubicBezTo>
                      <a:pt x="205" y="5"/>
                      <a:pt x="189" y="0"/>
                      <a:pt x="17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0" name="Google Shape;1300;p38"/>
              <p:cNvSpPr/>
              <p:nvPr/>
            </p:nvSpPr>
            <p:spPr>
              <a:xfrm>
                <a:off x="3653851" y="2085103"/>
                <a:ext cx="256262" cy="246387"/>
              </a:xfrm>
              <a:custGeom>
                <a:avLst/>
                <a:gdLst/>
                <a:ahLst/>
                <a:cxnLst/>
                <a:rect l="l" t="t" r="r" b="b"/>
                <a:pathLst>
                  <a:path w="1635" h="1572" extrusionOk="0">
                    <a:moveTo>
                      <a:pt x="173" y="0"/>
                    </a:moveTo>
                    <a:cubicBezTo>
                      <a:pt x="173" y="0"/>
                      <a:pt x="0" y="215"/>
                      <a:pt x="63" y="435"/>
                    </a:cubicBezTo>
                    <a:cubicBezTo>
                      <a:pt x="110" y="676"/>
                      <a:pt x="283" y="917"/>
                      <a:pt x="634" y="1152"/>
                    </a:cubicBezTo>
                    <a:cubicBezTo>
                      <a:pt x="906" y="1354"/>
                      <a:pt x="1197" y="1571"/>
                      <a:pt x="1348" y="1571"/>
                    </a:cubicBezTo>
                    <a:cubicBezTo>
                      <a:pt x="1378" y="1571"/>
                      <a:pt x="1402" y="1563"/>
                      <a:pt x="1419" y="1545"/>
                    </a:cubicBezTo>
                    <a:cubicBezTo>
                      <a:pt x="1529" y="1440"/>
                      <a:pt x="1634" y="1022"/>
                      <a:pt x="1372" y="697"/>
                    </a:cubicBezTo>
                    <a:cubicBezTo>
                      <a:pt x="1089" y="367"/>
                      <a:pt x="456" y="42"/>
                      <a:pt x="173"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1" name="Google Shape;1301;p38"/>
              <p:cNvSpPr/>
              <p:nvPr/>
            </p:nvSpPr>
            <p:spPr>
              <a:xfrm>
                <a:off x="3657143" y="2077736"/>
                <a:ext cx="246387" cy="262531"/>
              </a:xfrm>
              <a:custGeom>
                <a:avLst/>
                <a:gdLst/>
                <a:ahLst/>
                <a:cxnLst/>
                <a:rect l="l" t="t" r="r" b="b"/>
                <a:pathLst>
                  <a:path w="1572" h="1675" extrusionOk="0">
                    <a:moveTo>
                      <a:pt x="173" y="0"/>
                    </a:moveTo>
                    <a:lnTo>
                      <a:pt x="110" y="21"/>
                    </a:lnTo>
                    <a:cubicBezTo>
                      <a:pt x="110" y="21"/>
                      <a:pt x="89" y="47"/>
                      <a:pt x="68" y="89"/>
                    </a:cubicBezTo>
                    <a:lnTo>
                      <a:pt x="110" y="89"/>
                    </a:lnTo>
                    <a:lnTo>
                      <a:pt x="199" y="110"/>
                    </a:lnTo>
                    <a:cubicBezTo>
                      <a:pt x="330" y="131"/>
                      <a:pt x="524" y="220"/>
                      <a:pt x="744" y="330"/>
                    </a:cubicBezTo>
                    <a:cubicBezTo>
                      <a:pt x="959" y="461"/>
                      <a:pt x="1178" y="634"/>
                      <a:pt x="1309" y="786"/>
                    </a:cubicBezTo>
                    <a:cubicBezTo>
                      <a:pt x="1440" y="938"/>
                      <a:pt x="1482" y="1095"/>
                      <a:pt x="1461" y="1247"/>
                    </a:cubicBezTo>
                    <a:cubicBezTo>
                      <a:pt x="1461" y="1398"/>
                      <a:pt x="1398" y="1529"/>
                      <a:pt x="1377" y="1550"/>
                    </a:cubicBezTo>
                    <a:cubicBezTo>
                      <a:pt x="1351" y="1571"/>
                      <a:pt x="1330" y="1571"/>
                      <a:pt x="1288" y="1571"/>
                    </a:cubicBezTo>
                    <a:cubicBezTo>
                      <a:pt x="1247" y="1550"/>
                      <a:pt x="1178" y="1529"/>
                      <a:pt x="1116" y="1487"/>
                    </a:cubicBezTo>
                    <a:cubicBezTo>
                      <a:pt x="985" y="1398"/>
                      <a:pt x="807" y="1288"/>
                      <a:pt x="634" y="1158"/>
                    </a:cubicBezTo>
                    <a:cubicBezTo>
                      <a:pt x="330" y="938"/>
                      <a:pt x="152" y="723"/>
                      <a:pt x="110" y="524"/>
                    </a:cubicBezTo>
                    <a:lnTo>
                      <a:pt x="89" y="524"/>
                    </a:lnTo>
                    <a:cubicBezTo>
                      <a:pt x="68" y="545"/>
                      <a:pt x="42" y="571"/>
                      <a:pt x="0" y="571"/>
                    </a:cubicBezTo>
                    <a:cubicBezTo>
                      <a:pt x="89" y="807"/>
                      <a:pt x="262" y="1027"/>
                      <a:pt x="566" y="1247"/>
                    </a:cubicBezTo>
                    <a:cubicBezTo>
                      <a:pt x="744" y="1357"/>
                      <a:pt x="917" y="1487"/>
                      <a:pt x="1068" y="1571"/>
                    </a:cubicBezTo>
                    <a:cubicBezTo>
                      <a:pt x="1137" y="1618"/>
                      <a:pt x="1199" y="1660"/>
                      <a:pt x="1267" y="1660"/>
                    </a:cubicBezTo>
                    <a:cubicBezTo>
                      <a:pt x="1294" y="1669"/>
                      <a:pt x="1320" y="1674"/>
                      <a:pt x="1346" y="1674"/>
                    </a:cubicBezTo>
                    <a:cubicBezTo>
                      <a:pt x="1382" y="1674"/>
                      <a:pt x="1416" y="1664"/>
                      <a:pt x="1440" y="1639"/>
                    </a:cubicBezTo>
                    <a:cubicBezTo>
                      <a:pt x="1508" y="1571"/>
                      <a:pt x="1571" y="1419"/>
                      <a:pt x="1571" y="1268"/>
                    </a:cubicBezTo>
                    <a:cubicBezTo>
                      <a:pt x="1571" y="1095"/>
                      <a:pt x="1550" y="896"/>
                      <a:pt x="1398" y="723"/>
                    </a:cubicBezTo>
                    <a:cubicBezTo>
                      <a:pt x="1247" y="545"/>
                      <a:pt x="1027" y="372"/>
                      <a:pt x="786" y="241"/>
                    </a:cubicBezTo>
                    <a:cubicBezTo>
                      <a:pt x="545" y="110"/>
                      <a:pt x="330" y="21"/>
                      <a:pt x="17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2" name="Google Shape;1302;p38"/>
              <p:cNvSpPr/>
              <p:nvPr/>
            </p:nvSpPr>
            <p:spPr>
              <a:xfrm>
                <a:off x="3622661" y="2124443"/>
                <a:ext cx="277578" cy="272092"/>
              </a:xfrm>
              <a:custGeom>
                <a:avLst/>
                <a:gdLst/>
                <a:ahLst/>
                <a:cxnLst/>
                <a:rect l="l" t="t" r="r" b="b"/>
                <a:pathLst>
                  <a:path w="1771" h="1736" extrusionOk="0">
                    <a:moveTo>
                      <a:pt x="441" y="0"/>
                    </a:moveTo>
                    <a:cubicBezTo>
                      <a:pt x="325" y="0"/>
                      <a:pt x="200" y="105"/>
                      <a:pt x="89" y="273"/>
                    </a:cubicBezTo>
                    <a:cubicBezTo>
                      <a:pt x="89" y="273"/>
                      <a:pt x="0" y="357"/>
                      <a:pt x="26" y="446"/>
                    </a:cubicBezTo>
                    <a:cubicBezTo>
                      <a:pt x="68" y="556"/>
                      <a:pt x="220" y="577"/>
                      <a:pt x="524" y="839"/>
                    </a:cubicBezTo>
                    <a:cubicBezTo>
                      <a:pt x="854" y="1121"/>
                      <a:pt x="1006" y="1603"/>
                      <a:pt x="1205" y="1713"/>
                    </a:cubicBezTo>
                    <a:cubicBezTo>
                      <a:pt x="1240" y="1729"/>
                      <a:pt x="1278" y="1735"/>
                      <a:pt x="1317" y="1735"/>
                    </a:cubicBezTo>
                    <a:cubicBezTo>
                      <a:pt x="1488" y="1735"/>
                      <a:pt x="1673" y="1604"/>
                      <a:pt x="1728" y="1514"/>
                    </a:cubicBezTo>
                    <a:cubicBezTo>
                      <a:pt x="1770" y="1404"/>
                      <a:pt x="1770" y="1032"/>
                      <a:pt x="1419" y="666"/>
                    </a:cubicBezTo>
                    <a:cubicBezTo>
                      <a:pt x="1074" y="294"/>
                      <a:pt x="655" y="53"/>
                      <a:pt x="503" y="11"/>
                    </a:cubicBezTo>
                    <a:cubicBezTo>
                      <a:pt x="483" y="4"/>
                      <a:pt x="462" y="0"/>
                      <a:pt x="441"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3" name="Google Shape;1303;p38"/>
              <p:cNvSpPr/>
              <p:nvPr/>
            </p:nvSpPr>
            <p:spPr>
              <a:xfrm>
                <a:off x="3619370" y="2115509"/>
                <a:ext cx="287452" cy="289960"/>
              </a:xfrm>
              <a:custGeom>
                <a:avLst/>
                <a:gdLst/>
                <a:ahLst/>
                <a:cxnLst/>
                <a:rect l="l" t="t" r="r" b="b"/>
                <a:pathLst>
                  <a:path w="1834" h="1850" extrusionOk="0">
                    <a:moveTo>
                      <a:pt x="461" y="0"/>
                    </a:moveTo>
                    <a:cubicBezTo>
                      <a:pt x="461" y="42"/>
                      <a:pt x="461" y="68"/>
                      <a:pt x="440" y="110"/>
                    </a:cubicBezTo>
                    <a:lnTo>
                      <a:pt x="524" y="110"/>
                    </a:lnTo>
                    <a:cubicBezTo>
                      <a:pt x="571" y="131"/>
                      <a:pt x="723" y="199"/>
                      <a:pt x="875" y="330"/>
                    </a:cubicBezTo>
                    <a:cubicBezTo>
                      <a:pt x="1048" y="435"/>
                      <a:pt x="1247" y="592"/>
                      <a:pt x="1419" y="765"/>
                    </a:cubicBezTo>
                    <a:cubicBezTo>
                      <a:pt x="1571" y="937"/>
                      <a:pt x="1660" y="1116"/>
                      <a:pt x="1702" y="1246"/>
                    </a:cubicBezTo>
                    <a:cubicBezTo>
                      <a:pt x="1723" y="1398"/>
                      <a:pt x="1702" y="1508"/>
                      <a:pt x="1681" y="1550"/>
                    </a:cubicBezTo>
                    <a:cubicBezTo>
                      <a:pt x="1681" y="1592"/>
                      <a:pt x="1592" y="1660"/>
                      <a:pt x="1508" y="1702"/>
                    </a:cubicBezTo>
                    <a:cubicBezTo>
                      <a:pt x="1456" y="1727"/>
                      <a:pt x="1397" y="1737"/>
                      <a:pt x="1344" y="1737"/>
                    </a:cubicBezTo>
                    <a:cubicBezTo>
                      <a:pt x="1307" y="1737"/>
                      <a:pt x="1273" y="1732"/>
                      <a:pt x="1247" y="1723"/>
                    </a:cubicBezTo>
                    <a:cubicBezTo>
                      <a:pt x="1179" y="1681"/>
                      <a:pt x="1095" y="1529"/>
                      <a:pt x="985" y="1377"/>
                    </a:cubicBezTo>
                    <a:cubicBezTo>
                      <a:pt x="875" y="1199"/>
                      <a:pt x="765" y="1006"/>
                      <a:pt x="592" y="875"/>
                    </a:cubicBezTo>
                    <a:cubicBezTo>
                      <a:pt x="440" y="723"/>
                      <a:pt x="309" y="655"/>
                      <a:pt x="220" y="592"/>
                    </a:cubicBezTo>
                    <a:cubicBezTo>
                      <a:pt x="152" y="545"/>
                      <a:pt x="110" y="524"/>
                      <a:pt x="110" y="482"/>
                    </a:cubicBezTo>
                    <a:cubicBezTo>
                      <a:pt x="89" y="461"/>
                      <a:pt x="89" y="461"/>
                      <a:pt x="110" y="435"/>
                    </a:cubicBezTo>
                    <a:lnTo>
                      <a:pt x="110" y="435"/>
                    </a:lnTo>
                    <a:cubicBezTo>
                      <a:pt x="68" y="461"/>
                      <a:pt x="47" y="482"/>
                      <a:pt x="0" y="503"/>
                    </a:cubicBezTo>
                    <a:lnTo>
                      <a:pt x="0" y="524"/>
                    </a:lnTo>
                    <a:cubicBezTo>
                      <a:pt x="21" y="592"/>
                      <a:pt x="89" y="634"/>
                      <a:pt x="178" y="676"/>
                    </a:cubicBezTo>
                    <a:cubicBezTo>
                      <a:pt x="241" y="744"/>
                      <a:pt x="372" y="807"/>
                      <a:pt x="524" y="937"/>
                    </a:cubicBezTo>
                    <a:cubicBezTo>
                      <a:pt x="676" y="1068"/>
                      <a:pt x="786" y="1267"/>
                      <a:pt x="896" y="1419"/>
                    </a:cubicBezTo>
                    <a:cubicBezTo>
                      <a:pt x="1006" y="1592"/>
                      <a:pt x="1069" y="1744"/>
                      <a:pt x="1200" y="1812"/>
                    </a:cubicBezTo>
                    <a:cubicBezTo>
                      <a:pt x="1246" y="1838"/>
                      <a:pt x="1295" y="1850"/>
                      <a:pt x="1346" y="1850"/>
                    </a:cubicBezTo>
                    <a:cubicBezTo>
                      <a:pt x="1415" y="1850"/>
                      <a:pt x="1486" y="1828"/>
                      <a:pt x="1550" y="1791"/>
                    </a:cubicBezTo>
                    <a:cubicBezTo>
                      <a:pt x="1660" y="1744"/>
                      <a:pt x="1749" y="1681"/>
                      <a:pt x="1791" y="1592"/>
                    </a:cubicBezTo>
                    <a:cubicBezTo>
                      <a:pt x="1833" y="1508"/>
                      <a:pt x="1833" y="1398"/>
                      <a:pt x="1791" y="1220"/>
                    </a:cubicBezTo>
                    <a:cubicBezTo>
                      <a:pt x="1770" y="1068"/>
                      <a:pt x="1660" y="875"/>
                      <a:pt x="1488" y="697"/>
                    </a:cubicBezTo>
                    <a:cubicBezTo>
                      <a:pt x="1309" y="503"/>
                      <a:pt x="1116" y="351"/>
                      <a:pt x="938" y="241"/>
                    </a:cubicBezTo>
                    <a:cubicBezTo>
                      <a:pt x="765" y="110"/>
                      <a:pt x="634" y="42"/>
                      <a:pt x="545" y="21"/>
                    </a:cubicBezTo>
                    <a:cubicBezTo>
                      <a:pt x="524" y="0"/>
                      <a:pt x="482" y="0"/>
                      <a:pt x="46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4" name="Google Shape;1304;p38"/>
              <p:cNvSpPr/>
              <p:nvPr/>
            </p:nvSpPr>
            <p:spPr>
              <a:xfrm>
                <a:off x="3249946" y="2286193"/>
                <a:ext cx="318642" cy="213630"/>
              </a:xfrm>
              <a:custGeom>
                <a:avLst/>
                <a:gdLst/>
                <a:ahLst/>
                <a:cxnLst/>
                <a:rect l="l" t="t" r="r" b="b"/>
                <a:pathLst>
                  <a:path w="2033" h="1363" extrusionOk="0">
                    <a:moveTo>
                      <a:pt x="765" y="0"/>
                    </a:moveTo>
                    <a:cubicBezTo>
                      <a:pt x="262" y="27"/>
                      <a:pt x="200" y="0"/>
                      <a:pt x="90" y="262"/>
                    </a:cubicBezTo>
                    <a:cubicBezTo>
                      <a:pt x="1" y="503"/>
                      <a:pt x="111" y="550"/>
                      <a:pt x="310" y="744"/>
                    </a:cubicBezTo>
                    <a:cubicBezTo>
                      <a:pt x="503" y="943"/>
                      <a:pt x="807" y="985"/>
                      <a:pt x="1137" y="1158"/>
                    </a:cubicBezTo>
                    <a:cubicBezTo>
                      <a:pt x="1340" y="1269"/>
                      <a:pt x="1589" y="1362"/>
                      <a:pt x="1762" y="1362"/>
                    </a:cubicBezTo>
                    <a:cubicBezTo>
                      <a:pt x="1865" y="1362"/>
                      <a:pt x="1941" y="1329"/>
                      <a:pt x="1964" y="1247"/>
                    </a:cubicBezTo>
                    <a:cubicBezTo>
                      <a:pt x="2033" y="1048"/>
                      <a:pt x="2012" y="854"/>
                      <a:pt x="1771" y="702"/>
                    </a:cubicBezTo>
                    <a:cubicBezTo>
                      <a:pt x="1551" y="571"/>
                      <a:pt x="1509" y="440"/>
                      <a:pt x="1441" y="241"/>
                    </a:cubicBezTo>
                    <a:cubicBezTo>
                      <a:pt x="1441" y="241"/>
                      <a:pt x="1247" y="0"/>
                      <a:pt x="765"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5" name="Google Shape;1305;p38"/>
              <p:cNvSpPr/>
              <p:nvPr/>
            </p:nvSpPr>
            <p:spPr>
              <a:xfrm>
                <a:off x="3257313" y="2323966"/>
                <a:ext cx="314567" cy="184791"/>
              </a:xfrm>
              <a:custGeom>
                <a:avLst/>
                <a:gdLst/>
                <a:ahLst/>
                <a:cxnLst/>
                <a:rect l="l" t="t" r="r" b="b"/>
                <a:pathLst>
                  <a:path w="2007" h="1179" extrusionOk="0">
                    <a:moveTo>
                      <a:pt x="1441" y="0"/>
                    </a:moveTo>
                    <a:cubicBezTo>
                      <a:pt x="1415" y="68"/>
                      <a:pt x="1394" y="110"/>
                      <a:pt x="1394" y="152"/>
                    </a:cubicBezTo>
                    <a:cubicBezTo>
                      <a:pt x="1415" y="199"/>
                      <a:pt x="1441" y="241"/>
                      <a:pt x="1462" y="283"/>
                    </a:cubicBezTo>
                    <a:cubicBezTo>
                      <a:pt x="1504" y="372"/>
                      <a:pt x="1572" y="440"/>
                      <a:pt x="1703" y="503"/>
                    </a:cubicBezTo>
                    <a:cubicBezTo>
                      <a:pt x="1808" y="571"/>
                      <a:pt x="1855" y="655"/>
                      <a:pt x="1876" y="723"/>
                    </a:cubicBezTo>
                    <a:cubicBezTo>
                      <a:pt x="1897" y="807"/>
                      <a:pt x="1897" y="896"/>
                      <a:pt x="1876" y="1006"/>
                    </a:cubicBezTo>
                    <a:cubicBezTo>
                      <a:pt x="1855" y="1027"/>
                      <a:pt x="1834" y="1048"/>
                      <a:pt x="1787" y="1069"/>
                    </a:cubicBezTo>
                    <a:lnTo>
                      <a:pt x="1614" y="1069"/>
                    </a:lnTo>
                    <a:cubicBezTo>
                      <a:pt x="1462" y="1048"/>
                      <a:pt x="1284" y="964"/>
                      <a:pt x="1111" y="875"/>
                    </a:cubicBezTo>
                    <a:cubicBezTo>
                      <a:pt x="786" y="702"/>
                      <a:pt x="477" y="634"/>
                      <a:pt x="305" y="461"/>
                    </a:cubicBezTo>
                    <a:cubicBezTo>
                      <a:pt x="263" y="414"/>
                      <a:pt x="215" y="372"/>
                      <a:pt x="174" y="351"/>
                    </a:cubicBezTo>
                    <a:lnTo>
                      <a:pt x="1" y="309"/>
                    </a:lnTo>
                    <a:lnTo>
                      <a:pt x="1" y="309"/>
                    </a:lnTo>
                    <a:cubicBezTo>
                      <a:pt x="43" y="393"/>
                      <a:pt x="132" y="440"/>
                      <a:pt x="215" y="524"/>
                    </a:cubicBezTo>
                    <a:cubicBezTo>
                      <a:pt x="435" y="744"/>
                      <a:pt x="739" y="807"/>
                      <a:pt x="1069" y="964"/>
                    </a:cubicBezTo>
                    <a:cubicBezTo>
                      <a:pt x="1242" y="1069"/>
                      <a:pt x="1415" y="1137"/>
                      <a:pt x="1593" y="1179"/>
                    </a:cubicBezTo>
                    <a:cubicBezTo>
                      <a:pt x="1677" y="1179"/>
                      <a:pt x="1745" y="1179"/>
                      <a:pt x="1808" y="1158"/>
                    </a:cubicBezTo>
                    <a:cubicBezTo>
                      <a:pt x="1876" y="1158"/>
                      <a:pt x="1938" y="1095"/>
                      <a:pt x="1965" y="1027"/>
                    </a:cubicBezTo>
                    <a:cubicBezTo>
                      <a:pt x="2007" y="917"/>
                      <a:pt x="2007" y="807"/>
                      <a:pt x="1986" y="702"/>
                    </a:cubicBezTo>
                    <a:cubicBezTo>
                      <a:pt x="1965" y="592"/>
                      <a:pt x="1876" y="503"/>
                      <a:pt x="1745" y="414"/>
                    </a:cubicBezTo>
                    <a:cubicBezTo>
                      <a:pt x="1635" y="351"/>
                      <a:pt x="1593" y="283"/>
                      <a:pt x="1546" y="220"/>
                    </a:cubicBezTo>
                    <a:cubicBezTo>
                      <a:pt x="1504" y="152"/>
                      <a:pt x="1483" y="89"/>
                      <a:pt x="144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6" name="Google Shape;1306;p38"/>
              <p:cNvSpPr/>
              <p:nvPr/>
            </p:nvSpPr>
            <p:spPr>
              <a:xfrm>
                <a:off x="3557773" y="2162843"/>
                <a:ext cx="294819" cy="287139"/>
              </a:xfrm>
              <a:custGeom>
                <a:avLst/>
                <a:gdLst/>
                <a:ahLst/>
                <a:cxnLst/>
                <a:rect l="l" t="t" r="r" b="b"/>
                <a:pathLst>
                  <a:path w="1881" h="1832" extrusionOk="0">
                    <a:moveTo>
                      <a:pt x="522" y="1"/>
                    </a:moveTo>
                    <a:cubicBezTo>
                      <a:pt x="515" y="1"/>
                      <a:pt x="509" y="1"/>
                      <a:pt x="503" y="2"/>
                    </a:cubicBezTo>
                    <a:cubicBezTo>
                      <a:pt x="372" y="2"/>
                      <a:pt x="131" y="201"/>
                      <a:pt x="48" y="442"/>
                    </a:cubicBezTo>
                    <a:cubicBezTo>
                      <a:pt x="48" y="442"/>
                      <a:pt x="0" y="552"/>
                      <a:pt x="110" y="656"/>
                    </a:cubicBezTo>
                    <a:cubicBezTo>
                      <a:pt x="199" y="766"/>
                      <a:pt x="372" y="814"/>
                      <a:pt x="702" y="1096"/>
                    </a:cubicBezTo>
                    <a:cubicBezTo>
                      <a:pt x="1027" y="1358"/>
                      <a:pt x="1226" y="1772"/>
                      <a:pt x="1420" y="1814"/>
                    </a:cubicBezTo>
                    <a:cubicBezTo>
                      <a:pt x="1458" y="1826"/>
                      <a:pt x="1498" y="1832"/>
                      <a:pt x="1537" y="1832"/>
                    </a:cubicBezTo>
                    <a:cubicBezTo>
                      <a:pt x="1717" y="1832"/>
                      <a:pt x="1881" y="1705"/>
                      <a:pt x="1881" y="1489"/>
                    </a:cubicBezTo>
                    <a:cubicBezTo>
                      <a:pt x="1881" y="1227"/>
                      <a:pt x="1723" y="918"/>
                      <a:pt x="1441" y="594"/>
                    </a:cubicBezTo>
                    <a:cubicBezTo>
                      <a:pt x="1148" y="256"/>
                      <a:pt x="691" y="1"/>
                      <a:pt x="522"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7" name="Google Shape;1307;p38"/>
              <p:cNvSpPr/>
              <p:nvPr/>
            </p:nvSpPr>
            <p:spPr>
              <a:xfrm>
                <a:off x="3565139" y="2163000"/>
                <a:ext cx="297326" cy="294975"/>
              </a:xfrm>
              <a:custGeom>
                <a:avLst/>
                <a:gdLst/>
                <a:ahLst/>
                <a:cxnLst/>
                <a:rect l="l" t="t" r="r" b="b"/>
                <a:pathLst>
                  <a:path w="1897" h="1882" extrusionOk="0">
                    <a:moveTo>
                      <a:pt x="655" y="1"/>
                    </a:moveTo>
                    <a:cubicBezTo>
                      <a:pt x="629" y="27"/>
                      <a:pt x="587" y="48"/>
                      <a:pt x="545" y="69"/>
                    </a:cubicBezTo>
                    <a:cubicBezTo>
                      <a:pt x="566" y="69"/>
                      <a:pt x="587" y="69"/>
                      <a:pt x="608" y="90"/>
                    </a:cubicBezTo>
                    <a:cubicBezTo>
                      <a:pt x="676" y="111"/>
                      <a:pt x="760" y="158"/>
                      <a:pt x="849" y="200"/>
                    </a:cubicBezTo>
                    <a:cubicBezTo>
                      <a:pt x="1001" y="310"/>
                      <a:pt x="1200" y="462"/>
                      <a:pt x="1352" y="614"/>
                    </a:cubicBezTo>
                    <a:cubicBezTo>
                      <a:pt x="1635" y="964"/>
                      <a:pt x="1765" y="1247"/>
                      <a:pt x="1786" y="1488"/>
                    </a:cubicBezTo>
                    <a:cubicBezTo>
                      <a:pt x="1786" y="1619"/>
                      <a:pt x="1745" y="1682"/>
                      <a:pt x="1655" y="1729"/>
                    </a:cubicBezTo>
                    <a:cubicBezTo>
                      <a:pt x="1609" y="1760"/>
                      <a:pt x="1538" y="1779"/>
                      <a:pt x="1468" y="1779"/>
                    </a:cubicBezTo>
                    <a:cubicBezTo>
                      <a:pt x="1443" y="1779"/>
                      <a:pt x="1417" y="1776"/>
                      <a:pt x="1394" y="1771"/>
                    </a:cubicBezTo>
                    <a:cubicBezTo>
                      <a:pt x="1310" y="1750"/>
                      <a:pt x="1221" y="1640"/>
                      <a:pt x="1111" y="1509"/>
                    </a:cubicBezTo>
                    <a:cubicBezTo>
                      <a:pt x="980" y="1357"/>
                      <a:pt x="849" y="1179"/>
                      <a:pt x="676" y="1048"/>
                    </a:cubicBezTo>
                    <a:cubicBezTo>
                      <a:pt x="346" y="765"/>
                      <a:pt x="173" y="724"/>
                      <a:pt x="84" y="614"/>
                    </a:cubicBezTo>
                    <a:cubicBezTo>
                      <a:pt x="63" y="593"/>
                      <a:pt x="63" y="572"/>
                      <a:pt x="43" y="551"/>
                    </a:cubicBezTo>
                    <a:cubicBezTo>
                      <a:pt x="22" y="572"/>
                      <a:pt x="1" y="614"/>
                      <a:pt x="1" y="655"/>
                    </a:cubicBezTo>
                    <a:cubicBezTo>
                      <a:pt x="1" y="682"/>
                      <a:pt x="1" y="682"/>
                      <a:pt x="22" y="682"/>
                    </a:cubicBezTo>
                    <a:cubicBezTo>
                      <a:pt x="132" y="813"/>
                      <a:pt x="283" y="854"/>
                      <a:pt x="608" y="1116"/>
                    </a:cubicBezTo>
                    <a:cubicBezTo>
                      <a:pt x="786" y="1247"/>
                      <a:pt x="917" y="1420"/>
                      <a:pt x="1022" y="1572"/>
                    </a:cubicBezTo>
                    <a:cubicBezTo>
                      <a:pt x="1132" y="1703"/>
                      <a:pt x="1242" y="1834"/>
                      <a:pt x="1373" y="1860"/>
                    </a:cubicBezTo>
                    <a:cubicBezTo>
                      <a:pt x="1411" y="1875"/>
                      <a:pt x="1452" y="1881"/>
                      <a:pt x="1494" y="1881"/>
                    </a:cubicBezTo>
                    <a:cubicBezTo>
                      <a:pt x="1571" y="1881"/>
                      <a:pt x="1652" y="1857"/>
                      <a:pt x="1724" y="1813"/>
                    </a:cubicBezTo>
                    <a:cubicBezTo>
                      <a:pt x="1807" y="1750"/>
                      <a:pt x="1896" y="1640"/>
                      <a:pt x="1875" y="1488"/>
                    </a:cubicBezTo>
                    <a:cubicBezTo>
                      <a:pt x="1875" y="1226"/>
                      <a:pt x="1745" y="896"/>
                      <a:pt x="1441" y="551"/>
                    </a:cubicBezTo>
                    <a:cubicBezTo>
                      <a:pt x="1263" y="373"/>
                      <a:pt x="1069" y="221"/>
                      <a:pt x="891" y="111"/>
                    </a:cubicBezTo>
                    <a:cubicBezTo>
                      <a:pt x="807" y="69"/>
                      <a:pt x="718" y="27"/>
                      <a:pt x="65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8" name="Google Shape;1308;p38"/>
              <p:cNvSpPr/>
              <p:nvPr/>
            </p:nvSpPr>
            <p:spPr>
              <a:xfrm>
                <a:off x="3503543" y="2220992"/>
                <a:ext cx="300148" cy="291057"/>
              </a:xfrm>
              <a:custGeom>
                <a:avLst/>
                <a:gdLst/>
                <a:ahLst/>
                <a:cxnLst/>
                <a:rect l="l" t="t" r="r" b="b"/>
                <a:pathLst>
                  <a:path w="1915" h="1857" extrusionOk="0">
                    <a:moveTo>
                      <a:pt x="440" y="0"/>
                    </a:moveTo>
                    <a:cubicBezTo>
                      <a:pt x="424" y="0"/>
                      <a:pt x="409" y="1"/>
                      <a:pt x="394" y="3"/>
                    </a:cubicBezTo>
                    <a:cubicBezTo>
                      <a:pt x="174" y="24"/>
                      <a:pt x="1" y="484"/>
                      <a:pt x="43" y="746"/>
                    </a:cubicBezTo>
                    <a:cubicBezTo>
                      <a:pt x="85" y="987"/>
                      <a:pt x="305" y="1139"/>
                      <a:pt x="305" y="1139"/>
                    </a:cubicBezTo>
                    <a:cubicBezTo>
                      <a:pt x="305" y="1139"/>
                      <a:pt x="587" y="1160"/>
                      <a:pt x="786" y="1270"/>
                    </a:cubicBezTo>
                    <a:cubicBezTo>
                      <a:pt x="1001" y="1380"/>
                      <a:pt x="1200" y="1773"/>
                      <a:pt x="1462" y="1836"/>
                    </a:cubicBezTo>
                    <a:cubicBezTo>
                      <a:pt x="1501" y="1850"/>
                      <a:pt x="1539" y="1857"/>
                      <a:pt x="1576" y="1857"/>
                    </a:cubicBezTo>
                    <a:cubicBezTo>
                      <a:pt x="1766" y="1857"/>
                      <a:pt x="1914" y="1673"/>
                      <a:pt x="1897" y="1401"/>
                    </a:cubicBezTo>
                    <a:cubicBezTo>
                      <a:pt x="1897" y="1071"/>
                      <a:pt x="1546" y="594"/>
                      <a:pt x="1242" y="354"/>
                    </a:cubicBezTo>
                    <a:cubicBezTo>
                      <a:pt x="959" y="129"/>
                      <a:pt x="654" y="0"/>
                      <a:pt x="440"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09" name="Google Shape;1309;p38"/>
              <p:cNvSpPr/>
              <p:nvPr/>
            </p:nvSpPr>
            <p:spPr>
              <a:xfrm>
                <a:off x="3527366" y="2214722"/>
                <a:ext cx="284161" cy="307201"/>
              </a:xfrm>
              <a:custGeom>
                <a:avLst/>
                <a:gdLst/>
                <a:ahLst/>
                <a:cxnLst/>
                <a:rect l="l" t="t" r="r" b="b"/>
                <a:pathLst>
                  <a:path w="1813" h="1960" extrusionOk="0">
                    <a:moveTo>
                      <a:pt x="456" y="1"/>
                    </a:moveTo>
                    <a:cubicBezTo>
                      <a:pt x="414" y="43"/>
                      <a:pt x="393" y="64"/>
                      <a:pt x="373" y="111"/>
                    </a:cubicBezTo>
                    <a:cubicBezTo>
                      <a:pt x="566" y="132"/>
                      <a:pt x="807" y="242"/>
                      <a:pt x="1048" y="435"/>
                    </a:cubicBezTo>
                    <a:cubicBezTo>
                      <a:pt x="1200" y="566"/>
                      <a:pt x="1352" y="744"/>
                      <a:pt x="1483" y="917"/>
                    </a:cubicBezTo>
                    <a:cubicBezTo>
                      <a:pt x="1614" y="1090"/>
                      <a:pt x="1703" y="1289"/>
                      <a:pt x="1703" y="1441"/>
                    </a:cubicBezTo>
                    <a:cubicBezTo>
                      <a:pt x="1703" y="1593"/>
                      <a:pt x="1656" y="1703"/>
                      <a:pt x="1593" y="1766"/>
                    </a:cubicBezTo>
                    <a:cubicBezTo>
                      <a:pt x="1528" y="1815"/>
                      <a:pt x="1467" y="1850"/>
                      <a:pt x="1396" y="1850"/>
                    </a:cubicBezTo>
                    <a:cubicBezTo>
                      <a:pt x="1369" y="1850"/>
                      <a:pt x="1340" y="1845"/>
                      <a:pt x="1310" y="1834"/>
                    </a:cubicBezTo>
                    <a:cubicBezTo>
                      <a:pt x="1221" y="1813"/>
                      <a:pt x="1111" y="1703"/>
                      <a:pt x="1001" y="1572"/>
                    </a:cubicBezTo>
                    <a:cubicBezTo>
                      <a:pt x="896" y="1462"/>
                      <a:pt x="786" y="1331"/>
                      <a:pt x="676" y="1268"/>
                    </a:cubicBezTo>
                    <a:cubicBezTo>
                      <a:pt x="456" y="1158"/>
                      <a:pt x="215" y="1137"/>
                      <a:pt x="194" y="1137"/>
                    </a:cubicBezTo>
                    <a:lnTo>
                      <a:pt x="22" y="1111"/>
                    </a:lnTo>
                    <a:lnTo>
                      <a:pt x="1" y="1111"/>
                    </a:lnTo>
                    <a:cubicBezTo>
                      <a:pt x="64" y="1179"/>
                      <a:pt x="132" y="1221"/>
                      <a:pt x="132" y="1221"/>
                    </a:cubicBezTo>
                    <a:lnTo>
                      <a:pt x="153" y="1221"/>
                    </a:lnTo>
                    <a:cubicBezTo>
                      <a:pt x="153" y="1221"/>
                      <a:pt x="414" y="1242"/>
                      <a:pt x="608" y="1352"/>
                    </a:cubicBezTo>
                    <a:cubicBezTo>
                      <a:pt x="697" y="1399"/>
                      <a:pt x="807" y="1530"/>
                      <a:pt x="917" y="1635"/>
                    </a:cubicBezTo>
                    <a:cubicBezTo>
                      <a:pt x="1027" y="1766"/>
                      <a:pt x="1132" y="1896"/>
                      <a:pt x="1289" y="1944"/>
                    </a:cubicBezTo>
                    <a:cubicBezTo>
                      <a:pt x="1324" y="1955"/>
                      <a:pt x="1360" y="1960"/>
                      <a:pt x="1396" y="1960"/>
                    </a:cubicBezTo>
                    <a:cubicBezTo>
                      <a:pt x="1496" y="1960"/>
                      <a:pt x="1594" y="1920"/>
                      <a:pt x="1656" y="1855"/>
                    </a:cubicBezTo>
                    <a:cubicBezTo>
                      <a:pt x="1745" y="1766"/>
                      <a:pt x="1813" y="1614"/>
                      <a:pt x="1813" y="1441"/>
                    </a:cubicBezTo>
                    <a:cubicBezTo>
                      <a:pt x="1787" y="1268"/>
                      <a:pt x="1703" y="1048"/>
                      <a:pt x="1572" y="849"/>
                    </a:cubicBezTo>
                    <a:cubicBezTo>
                      <a:pt x="1441" y="655"/>
                      <a:pt x="1263" y="483"/>
                      <a:pt x="1111" y="352"/>
                    </a:cubicBezTo>
                    <a:cubicBezTo>
                      <a:pt x="896" y="174"/>
                      <a:pt x="655" y="64"/>
                      <a:pt x="45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0" name="Google Shape;1310;p38"/>
              <p:cNvSpPr/>
              <p:nvPr/>
            </p:nvSpPr>
            <p:spPr>
              <a:xfrm>
                <a:off x="1742158" y="1589509"/>
                <a:ext cx="509859" cy="933200"/>
              </a:xfrm>
              <a:custGeom>
                <a:avLst/>
                <a:gdLst/>
                <a:ahLst/>
                <a:cxnLst/>
                <a:rect l="l" t="t" r="r" b="b"/>
                <a:pathLst>
                  <a:path w="3253" h="5954" extrusionOk="0">
                    <a:moveTo>
                      <a:pt x="2583" y="1"/>
                    </a:moveTo>
                    <a:cubicBezTo>
                      <a:pt x="2546" y="1"/>
                      <a:pt x="2507" y="6"/>
                      <a:pt x="2467" y="20"/>
                    </a:cubicBezTo>
                    <a:cubicBezTo>
                      <a:pt x="2268" y="83"/>
                      <a:pt x="1592" y="151"/>
                      <a:pt x="1393" y="455"/>
                    </a:cubicBezTo>
                    <a:cubicBezTo>
                      <a:pt x="1221" y="759"/>
                      <a:pt x="131" y="3901"/>
                      <a:pt x="63" y="4314"/>
                    </a:cubicBezTo>
                    <a:cubicBezTo>
                      <a:pt x="0" y="4754"/>
                      <a:pt x="42" y="4775"/>
                      <a:pt x="152" y="5079"/>
                    </a:cubicBezTo>
                    <a:cubicBezTo>
                      <a:pt x="283" y="5388"/>
                      <a:pt x="1090" y="5954"/>
                      <a:pt x="1090" y="5954"/>
                    </a:cubicBezTo>
                    <a:cubicBezTo>
                      <a:pt x="1090" y="5954"/>
                      <a:pt x="1242" y="4969"/>
                      <a:pt x="1812" y="4273"/>
                    </a:cubicBezTo>
                    <a:cubicBezTo>
                      <a:pt x="2289" y="3703"/>
                      <a:pt x="2751" y="3658"/>
                      <a:pt x="2884" y="3658"/>
                    </a:cubicBezTo>
                    <a:cubicBezTo>
                      <a:pt x="2909" y="3658"/>
                      <a:pt x="2923" y="3660"/>
                      <a:pt x="2923" y="3660"/>
                    </a:cubicBezTo>
                    <a:cubicBezTo>
                      <a:pt x="2923" y="3660"/>
                      <a:pt x="3253" y="1523"/>
                      <a:pt x="3185" y="1282"/>
                    </a:cubicBezTo>
                    <a:cubicBezTo>
                      <a:pt x="3143" y="1041"/>
                      <a:pt x="2834" y="83"/>
                      <a:pt x="2834" y="83"/>
                    </a:cubicBezTo>
                    <a:cubicBezTo>
                      <a:pt x="2834" y="83"/>
                      <a:pt x="2725" y="1"/>
                      <a:pt x="25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1" name="Google Shape;1311;p38"/>
              <p:cNvSpPr/>
              <p:nvPr/>
            </p:nvSpPr>
            <p:spPr>
              <a:xfrm>
                <a:off x="1734792" y="1579478"/>
                <a:ext cx="517226" cy="949814"/>
              </a:xfrm>
              <a:custGeom>
                <a:avLst/>
                <a:gdLst/>
                <a:ahLst/>
                <a:cxnLst/>
                <a:rect l="l" t="t" r="r" b="b"/>
                <a:pathLst>
                  <a:path w="3300" h="6060" extrusionOk="0">
                    <a:moveTo>
                      <a:pt x="2636" y="106"/>
                    </a:moveTo>
                    <a:cubicBezTo>
                      <a:pt x="2756" y="106"/>
                      <a:pt x="2839" y="189"/>
                      <a:pt x="2839" y="189"/>
                    </a:cubicBezTo>
                    <a:cubicBezTo>
                      <a:pt x="2860" y="215"/>
                      <a:pt x="2928" y="430"/>
                      <a:pt x="2991" y="671"/>
                    </a:cubicBezTo>
                    <a:cubicBezTo>
                      <a:pt x="3080" y="953"/>
                      <a:pt x="3169" y="1262"/>
                      <a:pt x="3190" y="1367"/>
                    </a:cubicBezTo>
                    <a:lnTo>
                      <a:pt x="3190" y="1524"/>
                    </a:lnTo>
                    <a:cubicBezTo>
                      <a:pt x="3190" y="1587"/>
                      <a:pt x="3190" y="1697"/>
                      <a:pt x="3169" y="1807"/>
                    </a:cubicBezTo>
                    <a:cubicBezTo>
                      <a:pt x="3142" y="2048"/>
                      <a:pt x="3101" y="2331"/>
                      <a:pt x="3080" y="2614"/>
                    </a:cubicBezTo>
                    <a:cubicBezTo>
                      <a:pt x="2991" y="3158"/>
                      <a:pt x="2928" y="3661"/>
                      <a:pt x="2928" y="3682"/>
                    </a:cubicBezTo>
                    <a:cubicBezTo>
                      <a:pt x="2909" y="3682"/>
                      <a:pt x="2884" y="3679"/>
                      <a:pt x="2849" y="3679"/>
                    </a:cubicBezTo>
                    <a:cubicBezTo>
                      <a:pt x="2795" y="3679"/>
                      <a:pt x="2717" y="3686"/>
                      <a:pt x="2598" y="3724"/>
                    </a:cubicBezTo>
                    <a:cubicBezTo>
                      <a:pt x="2383" y="3792"/>
                      <a:pt x="2095" y="3965"/>
                      <a:pt x="1812" y="4316"/>
                    </a:cubicBezTo>
                    <a:cubicBezTo>
                      <a:pt x="1268" y="4970"/>
                      <a:pt x="1137" y="5798"/>
                      <a:pt x="1116" y="5929"/>
                    </a:cubicBezTo>
                    <a:cubicBezTo>
                      <a:pt x="1074" y="5887"/>
                      <a:pt x="943" y="5798"/>
                      <a:pt x="765" y="5646"/>
                    </a:cubicBezTo>
                    <a:cubicBezTo>
                      <a:pt x="655" y="5557"/>
                      <a:pt x="550" y="5473"/>
                      <a:pt x="440" y="5363"/>
                    </a:cubicBezTo>
                    <a:cubicBezTo>
                      <a:pt x="351" y="5274"/>
                      <a:pt x="288" y="5190"/>
                      <a:pt x="262" y="5122"/>
                    </a:cubicBezTo>
                    <a:cubicBezTo>
                      <a:pt x="131" y="4818"/>
                      <a:pt x="110" y="4818"/>
                      <a:pt x="157" y="4405"/>
                    </a:cubicBezTo>
                    <a:cubicBezTo>
                      <a:pt x="178" y="4295"/>
                      <a:pt x="262" y="4012"/>
                      <a:pt x="372" y="3661"/>
                    </a:cubicBezTo>
                    <a:cubicBezTo>
                      <a:pt x="482" y="3289"/>
                      <a:pt x="634" y="2854"/>
                      <a:pt x="786" y="2415"/>
                    </a:cubicBezTo>
                    <a:cubicBezTo>
                      <a:pt x="943" y="1980"/>
                      <a:pt x="1095" y="1545"/>
                      <a:pt x="1226" y="1215"/>
                    </a:cubicBezTo>
                    <a:cubicBezTo>
                      <a:pt x="1289" y="1043"/>
                      <a:pt x="1336" y="891"/>
                      <a:pt x="1399" y="781"/>
                    </a:cubicBezTo>
                    <a:cubicBezTo>
                      <a:pt x="1440" y="650"/>
                      <a:pt x="1488" y="582"/>
                      <a:pt x="1488" y="540"/>
                    </a:cubicBezTo>
                    <a:cubicBezTo>
                      <a:pt x="1571" y="409"/>
                      <a:pt x="1791" y="320"/>
                      <a:pt x="1990" y="257"/>
                    </a:cubicBezTo>
                    <a:cubicBezTo>
                      <a:pt x="2205" y="189"/>
                      <a:pt x="2425" y="168"/>
                      <a:pt x="2535" y="126"/>
                    </a:cubicBezTo>
                    <a:cubicBezTo>
                      <a:pt x="2571" y="112"/>
                      <a:pt x="2605" y="106"/>
                      <a:pt x="2636" y="106"/>
                    </a:cubicBezTo>
                    <a:close/>
                    <a:moveTo>
                      <a:pt x="2607" y="1"/>
                    </a:moveTo>
                    <a:cubicBezTo>
                      <a:pt x="2569" y="1"/>
                      <a:pt x="2529" y="5"/>
                      <a:pt x="2488" y="16"/>
                    </a:cubicBezTo>
                    <a:cubicBezTo>
                      <a:pt x="2404" y="58"/>
                      <a:pt x="2184" y="84"/>
                      <a:pt x="1964" y="147"/>
                    </a:cubicBezTo>
                    <a:cubicBezTo>
                      <a:pt x="1749" y="215"/>
                      <a:pt x="1509" y="299"/>
                      <a:pt x="1399" y="498"/>
                    </a:cubicBezTo>
                    <a:cubicBezTo>
                      <a:pt x="1378" y="540"/>
                      <a:pt x="1336" y="608"/>
                      <a:pt x="1289" y="739"/>
                    </a:cubicBezTo>
                    <a:cubicBezTo>
                      <a:pt x="1247" y="844"/>
                      <a:pt x="1179" y="1001"/>
                      <a:pt x="1116" y="1173"/>
                    </a:cubicBezTo>
                    <a:cubicBezTo>
                      <a:pt x="985" y="1524"/>
                      <a:pt x="833" y="1959"/>
                      <a:pt x="681" y="2394"/>
                    </a:cubicBezTo>
                    <a:cubicBezTo>
                      <a:pt x="524" y="2834"/>
                      <a:pt x="372" y="3268"/>
                      <a:pt x="262" y="3619"/>
                    </a:cubicBezTo>
                    <a:cubicBezTo>
                      <a:pt x="157" y="3986"/>
                      <a:pt x="68" y="4248"/>
                      <a:pt x="68" y="4378"/>
                    </a:cubicBezTo>
                    <a:cubicBezTo>
                      <a:pt x="0" y="4818"/>
                      <a:pt x="27" y="4860"/>
                      <a:pt x="157" y="5164"/>
                    </a:cubicBezTo>
                    <a:cubicBezTo>
                      <a:pt x="199" y="5253"/>
                      <a:pt x="262" y="5342"/>
                      <a:pt x="372" y="5452"/>
                    </a:cubicBezTo>
                    <a:cubicBezTo>
                      <a:pt x="461" y="5536"/>
                      <a:pt x="592" y="5646"/>
                      <a:pt x="702" y="5735"/>
                    </a:cubicBezTo>
                    <a:cubicBezTo>
                      <a:pt x="917" y="5929"/>
                      <a:pt x="1116" y="6059"/>
                      <a:pt x="1116" y="6059"/>
                    </a:cubicBezTo>
                    <a:lnTo>
                      <a:pt x="1205" y="6039"/>
                    </a:lnTo>
                    <a:cubicBezTo>
                      <a:pt x="1205" y="6039"/>
                      <a:pt x="1336" y="5059"/>
                      <a:pt x="1901" y="4378"/>
                    </a:cubicBezTo>
                    <a:cubicBezTo>
                      <a:pt x="2163" y="4033"/>
                      <a:pt x="2446" y="3902"/>
                      <a:pt x="2645" y="3834"/>
                    </a:cubicBezTo>
                    <a:cubicBezTo>
                      <a:pt x="2761" y="3796"/>
                      <a:pt x="2847" y="3789"/>
                      <a:pt x="2898" y="3789"/>
                    </a:cubicBezTo>
                    <a:cubicBezTo>
                      <a:pt x="2931" y="3789"/>
                      <a:pt x="2949" y="3792"/>
                      <a:pt x="2949" y="3792"/>
                    </a:cubicBezTo>
                    <a:lnTo>
                      <a:pt x="3012" y="3750"/>
                    </a:lnTo>
                    <a:cubicBezTo>
                      <a:pt x="3012" y="3750"/>
                      <a:pt x="3101" y="3200"/>
                      <a:pt x="3169" y="2635"/>
                    </a:cubicBezTo>
                    <a:cubicBezTo>
                      <a:pt x="3211" y="2352"/>
                      <a:pt x="3252" y="2069"/>
                      <a:pt x="3273" y="1828"/>
                    </a:cubicBezTo>
                    <a:cubicBezTo>
                      <a:pt x="3273" y="1718"/>
                      <a:pt x="3300" y="1608"/>
                      <a:pt x="3300" y="1524"/>
                    </a:cubicBezTo>
                    <a:lnTo>
                      <a:pt x="3300" y="1346"/>
                    </a:lnTo>
                    <a:cubicBezTo>
                      <a:pt x="3273" y="1215"/>
                      <a:pt x="3190" y="912"/>
                      <a:pt x="3101" y="650"/>
                    </a:cubicBezTo>
                    <a:cubicBezTo>
                      <a:pt x="3012" y="388"/>
                      <a:pt x="2949" y="147"/>
                      <a:pt x="2949" y="147"/>
                    </a:cubicBezTo>
                    <a:lnTo>
                      <a:pt x="2928" y="105"/>
                    </a:lnTo>
                    <a:cubicBezTo>
                      <a:pt x="2928" y="105"/>
                      <a:pt x="2791" y="1"/>
                      <a:pt x="260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2" name="Google Shape;1312;p38"/>
              <p:cNvSpPr/>
              <p:nvPr/>
            </p:nvSpPr>
            <p:spPr>
              <a:xfrm>
                <a:off x="1994971" y="2179300"/>
                <a:ext cx="790571" cy="507508"/>
              </a:xfrm>
              <a:custGeom>
                <a:avLst/>
                <a:gdLst/>
                <a:ahLst/>
                <a:cxnLst/>
                <a:rect l="l" t="t" r="r" b="b"/>
                <a:pathLst>
                  <a:path w="5044" h="3238" extrusionOk="0">
                    <a:moveTo>
                      <a:pt x="1562" y="1"/>
                    </a:moveTo>
                    <a:cubicBezTo>
                      <a:pt x="1232" y="1"/>
                      <a:pt x="807" y="104"/>
                      <a:pt x="524" y="551"/>
                    </a:cubicBezTo>
                    <a:cubicBezTo>
                      <a:pt x="0" y="1384"/>
                      <a:pt x="393" y="2494"/>
                      <a:pt x="393" y="2494"/>
                    </a:cubicBezTo>
                    <a:cubicBezTo>
                      <a:pt x="566" y="2714"/>
                      <a:pt x="1399" y="2934"/>
                      <a:pt x="2184" y="3086"/>
                    </a:cubicBezTo>
                    <a:cubicBezTo>
                      <a:pt x="2949" y="3238"/>
                      <a:pt x="3294" y="3238"/>
                      <a:pt x="3294" y="3238"/>
                    </a:cubicBezTo>
                    <a:cubicBezTo>
                      <a:pt x="3294" y="3238"/>
                      <a:pt x="4080" y="3217"/>
                      <a:pt x="4562" y="2473"/>
                    </a:cubicBezTo>
                    <a:cubicBezTo>
                      <a:pt x="5044" y="1756"/>
                      <a:pt x="4541" y="944"/>
                      <a:pt x="4541" y="944"/>
                    </a:cubicBezTo>
                    <a:lnTo>
                      <a:pt x="2053" y="75"/>
                    </a:lnTo>
                    <a:cubicBezTo>
                      <a:pt x="2053" y="75"/>
                      <a:pt x="1842" y="1"/>
                      <a:pt x="1562"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3" name="Google Shape;1313;p38"/>
              <p:cNvSpPr/>
              <p:nvPr/>
            </p:nvSpPr>
            <p:spPr>
              <a:xfrm>
                <a:off x="1985097" y="2173188"/>
                <a:ext cx="810320" cy="520203"/>
              </a:xfrm>
              <a:custGeom>
                <a:avLst/>
                <a:gdLst/>
                <a:ahLst/>
                <a:cxnLst/>
                <a:rect l="l" t="t" r="r" b="b"/>
                <a:pathLst>
                  <a:path w="5170" h="3319" extrusionOk="0">
                    <a:moveTo>
                      <a:pt x="1673" y="110"/>
                    </a:moveTo>
                    <a:cubicBezTo>
                      <a:pt x="1918" y="110"/>
                      <a:pt x="2095" y="156"/>
                      <a:pt x="2095" y="156"/>
                    </a:cubicBezTo>
                    <a:lnTo>
                      <a:pt x="4557" y="1009"/>
                    </a:lnTo>
                    <a:cubicBezTo>
                      <a:pt x="4583" y="1051"/>
                      <a:pt x="5018" y="1795"/>
                      <a:pt x="4583" y="2491"/>
                    </a:cubicBezTo>
                    <a:cubicBezTo>
                      <a:pt x="4122" y="3209"/>
                      <a:pt x="3357" y="3209"/>
                      <a:pt x="3357" y="3209"/>
                    </a:cubicBezTo>
                    <a:cubicBezTo>
                      <a:pt x="3357" y="3209"/>
                      <a:pt x="3033" y="3209"/>
                      <a:pt x="2247" y="3078"/>
                    </a:cubicBezTo>
                    <a:cubicBezTo>
                      <a:pt x="1875" y="2994"/>
                      <a:pt x="1462" y="2905"/>
                      <a:pt x="1132" y="2816"/>
                    </a:cubicBezTo>
                    <a:cubicBezTo>
                      <a:pt x="980" y="2753"/>
                      <a:pt x="828" y="2711"/>
                      <a:pt x="718" y="2643"/>
                    </a:cubicBezTo>
                    <a:cubicBezTo>
                      <a:pt x="608" y="2601"/>
                      <a:pt x="524" y="2554"/>
                      <a:pt x="498" y="2512"/>
                    </a:cubicBezTo>
                    <a:cubicBezTo>
                      <a:pt x="477" y="2491"/>
                      <a:pt x="132" y="1423"/>
                      <a:pt x="629" y="638"/>
                    </a:cubicBezTo>
                    <a:cubicBezTo>
                      <a:pt x="891" y="224"/>
                      <a:pt x="1242" y="114"/>
                      <a:pt x="1545" y="114"/>
                    </a:cubicBezTo>
                    <a:cubicBezTo>
                      <a:pt x="1590" y="111"/>
                      <a:pt x="1632" y="110"/>
                      <a:pt x="1673" y="110"/>
                    </a:cubicBezTo>
                    <a:close/>
                    <a:moveTo>
                      <a:pt x="1653" y="1"/>
                    </a:moveTo>
                    <a:cubicBezTo>
                      <a:pt x="1618" y="1"/>
                      <a:pt x="1582" y="2"/>
                      <a:pt x="1545" y="4"/>
                    </a:cubicBezTo>
                    <a:cubicBezTo>
                      <a:pt x="1221" y="25"/>
                      <a:pt x="807" y="135"/>
                      <a:pt x="545" y="569"/>
                    </a:cubicBezTo>
                    <a:cubicBezTo>
                      <a:pt x="1" y="1423"/>
                      <a:pt x="393" y="2554"/>
                      <a:pt x="393" y="2554"/>
                    </a:cubicBezTo>
                    <a:lnTo>
                      <a:pt x="414" y="2580"/>
                    </a:lnTo>
                    <a:cubicBezTo>
                      <a:pt x="456" y="2643"/>
                      <a:pt x="545" y="2685"/>
                      <a:pt x="676" y="2753"/>
                    </a:cubicBezTo>
                    <a:cubicBezTo>
                      <a:pt x="786" y="2795"/>
                      <a:pt x="938" y="2863"/>
                      <a:pt x="1111" y="2905"/>
                    </a:cubicBezTo>
                    <a:cubicBezTo>
                      <a:pt x="1441" y="3015"/>
                      <a:pt x="1854" y="3104"/>
                      <a:pt x="2226" y="3167"/>
                    </a:cubicBezTo>
                    <a:cubicBezTo>
                      <a:pt x="3012" y="3319"/>
                      <a:pt x="3357" y="3319"/>
                      <a:pt x="3357" y="3319"/>
                    </a:cubicBezTo>
                    <a:cubicBezTo>
                      <a:pt x="3357" y="3319"/>
                      <a:pt x="4190" y="3298"/>
                      <a:pt x="4667" y="2554"/>
                    </a:cubicBezTo>
                    <a:cubicBezTo>
                      <a:pt x="5169" y="1795"/>
                      <a:pt x="4646" y="941"/>
                      <a:pt x="4646" y="941"/>
                    </a:cubicBezTo>
                    <a:lnTo>
                      <a:pt x="4625" y="920"/>
                    </a:lnTo>
                    <a:lnTo>
                      <a:pt x="2137" y="67"/>
                    </a:lnTo>
                    <a:cubicBezTo>
                      <a:pt x="2137" y="67"/>
                      <a:pt x="1930" y="1"/>
                      <a:pt x="165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4" name="Google Shape;1314;p38"/>
              <p:cNvSpPr/>
              <p:nvPr/>
            </p:nvSpPr>
            <p:spPr>
              <a:xfrm>
                <a:off x="1830870" y="2073818"/>
                <a:ext cx="506568" cy="555782"/>
              </a:xfrm>
              <a:custGeom>
                <a:avLst/>
                <a:gdLst/>
                <a:ahLst/>
                <a:cxnLst/>
                <a:rect l="l" t="t" r="r" b="b"/>
                <a:pathLst>
                  <a:path w="3232" h="3546" extrusionOk="0">
                    <a:moveTo>
                      <a:pt x="2225" y="0"/>
                    </a:moveTo>
                    <a:cubicBezTo>
                      <a:pt x="1963" y="0"/>
                      <a:pt x="995" y="300"/>
                      <a:pt x="524" y="1120"/>
                    </a:cubicBezTo>
                    <a:cubicBezTo>
                      <a:pt x="0" y="1989"/>
                      <a:pt x="152" y="2733"/>
                      <a:pt x="220" y="2864"/>
                    </a:cubicBezTo>
                    <a:cubicBezTo>
                      <a:pt x="283" y="2974"/>
                      <a:pt x="854" y="3408"/>
                      <a:pt x="1136" y="3518"/>
                    </a:cubicBezTo>
                    <a:cubicBezTo>
                      <a:pt x="1182" y="3537"/>
                      <a:pt x="1230" y="3545"/>
                      <a:pt x="1278" y="3545"/>
                    </a:cubicBezTo>
                    <a:cubicBezTo>
                      <a:pt x="1508" y="3545"/>
                      <a:pt x="1744" y="3366"/>
                      <a:pt x="1744" y="3366"/>
                    </a:cubicBezTo>
                    <a:lnTo>
                      <a:pt x="1461" y="3188"/>
                    </a:lnTo>
                    <a:cubicBezTo>
                      <a:pt x="1461" y="3188"/>
                      <a:pt x="1288" y="2429"/>
                      <a:pt x="1770" y="1685"/>
                    </a:cubicBezTo>
                    <a:cubicBezTo>
                      <a:pt x="2247" y="963"/>
                      <a:pt x="2378" y="942"/>
                      <a:pt x="2598" y="832"/>
                    </a:cubicBezTo>
                    <a:cubicBezTo>
                      <a:pt x="2708" y="790"/>
                      <a:pt x="2854" y="779"/>
                      <a:pt x="2973" y="779"/>
                    </a:cubicBezTo>
                    <a:cubicBezTo>
                      <a:pt x="3092" y="779"/>
                      <a:pt x="3184" y="790"/>
                      <a:pt x="3184" y="790"/>
                    </a:cubicBezTo>
                    <a:cubicBezTo>
                      <a:pt x="3184" y="790"/>
                      <a:pt x="3231" y="680"/>
                      <a:pt x="3121" y="486"/>
                    </a:cubicBezTo>
                    <a:cubicBezTo>
                      <a:pt x="3011" y="308"/>
                      <a:pt x="2446" y="72"/>
                      <a:pt x="2268" y="4"/>
                    </a:cubicBezTo>
                    <a:cubicBezTo>
                      <a:pt x="2257" y="2"/>
                      <a:pt x="2242" y="0"/>
                      <a:pt x="2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5" name="Google Shape;1315;p38"/>
              <p:cNvSpPr/>
              <p:nvPr/>
            </p:nvSpPr>
            <p:spPr>
              <a:xfrm>
                <a:off x="1844819" y="2067862"/>
                <a:ext cx="495910" cy="569418"/>
              </a:xfrm>
              <a:custGeom>
                <a:avLst/>
                <a:gdLst/>
                <a:ahLst/>
                <a:cxnLst/>
                <a:rect l="l" t="t" r="r" b="b"/>
                <a:pathLst>
                  <a:path w="3164" h="3633" extrusionOk="0">
                    <a:moveTo>
                      <a:pt x="2131" y="99"/>
                    </a:moveTo>
                    <a:cubicBezTo>
                      <a:pt x="2151" y="99"/>
                      <a:pt x="2165" y="110"/>
                      <a:pt x="2179" y="110"/>
                    </a:cubicBezTo>
                    <a:cubicBezTo>
                      <a:pt x="2247" y="131"/>
                      <a:pt x="2440" y="194"/>
                      <a:pt x="2619" y="283"/>
                    </a:cubicBezTo>
                    <a:cubicBezTo>
                      <a:pt x="2770" y="372"/>
                      <a:pt x="2943" y="477"/>
                      <a:pt x="2990" y="566"/>
                    </a:cubicBezTo>
                    <a:cubicBezTo>
                      <a:pt x="3032" y="655"/>
                      <a:pt x="3053" y="697"/>
                      <a:pt x="3053" y="739"/>
                    </a:cubicBezTo>
                    <a:lnTo>
                      <a:pt x="3053" y="765"/>
                    </a:lnTo>
                    <a:lnTo>
                      <a:pt x="2880" y="765"/>
                    </a:lnTo>
                    <a:cubicBezTo>
                      <a:pt x="2749" y="765"/>
                      <a:pt x="2598" y="786"/>
                      <a:pt x="2488" y="828"/>
                    </a:cubicBezTo>
                    <a:cubicBezTo>
                      <a:pt x="2378" y="870"/>
                      <a:pt x="2289" y="917"/>
                      <a:pt x="2158" y="1027"/>
                    </a:cubicBezTo>
                    <a:cubicBezTo>
                      <a:pt x="2027" y="1132"/>
                      <a:pt x="1875" y="1331"/>
                      <a:pt x="1634" y="1702"/>
                    </a:cubicBezTo>
                    <a:cubicBezTo>
                      <a:pt x="1131" y="2467"/>
                      <a:pt x="1330" y="3226"/>
                      <a:pt x="1330" y="3226"/>
                    </a:cubicBezTo>
                    <a:lnTo>
                      <a:pt x="1351" y="3273"/>
                    </a:lnTo>
                    <a:lnTo>
                      <a:pt x="1571" y="3404"/>
                    </a:lnTo>
                    <a:cubicBezTo>
                      <a:pt x="1524" y="3425"/>
                      <a:pt x="1503" y="3446"/>
                      <a:pt x="1440" y="3467"/>
                    </a:cubicBezTo>
                    <a:cubicBezTo>
                      <a:pt x="1362" y="3501"/>
                      <a:pt x="1263" y="3532"/>
                      <a:pt x="1172" y="3532"/>
                    </a:cubicBezTo>
                    <a:cubicBezTo>
                      <a:pt x="1136" y="3532"/>
                      <a:pt x="1100" y="3526"/>
                      <a:pt x="1068" y="3514"/>
                    </a:cubicBezTo>
                    <a:cubicBezTo>
                      <a:pt x="937" y="3467"/>
                      <a:pt x="718" y="3336"/>
                      <a:pt x="545" y="3184"/>
                    </a:cubicBezTo>
                    <a:cubicBezTo>
                      <a:pt x="456" y="3122"/>
                      <a:pt x="372" y="3053"/>
                      <a:pt x="304" y="2991"/>
                    </a:cubicBezTo>
                    <a:cubicBezTo>
                      <a:pt x="241" y="2943"/>
                      <a:pt x="194" y="2881"/>
                      <a:pt x="173" y="2881"/>
                    </a:cubicBezTo>
                    <a:cubicBezTo>
                      <a:pt x="173" y="2860"/>
                      <a:pt x="152" y="2792"/>
                      <a:pt x="131" y="2682"/>
                    </a:cubicBezTo>
                    <a:cubicBezTo>
                      <a:pt x="110" y="2598"/>
                      <a:pt x="110" y="2467"/>
                      <a:pt x="110" y="2310"/>
                    </a:cubicBezTo>
                    <a:cubicBezTo>
                      <a:pt x="131" y="2006"/>
                      <a:pt x="215" y="1613"/>
                      <a:pt x="477" y="1179"/>
                    </a:cubicBezTo>
                    <a:cubicBezTo>
                      <a:pt x="718" y="765"/>
                      <a:pt x="1110" y="477"/>
                      <a:pt x="1461" y="304"/>
                    </a:cubicBezTo>
                    <a:cubicBezTo>
                      <a:pt x="1634" y="215"/>
                      <a:pt x="1786" y="152"/>
                      <a:pt x="1917" y="131"/>
                    </a:cubicBezTo>
                    <a:cubicBezTo>
                      <a:pt x="1985" y="110"/>
                      <a:pt x="2048" y="110"/>
                      <a:pt x="2095" y="110"/>
                    </a:cubicBezTo>
                    <a:cubicBezTo>
                      <a:pt x="2109" y="102"/>
                      <a:pt x="2120" y="99"/>
                      <a:pt x="2131" y="99"/>
                    </a:cubicBezTo>
                    <a:close/>
                    <a:moveTo>
                      <a:pt x="2074" y="0"/>
                    </a:moveTo>
                    <a:cubicBezTo>
                      <a:pt x="2027" y="0"/>
                      <a:pt x="1964" y="0"/>
                      <a:pt x="1896" y="21"/>
                    </a:cubicBezTo>
                    <a:cubicBezTo>
                      <a:pt x="1765" y="63"/>
                      <a:pt x="1592" y="110"/>
                      <a:pt x="1419" y="194"/>
                    </a:cubicBezTo>
                    <a:cubicBezTo>
                      <a:pt x="1047" y="372"/>
                      <a:pt x="655" y="676"/>
                      <a:pt x="393" y="1132"/>
                    </a:cubicBezTo>
                    <a:cubicBezTo>
                      <a:pt x="131" y="1571"/>
                      <a:pt x="21" y="1985"/>
                      <a:pt x="0" y="2310"/>
                    </a:cubicBezTo>
                    <a:cubicBezTo>
                      <a:pt x="0" y="2467"/>
                      <a:pt x="0" y="2598"/>
                      <a:pt x="21" y="2703"/>
                    </a:cubicBezTo>
                    <a:cubicBezTo>
                      <a:pt x="42" y="2813"/>
                      <a:pt x="63" y="2881"/>
                      <a:pt x="84" y="2923"/>
                    </a:cubicBezTo>
                    <a:cubicBezTo>
                      <a:pt x="110" y="2964"/>
                      <a:pt x="173" y="3012"/>
                      <a:pt x="241" y="3074"/>
                    </a:cubicBezTo>
                    <a:cubicBezTo>
                      <a:pt x="304" y="3142"/>
                      <a:pt x="393" y="3205"/>
                      <a:pt x="477" y="3273"/>
                    </a:cubicBezTo>
                    <a:cubicBezTo>
                      <a:pt x="655" y="3425"/>
                      <a:pt x="869" y="3556"/>
                      <a:pt x="1027" y="3598"/>
                    </a:cubicBezTo>
                    <a:cubicBezTo>
                      <a:pt x="1082" y="3623"/>
                      <a:pt x="1140" y="3632"/>
                      <a:pt x="1198" y="3632"/>
                    </a:cubicBezTo>
                    <a:cubicBezTo>
                      <a:pt x="1299" y="3632"/>
                      <a:pt x="1399" y="3604"/>
                      <a:pt x="1482" y="3577"/>
                    </a:cubicBezTo>
                    <a:cubicBezTo>
                      <a:pt x="1613" y="3514"/>
                      <a:pt x="1702" y="3446"/>
                      <a:pt x="1702" y="3446"/>
                    </a:cubicBezTo>
                    <a:lnTo>
                      <a:pt x="1702" y="3357"/>
                    </a:lnTo>
                    <a:lnTo>
                      <a:pt x="1440" y="3184"/>
                    </a:lnTo>
                    <a:cubicBezTo>
                      <a:pt x="1419" y="3163"/>
                      <a:pt x="1262" y="2467"/>
                      <a:pt x="1723" y="1765"/>
                    </a:cubicBezTo>
                    <a:cubicBezTo>
                      <a:pt x="1964" y="1393"/>
                      <a:pt x="2116" y="1200"/>
                      <a:pt x="2226" y="1111"/>
                    </a:cubicBezTo>
                    <a:cubicBezTo>
                      <a:pt x="2336" y="1001"/>
                      <a:pt x="2420" y="980"/>
                      <a:pt x="2530" y="938"/>
                    </a:cubicBezTo>
                    <a:cubicBezTo>
                      <a:pt x="2619" y="896"/>
                      <a:pt x="2770" y="870"/>
                      <a:pt x="2880" y="870"/>
                    </a:cubicBezTo>
                    <a:lnTo>
                      <a:pt x="3095" y="870"/>
                    </a:lnTo>
                    <a:lnTo>
                      <a:pt x="3142" y="849"/>
                    </a:lnTo>
                    <a:cubicBezTo>
                      <a:pt x="3142" y="849"/>
                      <a:pt x="3163" y="807"/>
                      <a:pt x="3163" y="739"/>
                    </a:cubicBezTo>
                    <a:cubicBezTo>
                      <a:pt x="3163" y="676"/>
                      <a:pt x="3142" y="608"/>
                      <a:pt x="3074" y="503"/>
                    </a:cubicBezTo>
                    <a:cubicBezTo>
                      <a:pt x="3011" y="393"/>
                      <a:pt x="2833" y="283"/>
                      <a:pt x="2660" y="194"/>
                    </a:cubicBezTo>
                    <a:cubicBezTo>
                      <a:pt x="2488" y="110"/>
                      <a:pt x="2289" y="21"/>
                      <a:pt x="220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6" name="Google Shape;1316;p38"/>
              <p:cNvSpPr/>
              <p:nvPr/>
            </p:nvSpPr>
            <p:spPr>
              <a:xfrm>
                <a:off x="2473482" y="2249361"/>
                <a:ext cx="582114" cy="473496"/>
              </a:xfrm>
              <a:custGeom>
                <a:avLst/>
                <a:gdLst/>
                <a:ahLst/>
                <a:cxnLst/>
                <a:rect l="l" t="t" r="r" b="b"/>
                <a:pathLst>
                  <a:path w="3714" h="3021" extrusionOk="0">
                    <a:moveTo>
                      <a:pt x="3246" y="1"/>
                    </a:moveTo>
                    <a:cubicBezTo>
                      <a:pt x="3130" y="1"/>
                      <a:pt x="2975" y="41"/>
                      <a:pt x="2750" y="131"/>
                    </a:cubicBezTo>
                    <a:cubicBezTo>
                      <a:pt x="2252" y="303"/>
                      <a:pt x="1420" y="497"/>
                      <a:pt x="1116" y="497"/>
                    </a:cubicBezTo>
                    <a:cubicBezTo>
                      <a:pt x="1116" y="497"/>
                      <a:pt x="440" y="1199"/>
                      <a:pt x="220" y="1634"/>
                    </a:cubicBezTo>
                    <a:cubicBezTo>
                      <a:pt x="1" y="2047"/>
                      <a:pt x="27" y="2356"/>
                      <a:pt x="90" y="2550"/>
                    </a:cubicBezTo>
                    <a:cubicBezTo>
                      <a:pt x="131" y="2749"/>
                      <a:pt x="262" y="2770"/>
                      <a:pt x="482" y="2901"/>
                    </a:cubicBezTo>
                    <a:cubicBezTo>
                      <a:pt x="611" y="2965"/>
                      <a:pt x="748" y="3021"/>
                      <a:pt x="899" y="3021"/>
                    </a:cubicBezTo>
                    <a:cubicBezTo>
                      <a:pt x="1006" y="3021"/>
                      <a:pt x="1121" y="2993"/>
                      <a:pt x="1247" y="2922"/>
                    </a:cubicBezTo>
                    <a:cubicBezTo>
                      <a:pt x="1551" y="2749"/>
                      <a:pt x="2226" y="2356"/>
                      <a:pt x="2404" y="2288"/>
                    </a:cubicBezTo>
                    <a:cubicBezTo>
                      <a:pt x="2556" y="2225"/>
                      <a:pt x="3080" y="1675"/>
                      <a:pt x="3300" y="1262"/>
                    </a:cubicBezTo>
                    <a:cubicBezTo>
                      <a:pt x="3515" y="827"/>
                      <a:pt x="3714" y="366"/>
                      <a:pt x="3562" y="173"/>
                    </a:cubicBezTo>
                    <a:cubicBezTo>
                      <a:pt x="3475" y="63"/>
                      <a:pt x="3390" y="1"/>
                      <a:pt x="3246"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7" name="Google Shape;1317;p38"/>
              <p:cNvSpPr/>
              <p:nvPr/>
            </p:nvSpPr>
            <p:spPr>
              <a:xfrm>
                <a:off x="2490723" y="2241837"/>
                <a:ext cx="564873" cy="490424"/>
              </a:xfrm>
              <a:custGeom>
                <a:avLst/>
                <a:gdLst/>
                <a:ahLst/>
                <a:cxnLst/>
                <a:rect l="l" t="t" r="r" b="b"/>
                <a:pathLst>
                  <a:path w="3604" h="3129" extrusionOk="0">
                    <a:moveTo>
                      <a:pt x="3122" y="1"/>
                    </a:moveTo>
                    <a:cubicBezTo>
                      <a:pt x="2991" y="1"/>
                      <a:pt x="2839" y="48"/>
                      <a:pt x="2619" y="111"/>
                    </a:cubicBezTo>
                    <a:cubicBezTo>
                      <a:pt x="2378" y="221"/>
                      <a:pt x="2032" y="310"/>
                      <a:pt x="1723" y="372"/>
                    </a:cubicBezTo>
                    <a:cubicBezTo>
                      <a:pt x="1488" y="440"/>
                      <a:pt x="1247" y="482"/>
                      <a:pt x="1095" y="482"/>
                    </a:cubicBezTo>
                    <a:lnTo>
                      <a:pt x="1310" y="571"/>
                    </a:lnTo>
                    <a:cubicBezTo>
                      <a:pt x="1441" y="545"/>
                      <a:pt x="1593" y="524"/>
                      <a:pt x="1771" y="482"/>
                    </a:cubicBezTo>
                    <a:cubicBezTo>
                      <a:pt x="2074" y="414"/>
                      <a:pt x="2404" y="310"/>
                      <a:pt x="2666" y="221"/>
                    </a:cubicBezTo>
                    <a:cubicBezTo>
                      <a:pt x="2862" y="147"/>
                      <a:pt x="3003" y="105"/>
                      <a:pt x="3105" y="105"/>
                    </a:cubicBezTo>
                    <a:cubicBezTo>
                      <a:pt x="3126" y="105"/>
                      <a:pt x="3146" y="107"/>
                      <a:pt x="3164" y="111"/>
                    </a:cubicBezTo>
                    <a:cubicBezTo>
                      <a:pt x="3274" y="111"/>
                      <a:pt x="3342" y="152"/>
                      <a:pt x="3405" y="262"/>
                    </a:cubicBezTo>
                    <a:cubicBezTo>
                      <a:pt x="3473" y="330"/>
                      <a:pt x="3473" y="482"/>
                      <a:pt x="3405" y="655"/>
                    </a:cubicBezTo>
                    <a:cubicBezTo>
                      <a:pt x="3363" y="854"/>
                      <a:pt x="3253" y="1069"/>
                      <a:pt x="3143" y="1289"/>
                    </a:cubicBezTo>
                    <a:cubicBezTo>
                      <a:pt x="3033" y="1488"/>
                      <a:pt x="2860" y="1723"/>
                      <a:pt x="2687" y="1923"/>
                    </a:cubicBezTo>
                    <a:cubicBezTo>
                      <a:pt x="2598" y="2012"/>
                      <a:pt x="2509" y="2095"/>
                      <a:pt x="2425" y="2163"/>
                    </a:cubicBezTo>
                    <a:cubicBezTo>
                      <a:pt x="2357" y="2226"/>
                      <a:pt x="2294" y="2273"/>
                      <a:pt x="2273" y="2294"/>
                    </a:cubicBezTo>
                    <a:cubicBezTo>
                      <a:pt x="2184" y="2315"/>
                      <a:pt x="1964" y="2446"/>
                      <a:pt x="1750" y="2556"/>
                    </a:cubicBezTo>
                    <a:cubicBezTo>
                      <a:pt x="1509" y="2687"/>
                      <a:pt x="1268" y="2839"/>
                      <a:pt x="1116" y="2928"/>
                    </a:cubicBezTo>
                    <a:cubicBezTo>
                      <a:pt x="991" y="2989"/>
                      <a:pt x="885" y="3015"/>
                      <a:pt x="789" y="3015"/>
                    </a:cubicBezTo>
                    <a:cubicBezTo>
                      <a:pt x="646" y="3015"/>
                      <a:pt x="525" y="2959"/>
                      <a:pt x="393" y="2881"/>
                    </a:cubicBezTo>
                    <a:cubicBezTo>
                      <a:pt x="283" y="2818"/>
                      <a:pt x="200" y="2797"/>
                      <a:pt x="131" y="2750"/>
                    </a:cubicBezTo>
                    <a:lnTo>
                      <a:pt x="1" y="2771"/>
                    </a:lnTo>
                    <a:cubicBezTo>
                      <a:pt x="21" y="2797"/>
                      <a:pt x="48" y="2818"/>
                      <a:pt x="90" y="2839"/>
                    </a:cubicBezTo>
                    <a:cubicBezTo>
                      <a:pt x="152" y="2881"/>
                      <a:pt x="241" y="2928"/>
                      <a:pt x="330" y="2991"/>
                    </a:cubicBezTo>
                    <a:cubicBezTo>
                      <a:pt x="470" y="3067"/>
                      <a:pt x="616" y="3128"/>
                      <a:pt x="778" y="3128"/>
                    </a:cubicBezTo>
                    <a:cubicBezTo>
                      <a:pt x="895" y="3128"/>
                      <a:pt x="1021" y="3096"/>
                      <a:pt x="1158" y="3012"/>
                    </a:cubicBezTo>
                    <a:cubicBezTo>
                      <a:pt x="1310" y="2928"/>
                      <a:pt x="1572" y="2771"/>
                      <a:pt x="1792" y="2666"/>
                    </a:cubicBezTo>
                    <a:cubicBezTo>
                      <a:pt x="2032" y="2535"/>
                      <a:pt x="2226" y="2425"/>
                      <a:pt x="2315" y="2378"/>
                    </a:cubicBezTo>
                    <a:cubicBezTo>
                      <a:pt x="2357" y="2357"/>
                      <a:pt x="2425" y="2315"/>
                      <a:pt x="2488" y="2247"/>
                    </a:cubicBezTo>
                    <a:cubicBezTo>
                      <a:pt x="2577" y="2184"/>
                      <a:pt x="2666" y="2095"/>
                      <a:pt x="2750" y="1985"/>
                    </a:cubicBezTo>
                    <a:cubicBezTo>
                      <a:pt x="2928" y="1792"/>
                      <a:pt x="3122" y="1551"/>
                      <a:pt x="3232" y="1331"/>
                    </a:cubicBezTo>
                    <a:cubicBezTo>
                      <a:pt x="3342" y="1116"/>
                      <a:pt x="3452" y="896"/>
                      <a:pt x="3514" y="702"/>
                    </a:cubicBezTo>
                    <a:cubicBezTo>
                      <a:pt x="3583" y="503"/>
                      <a:pt x="3604" y="310"/>
                      <a:pt x="3494" y="200"/>
                    </a:cubicBezTo>
                    <a:cubicBezTo>
                      <a:pt x="3405" y="90"/>
                      <a:pt x="3321" y="22"/>
                      <a:pt x="319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8" name="Google Shape;1318;p38"/>
              <p:cNvSpPr/>
              <p:nvPr/>
            </p:nvSpPr>
            <p:spPr>
              <a:xfrm>
                <a:off x="2891337" y="2239486"/>
                <a:ext cx="320993" cy="216921"/>
              </a:xfrm>
              <a:custGeom>
                <a:avLst/>
                <a:gdLst/>
                <a:ahLst/>
                <a:cxnLst/>
                <a:rect l="l" t="t" r="r" b="b"/>
                <a:pathLst>
                  <a:path w="2048" h="1384" extrusionOk="0">
                    <a:moveTo>
                      <a:pt x="1031" y="0"/>
                    </a:moveTo>
                    <a:cubicBezTo>
                      <a:pt x="723" y="0"/>
                      <a:pt x="285" y="108"/>
                      <a:pt x="194" y="126"/>
                    </a:cubicBezTo>
                    <a:cubicBezTo>
                      <a:pt x="84" y="167"/>
                      <a:pt x="21" y="215"/>
                      <a:pt x="0" y="387"/>
                    </a:cubicBezTo>
                    <a:cubicBezTo>
                      <a:pt x="0" y="387"/>
                      <a:pt x="152" y="560"/>
                      <a:pt x="346" y="717"/>
                    </a:cubicBezTo>
                    <a:cubicBezTo>
                      <a:pt x="545" y="869"/>
                      <a:pt x="1027" y="1152"/>
                      <a:pt x="1288" y="1283"/>
                    </a:cubicBezTo>
                    <a:cubicBezTo>
                      <a:pt x="1434" y="1340"/>
                      <a:pt x="1575" y="1384"/>
                      <a:pt x="1691" y="1384"/>
                    </a:cubicBezTo>
                    <a:cubicBezTo>
                      <a:pt x="1801" y="1384"/>
                      <a:pt x="1890" y="1345"/>
                      <a:pt x="1943" y="1241"/>
                    </a:cubicBezTo>
                    <a:cubicBezTo>
                      <a:pt x="2048" y="1042"/>
                      <a:pt x="1896" y="869"/>
                      <a:pt x="1681" y="607"/>
                    </a:cubicBezTo>
                    <a:cubicBezTo>
                      <a:pt x="1461" y="325"/>
                      <a:pt x="1482" y="84"/>
                      <a:pt x="1199" y="16"/>
                    </a:cubicBezTo>
                    <a:cubicBezTo>
                      <a:pt x="1151" y="5"/>
                      <a:pt x="1094" y="0"/>
                      <a:pt x="1031"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19" name="Google Shape;1319;p38"/>
              <p:cNvSpPr/>
              <p:nvPr/>
            </p:nvSpPr>
            <p:spPr>
              <a:xfrm>
                <a:off x="2883814" y="2231963"/>
                <a:ext cx="328517" cy="232438"/>
              </a:xfrm>
              <a:custGeom>
                <a:avLst/>
                <a:gdLst/>
                <a:ahLst/>
                <a:cxnLst/>
                <a:rect l="l" t="t" r="r" b="b"/>
                <a:pathLst>
                  <a:path w="2096" h="1483" extrusionOk="0">
                    <a:moveTo>
                      <a:pt x="1048" y="1"/>
                    </a:moveTo>
                    <a:cubicBezTo>
                      <a:pt x="944" y="1"/>
                      <a:pt x="787" y="1"/>
                      <a:pt x="656" y="22"/>
                    </a:cubicBezTo>
                    <a:cubicBezTo>
                      <a:pt x="462" y="64"/>
                      <a:pt x="289" y="111"/>
                      <a:pt x="221" y="132"/>
                    </a:cubicBezTo>
                    <a:cubicBezTo>
                      <a:pt x="158" y="153"/>
                      <a:pt x="111" y="174"/>
                      <a:pt x="69" y="215"/>
                    </a:cubicBezTo>
                    <a:cubicBezTo>
                      <a:pt x="48" y="242"/>
                      <a:pt x="27" y="284"/>
                      <a:pt x="1" y="325"/>
                    </a:cubicBezTo>
                    <a:lnTo>
                      <a:pt x="158" y="284"/>
                    </a:lnTo>
                    <a:cubicBezTo>
                      <a:pt x="179" y="263"/>
                      <a:pt x="200" y="242"/>
                      <a:pt x="242" y="242"/>
                    </a:cubicBezTo>
                    <a:cubicBezTo>
                      <a:pt x="310" y="215"/>
                      <a:pt x="483" y="174"/>
                      <a:pt x="682" y="132"/>
                    </a:cubicBezTo>
                    <a:cubicBezTo>
                      <a:pt x="818" y="117"/>
                      <a:pt x="976" y="100"/>
                      <a:pt x="1097" y="100"/>
                    </a:cubicBezTo>
                    <a:cubicBezTo>
                      <a:pt x="1149" y="100"/>
                      <a:pt x="1194" y="103"/>
                      <a:pt x="1226" y="111"/>
                    </a:cubicBezTo>
                    <a:cubicBezTo>
                      <a:pt x="1357" y="153"/>
                      <a:pt x="1399" y="215"/>
                      <a:pt x="1467" y="304"/>
                    </a:cubicBezTo>
                    <a:cubicBezTo>
                      <a:pt x="1509" y="414"/>
                      <a:pt x="1572" y="545"/>
                      <a:pt x="1682" y="676"/>
                    </a:cubicBezTo>
                    <a:cubicBezTo>
                      <a:pt x="1792" y="828"/>
                      <a:pt x="1881" y="917"/>
                      <a:pt x="1923" y="1027"/>
                    </a:cubicBezTo>
                    <a:cubicBezTo>
                      <a:pt x="1965" y="1111"/>
                      <a:pt x="1991" y="1179"/>
                      <a:pt x="1944" y="1263"/>
                    </a:cubicBezTo>
                    <a:cubicBezTo>
                      <a:pt x="1881" y="1352"/>
                      <a:pt x="1813" y="1373"/>
                      <a:pt x="1729" y="1373"/>
                    </a:cubicBezTo>
                    <a:cubicBezTo>
                      <a:pt x="1619" y="1373"/>
                      <a:pt x="1488" y="1331"/>
                      <a:pt x="1357" y="1263"/>
                    </a:cubicBezTo>
                    <a:cubicBezTo>
                      <a:pt x="1096" y="1158"/>
                      <a:pt x="614" y="870"/>
                      <a:pt x="441" y="718"/>
                    </a:cubicBezTo>
                    <a:cubicBezTo>
                      <a:pt x="242" y="587"/>
                      <a:pt x="111" y="435"/>
                      <a:pt x="111" y="414"/>
                    </a:cubicBezTo>
                    <a:cubicBezTo>
                      <a:pt x="90" y="456"/>
                      <a:pt x="69" y="477"/>
                      <a:pt x="48" y="524"/>
                    </a:cubicBezTo>
                    <a:cubicBezTo>
                      <a:pt x="111" y="587"/>
                      <a:pt x="221" y="697"/>
                      <a:pt x="373" y="807"/>
                    </a:cubicBezTo>
                    <a:cubicBezTo>
                      <a:pt x="572" y="959"/>
                      <a:pt x="1048" y="1242"/>
                      <a:pt x="1310" y="1373"/>
                    </a:cubicBezTo>
                    <a:cubicBezTo>
                      <a:pt x="1467" y="1441"/>
                      <a:pt x="1598" y="1483"/>
                      <a:pt x="1729" y="1483"/>
                    </a:cubicBezTo>
                    <a:cubicBezTo>
                      <a:pt x="1834" y="1483"/>
                      <a:pt x="1965" y="1441"/>
                      <a:pt x="2033" y="1310"/>
                    </a:cubicBezTo>
                    <a:cubicBezTo>
                      <a:pt x="2096" y="1200"/>
                      <a:pt x="2075" y="1069"/>
                      <a:pt x="2033" y="959"/>
                    </a:cubicBezTo>
                    <a:cubicBezTo>
                      <a:pt x="1965" y="849"/>
                      <a:pt x="1881" y="739"/>
                      <a:pt x="1771" y="608"/>
                    </a:cubicBezTo>
                    <a:cubicBezTo>
                      <a:pt x="1661" y="477"/>
                      <a:pt x="1619" y="373"/>
                      <a:pt x="1551" y="263"/>
                    </a:cubicBezTo>
                    <a:cubicBezTo>
                      <a:pt x="1488" y="153"/>
                      <a:pt x="1399" y="43"/>
                      <a:pt x="1247" y="22"/>
                    </a:cubicBezTo>
                    <a:cubicBezTo>
                      <a:pt x="1205" y="1"/>
                      <a:pt x="1137" y="1"/>
                      <a:pt x="104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0" name="Google Shape;1320;p38"/>
              <p:cNvSpPr/>
              <p:nvPr/>
            </p:nvSpPr>
            <p:spPr>
              <a:xfrm>
                <a:off x="2801841" y="2288544"/>
                <a:ext cx="397323" cy="214100"/>
              </a:xfrm>
              <a:custGeom>
                <a:avLst/>
                <a:gdLst/>
                <a:ahLst/>
                <a:cxnLst/>
                <a:rect l="l" t="t" r="r" b="b"/>
                <a:pathLst>
                  <a:path w="2535" h="1366" extrusionOk="0">
                    <a:moveTo>
                      <a:pt x="748" y="1"/>
                    </a:moveTo>
                    <a:cubicBezTo>
                      <a:pt x="597" y="1"/>
                      <a:pt x="473" y="15"/>
                      <a:pt x="419" y="53"/>
                    </a:cubicBezTo>
                    <a:cubicBezTo>
                      <a:pt x="288" y="163"/>
                      <a:pt x="110" y="336"/>
                      <a:pt x="68" y="509"/>
                    </a:cubicBezTo>
                    <a:cubicBezTo>
                      <a:pt x="68" y="509"/>
                      <a:pt x="0" y="666"/>
                      <a:pt x="47" y="687"/>
                    </a:cubicBezTo>
                    <a:cubicBezTo>
                      <a:pt x="110" y="708"/>
                      <a:pt x="550" y="771"/>
                      <a:pt x="896" y="860"/>
                    </a:cubicBezTo>
                    <a:cubicBezTo>
                      <a:pt x="1268" y="928"/>
                      <a:pt x="1467" y="1033"/>
                      <a:pt x="1681" y="1164"/>
                    </a:cubicBezTo>
                    <a:cubicBezTo>
                      <a:pt x="1880" y="1282"/>
                      <a:pt x="1989" y="1366"/>
                      <a:pt x="2119" y="1366"/>
                    </a:cubicBezTo>
                    <a:cubicBezTo>
                      <a:pt x="2134" y="1366"/>
                      <a:pt x="2148" y="1365"/>
                      <a:pt x="2163" y="1363"/>
                    </a:cubicBezTo>
                    <a:cubicBezTo>
                      <a:pt x="2294" y="1363"/>
                      <a:pt x="2514" y="1274"/>
                      <a:pt x="2535" y="1101"/>
                    </a:cubicBezTo>
                    <a:cubicBezTo>
                      <a:pt x="2535" y="902"/>
                      <a:pt x="2336" y="750"/>
                      <a:pt x="2142" y="509"/>
                    </a:cubicBezTo>
                    <a:cubicBezTo>
                      <a:pt x="1922" y="294"/>
                      <a:pt x="1859" y="95"/>
                      <a:pt x="1571" y="74"/>
                    </a:cubicBezTo>
                    <a:cubicBezTo>
                      <a:pt x="1389" y="47"/>
                      <a:pt x="1024" y="1"/>
                      <a:pt x="748"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1" name="Google Shape;1321;p38"/>
              <p:cNvSpPr/>
              <p:nvPr/>
            </p:nvSpPr>
            <p:spPr>
              <a:xfrm>
                <a:off x="2815791" y="2279610"/>
                <a:ext cx="389957" cy="232438"/>
              </a:xfrm>
              <a:custGeom>
                <a:avLst/>
                <a:gdLst/>
                <a:ahLst/>
                <a:cxnLst/>
                <a:rect l="l" t="t" r="r" b="b"/>
                <a:pathLst>
                  <a:path w="2488" h="1483" extrusionOk="0">
                    <a:moveTo>
                      <a:pt x="503" y="0"/>
                    </a:moveTo>
                    <a:cubicBezTo>
                      <a:pt x="414" y="21"/>
                      <a:pt x="351" y="21"/>
                      <a:pt x="304" y="69"/>
                    </a:cubicBezTo>
                    <a:cubicBezTo>
                      <a:pt x="283" y="69"/>
                      <a:pt x="283" y="69"/>
                      <a:pt x="262" y="89"/>
                    </a:cubicBezTo>
                    <a:lnTo>
                      <a:pt x="503" y="0"/>
                    </a:lnTo>
                    <a:close/>
                    <a:moveTo>
                      <a:pt x="592" y="0"/>
                    </a:moveTo>
                    <a:cubicBezTo>
                      <a:pt x="566" y="21"/>
                      <a:pt x="566" y="69"/>
                      <a:pt x="545" y="110"/>
                    </a:cubicBezTo>
                    <a:lnTo>
                      <a:pt x="854" y="110"/>
                    </a:lnTo>
                    <a:cubicBezTo>
                      <a:pt x="1069" y="131"/>
                      <a:pt x="1331" y="152"/>
                      <a:pt x="1461" y="173"/>
                    </a:cubicBezTo>
                    <a:cubicBezTo>
                      <a:pt x="1592" y="199"/>
                      <a:pt x="1681" y="241"/>
                      <a:pt x="1744" y="304"/>
                    </a:cubicBezTo>
                    <a:cubicBezTo>
                      <a:pt x="1833" y="393"/>
                      <a:pt x="1901" y="482"/>
                      <a:pt x="2006" y="613"/>
                    </a:cubicBezTo>
                    <a:cubicBezTo>
                      <a:pt x="2116" y="723"/>
                      <a:pt x="2205" y="828"/>
                      <a:pt x="2294" y="917"/>
                    </a:cubicBezTo>
                    <a:cubicBezTo>
                      <a:pt x="2357" y="1006"/>
                      <a:pt x="2378" y="1069"/>
                      <a:pt x="2378" y="1158"/>
                    </a:cubicBezTo>
                    <a:cubicBezTo>
                      <a:pt x="2378" y="1221"/>
                      <a:pt x="2336" y="1268"/>
                      <a:pt x="2268" y="1310"/>
                    </a:cubicBezTo>
                    <a:cubicBezTo>
                      <a:pt x="2205" y="1352"/>
                      <a:pt x="2116" y="1378"/>
                      <a:pt x="2053" y="1378"/>
                    </a:cubicBezTo>
                    <a:cubicBezTo>
                      <a:pt x="2006" y="1378"/>
                      <a:pt x="1943" y="1352"/>
                      <a:pt x="1875" y="1331"/>
                    </a:cubicBezTo>
                    <a:cubicBezTo>
                      <a:pt x="1812" y="1289"/>
                      <a:pt x="1723" y="1247"/>
                      <a:pt x="1613" y="1179"/>
                    </a:cubicBezTo>
                    <a:cubicBezTo>
                      <a:pt x="1399" y="1048"/>
                      <a:pt x="1179" y="938"/>
                      <a:pt x="828" y="854"/>
                    </a:cubicBezTo>
                    <a:cubicBezTo>
                      <a:pt x="655" y="807"/>
                      <a:pt x="461" y="786"/>
                      <a:pt x="283" y="765"/>
                    </a:cubicBezTo>
                    <a:cubicBezTo>
                      <a:pt x="220" y="744"/>
                      <a:pt x="131" y="723"/>
                      <a:pt x="89" y="723"/>
                    </a:cubicBezTo>
                    <a:lnTo>
                      <a:pt x="68" y="723"/>
                    </a:lnTo>
                    <a:cubicBezTo>
                      <a:pt x="42" y="744"/>
                      <a:pt x="21" y="765"/>
                      <a:pt x="0" y="807"/>
                    </a:cubicBezTo>
                    <a:cubicBezTo>
                      <a:pt x="21" y="807"/>
                      <a:pt x="42" y="807"/>
                      <a:pt x="68" y="828"/>
                    </a:cubicBezTo>
                    <a:cubicBezTo>
                      <a:pt x="110" y="828"/>
                      <a:pt x="199" y="854"/>
                      <a:pt x="262" y="854"/>
                    </a:cubicBezTo>
                    <a:cubicBezTo>
                      <a:pt x="435" y="896"/>
                      <a:pt x="634" y="917"/>
                      <a:pt x="807" y="959"/>
                    </a:cubicBezTo>
                    <a:cubicBezTo>
                      <a:pt x="1158" y="1027"/>
                      <a:pt x="1351" y="1137"/>
                      <a:pt x="1571" y="1268"/>
                    </a:cubicBezTo>
                    <a:cubicBezTo>
                      <a:pt x="1681" y="1331"/>
                      <a:pt x="1744" y="1378"/>
                      <a:pt x="1833" y="1420"/>
                    </a:cubicBezTo>
                    <a:cubicBezTo>
                      <a:pt x="1922" y="1462"/>
                      <a:pt x="1985" y="1482"/>
                      <a:pt x="2074" y="1482"/>
                    </a:cubicBezTo>
                    <a:cubicBezTo>
                      <a:pt x="2137" y="1462"/>
                      <a:pt x="2247" y="1441"/>
                      <a:pt x="2336" y="1399"/>
                    </a:cubicBezTo>
                    <a:cubicBezTo>
                      <a:pt x="2399" y="1352"/>
                      <a:pt x="2488" y="1268"/>
                      <a:pt x="2488" y="1158"/>
                    </a:cubicBezTo>
                    <a:cubicBezTo>
                      <a:pt x="2488" y="1048"/>
                      <a:pt x="2446" y="938"/>
                      <a:pt x="2357" y="854"/>
                    </a:cubicBezTo>
                    <a:cubicBezTo>
                      <a:pt x="2294" y="744"/>
                      <a:pt x="2184" y="655"/>
                      <a:pt x="2095" y="545"/>
                    </a:cubicBezTo>
                    <a:cubicBezTo>
                      <a:pt x="1985" y="414"/>
                      <a:pt x="1922" y="330"/>
                      <a:pt x="1833" y="241"/>
                    </a:cubicBezTo>
                    <a:cubicBezTo>
                      <a:pt x="1744" y="152"/>
                      <a:pt x="1639" y="89"/>
                      <a:pt x="1482" y="69"/>
                    </a:cubicBezTo>
                    <a:cubicBezTo>
                      <a:pt x="1351" y="42"/>
                      <a:pt x="1090" y="21"/>
                      <a:pt x="8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2" name="Google Shape;1322;p38"/>
              <p:cNvSpPr/>
              <p:nvPr/>
            </p:nvSpPr>
            <p:spPr>
              <a:xfrm>
                <a:off x="2740245" y="2351395"/>
                <a:ext cx="421304" cy="242939"/>
              </a:xfrm>
              <a:custGeom>
                <a:avLst/>
                <a:gdLst/>
                <a:ahLst/>
                <a:cxnLst/>
                <a:rect l="l" t="t" r="r" b="b"/>
                <a:pathLst>
                  <a:path w="2688" h="1550" extrusionOk="0">
                    <a:moveTo>
                      <a:pt x="1147" y="1"/>
                    </a:moveTo>
                    <a:cubicBezTo>
                      <a:pt x="1014" y="1"/>
                      <a:pt x="898" y="9"/>
                      <a:pt x="833" y="24"/>
                    </a:cubicBezTo>
                    <a:cubicBezTo>
                      <a:pt x="634" y="45"/>
                      <a:pt x="372" y="134"/>
                      <a:pt x="372" y="134"/>
                    </a:cubicBezTo>
                    <a:cubicBezTo>
                      <a:pt x="372" y="134"/>
                      <a:pt x="220" y="155"/>
                      <a:pt x="158" y="307"/>
                    </a:cubicBezTo>
                    <a:cubicBezTo>
                      <a:pt x="69" y="480"/>
                      <a:pt x="1" y="873"/>
                      <a:pt x="69" y="962"/>
                    </a:cubicBezTo>
                    <a:cubicBezTo>
                      <a:pt x="83" y="1001"/>
                      <a:pt x="118" y="1015"/>
                      <a:pt x="166" y="1015"/>
                    </a:cubicBezTo>
                    <a:cubicBezTo>
                      <a:pt x="253" y="1015"/>
                      <a:pt x="385" y="968"/>
                      <a:pt x="524" y="941"/>
                    </a:cubicBezTo>
                    <a:cubicBezTo>
                      <a:pt x="627" y="912"/>
                      <a:pt x="788" y="899"/>
                      <a:pt x="951" y="899"/>
                    </a:cubicBezTo>
                    <a:cubicBezTo>
                      <a:pt x="1171" y="899"/>
                      <a:pt x="1392" y="922"/>
                      <a:pt x="1467" y="962"/>
                    </a:cubicBezTo>
                    <a:cubicBezTo>
                      <a:pt x="1595" y="1023"/>
                      <a:pt x="2222" y="1549"/>
                      <a:pt x="2329" y="1549"/>
                    </a:cubicBezTo>
                    <a:cubicBezTo>
                      <a:pt x="2332" y="1549"/>
                      <a:pt x="2334" y="1549"/>
                      <a:pt x="2336" y="1548"/>
                    </a:cubicBezTo>
                    <a:cubicBezTo>
                      <a:pt x="2446" y="1527"/>
                      <a:pt x="2598" y="1417"/>
                      <a:pt x="2645" y="1182"/>
                    </a:cubicBezTo>
                    <a:cubicBezTo>
                      <a:pt x="2687" y="962"/>
                      <a:pt x="2619" y="894"/>
                      <a:pt x="2446" y="763"/>
                    </a:cubicBezTo>
                    <a:cubicBezTo>
                      <a:pt x="2252" y="611"/>
                      <a:pt x="2074" y="176"/>
                      <a:pt x="1881" y="87"/>
                    </a:cubicBezTo>
                    <a:cubicBezTo>
                      <a:pt x="1748" y="31"/>
                      <a:pt x="1413" y="1"/>
                      <a:pt x="1147"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3" name="Google Shape;1323;p38"/>
              <p:cNvSpPr/>
              <p:nvPr/>
            </p:nvSpPr>
            <p:spPr>
              <a:xfrm>
                <a:off x="2785384" y="2344498"/>
                <a:ext cx="379455" cy="258299"/>
              </a:xfrm>
              <a:custGeom>
                <a:avLst/>
                <a:gdLst/>
                <a:ahLst/>
                <a:cxnLst/>
                <a:rect l="l" t="t" r="r" b="b"/>
                <a:pathLst>
                  <a:path w="2421" h="1648" extrusionOk="0">
                    <a:moveTo>
                      <a:pt x="524" y="0"/>
                    </a:moveTo>
                    <a:cubicBezTo>
                      <a:pt x="477" y="47"/>
                      <a:pt x="435" y="89"/>
                      <a:pt x="393" y="152"/>
                    </a:cubicBezTo>
                    <a:cubicBezTo>
                      <a:pt x="435" y="131"/>
                      <a:pt x="498" y="110"/>
                      <a:pt x="545" y="110"/>
                    </a:cubicBezTo>
                    <a:cubicBezTo>
                      <a:pt x="601" y="110"/>
                      <a:pt x="717" y="101"/>
                      <a:pt x="854" y="101"/>
                    </a:cubicBezTo>
                    <a:cubicBezTo>
                      <a:pt x="922" y="101"/>
                      <a:pt x="996" y="103"/>
                      <a:pt x="1069" y="110"/>
                    </a:cubicBezTo>
                    <a:cubicBezTo>
                      <a:pt x="1284" y="110"/>
                      <a:pt x="1504" y="152"/>
                      <a:pt x="1572" y="199"/>
                    </a:cubicBezTo>
                    <a:cubicBezTo>
                      <a:pt x="1655" y="220"/>
                      <a:pt x="1744" y="351"/>
                      <a:pt x="1833" y="482"/>
                    </a:cubicBezTo>
                    <a:cubicBezTo>
                      <a:pt x="1917" y="613"/>
                      <a:pt x="2006" y="765"/>
                      <a:pt x="2116" y="854"/>
                    </a:cubicBezTo>
                    <a:cubicBezTo>
                      <a:pt x="2226" y="917"/>
                      <a:pt x="2268" y="964"/>
                      <a:pt x="2289" y="1006"/>
                    </a:cubicBezTo>
                    <a:cubicBezTo>
                      <a:pt x="2310" y="1048"/>
                      <a:pt x="2310" y="1116"/>
                      <a:pt x="2289" y="1226"/>
                    </a:cubicBezTo>
                    <a:cubicBezTo>
                      <a:pt x="2268" y="1419"/>
                      <a:pt x="2116" y="1529"/>
                      <a:pt x="2048" y="1550"/>
                    </a:cubicBezTo>
                    <a:cubicBezTo>
                      <a:pt x="2048" y="1550"/>
                      <a:pt x="2048" y="1529"/>
                      <a:pt x="2027" y="1529"/>
                    </a:cubicBezTo>
                    <a:cubicBezTo>
                      <a:pt x="2006" y="1508"/>
                      <a:pt x="1964" y="1508"/>
                      <a:pt x="1917" y="1461"/>
                    </a:cubicBezTo>
                    <a:cubicBezTo>
                      <a:pt x="1854" y="1419"/>
                      <a:pt x="1744" y="1357"/>
                      <a:pt x="1655" y="1288"/>
                    </a:cubicBezTo>
                    <a:cubicBezTo>
                      <a:pt x="1572" y="1226"/>
                      <a:pt x="1462" y="1137"/>
                      <a:pt x="1373" y="1095"/>
                    </a:cubicBezTo>
                    <a:cubicBezTo>
                      <a:pt x="1310" y="1027"/>
                      <a:pt x="1242" y="985"/>
                      <a:pt x="1200" y="964"/>
                    </a:cubicBezTo>
                    <a:cubicBezTo>
                      <a:pt x="1153" y="938"/>
                      <a:pt x="1090" y="917"/>
                      <a:pt x="1022" y="917"/>
                    </a:cubicBezTo>
                    <a:cubicBezTo>
                      <a:pt x="938" y="896"/>
                      <a:pt x="849" y="896"/>
                      <a:pt x="739" y="896"/>
                    </a:cubicBezTo>
                    <a:cubicBezTo>
                      <a:pt x="688" y="890"/>
                      <a:pt x="635" y="887"/>
                      <a:pt x="583" y="887"/>
                    </a:cubicBezTo>
                    <a:cubicBezTo>
                      <a:pt x="455" y="887"/>
                      <a:pt x="329" y="902"/>
                      <a:pt x="236" y="917"/>
                    </a:cubicBezTo>
                    <a:cubicBezTo>
                      <a:pt x="152" y="938"/>
                      <a:pt x="63" y="964"/>
                      <a:pt x="1" y="985"/>
                    </a:cubicBezTo>
                    <a:lnTo>
                      <a:pt x="1" y="1095"/>
                    </a:lnTo>
                    <a:cubicBezTo>
                      <a:pt x="84" y="1068"/>
                      <a:pt x="173" y="1048"/>
                      <a:pt x="262" y="1027"/>
                    </a:cubicBezTo>
                    <a:cubicBezTo>
                      <a:pt x="336" y="1012"/>
                      <a:pt x="458" y="997"/>
                      <a:pt x="583" y="997"/>
                    </a:cubicBezTo>
                    <a:cubicBezTo>
                      <a:pt x="635" y="997"/>
                      <a:pt x="688" y="1000"/>
                      <a:pt x="739" y="1006"/>
                    </a:cubicBezTo>
                    <a:lnTo>
                      <a:pt x="1001" y="1006"/>
                    </a:lnTo>
                    <a:cubicBezTo>
                      <a:pt x="1069" y="1027"/>
                      <a:pt x="1132" y="1048"/>
                      <a:pt x="1153" y="1048"/>
                    </a:cubicBezTo>
                    <a:cubicBezTo>
                      <a:pt x="1179" y="1068"/>
                      <a:pt x="1242" y="1116"/>
                      <a:pt x="1331" y="1158"/>
                    </a:cubicBezTo>
                    <a:cubicBezTo>
                      <a:pt x="1394" y="1226"/>
                      <a:pt x="1504" y="1309"/>
                      <a:pt x="1593" y="1377"/>
                    </a:cubicBezTo>
                    <a:cubicBezTo>
                      <a:pt x="1703" y="1440"/>
                      <a:pt x="1786" y="1508"/>
                      <a:pt x="1875" y="1571"/>
                    </a:cubicBezTo>
                    <a:cubicBezTo>
                      <a:pt x="1896" y="1592"/>
                      <a:pt x="1938" y="1618"/>
                      <a:pt x="1985" y="1618"/>
                    </a:cubicBezTo>
                    <a:cubicBezTo>
                      <a:pt x="2000" y="1633"/>
                      <a:pt x="2015" y="1648"/>
                      <a:pt x="2037" y="1648"/>
                    </a:cubicBezTo>
                    <a:cubicBezTo>
                      <a:pt x="2046" y="1648"/>
                      <a:pt x="2057" y="1645"/>
                      <a:pt x="2069" y="1639"/>
                    </a:cubicBezTo>
                    <a:cubicBezTo>
                      <a:pt x="2200" y="1618"/>
                      <a:pt x="2357" y="1487"/>
                      <a:pt x="2399" y="1247"/>
                    </a:cubicBezTo>
                    <a:cubicBezTo>
                      <a:pt x="2420" y="1137"/>
                      <a:pt x="2420" y="1048"/>
                      <a:pt x="2378" y="964"/>
                    </a:cubicBezTo>
                    <a:cubicBezTo>
                      <a:pt x="2357" y="896"/>
                      <a:pt x="2289" y="833"/>
                      <a:pt x="2179" y="765"/>
                    </a:cubicBezTo>
                    <a:cubicBezTo>
                      <a:pt x="2116" y="702"/>
                      <a:pt x="2006" y="545"/>
                      <a:pt x="1917" y="414"/>
                    </a:cubicBezTo>
                    <a:cubicBezTo>
                      <a:pt x="1833" y="283"/>
                      <a:pt x="1744" y="152"/>
                      <a:pt x="1614" y="89"/>
                    </a:cubicBezTo>
                    <a:cubicBezTo>
                      <a:pt x="1504" y="47"/>
                      <a:pt x="1284" y="21"/>
                      <a:pt x="10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4" name="Google Shape;1324;p38"/>
              <p:cNvSpPr/>
              <p:nvPr/>
            </p:nvSpPr>
            <p:spPr>
              <a:xfrm>
                <a:off x="2706547" y="2447002"/>
                <a:ext cx="417229" cy="210338"/>
              </a:xfrm>
              <a:custGeom>
                <a:avLst/>
                <a:gdLst/>
                <a:ahLst/>
                <a:cxnLst/>
                <a:rect l="l" t="t" r="r" b="b"/>
                <a:pathLst>
                  <a:path w="2662" h="1342" extrusionOk="0">
                    <a:moveTo>
                      <a:pt x="959" y="1"/>
                    </a:moveTo>
                    <a:cubicBezTo>
                      <a:pt x="765" y="1"/>
                      <a:pt x="216" y="263"/>
                      <a:pt x="216" y="263"/>
                    </a:cubicBezTo>
                    <a:cubicBezTo>
                      <a:pt x="216" y="263"/>
                      <a:pt x="1" y="854"/>
                      <a:pt x="195" y="1027"/>
                    </a:cubicBezTo>
                    <a:cubicBezTo>
                      <a:pt x="294" y="1127"/>
                      <a:pt x="404" y="1159"/>
                      <a:pt x="508" y="1159"/>
                    </a:cubicBezTo>
                    <a:cubicBezTo>
                      <a:pt x="612" y="1159"/>
                      <a:pt x="710" y="1127"/>
                      <a:pt x="786" y="1095"/>
                    </a:cubicBezTo>
                    <a:cubicBezTo>
                      <a:pt x="938" y="1027"/>
                      <a:pt x="1310" y="1006"/>
                      <a:pt x="1441" y="1006"/>
                    </a:cubicBezTo>
                    <a:cubicBezTo>
                      <a:pt x="1454" y="1005"/>
                      <a:pt x="1466" y="1004"/>
                      <a:pt x="1478" y="1004"/>
                    </a:cubicBezTo>
                    <a:cubicBezTo>
                      <a:pt x="1604" y="1004"/>
                      <a:pt x="1667" y="1102"/>
                      <a:pt x="1787" y="1179"/>
                    </a:cubicBezTo>
                    <a:cubicBezTo>
                      <a:pt x="1895" y="1241"/>
                      <a:pt x="2156" y="1342"/>
                      <a:pt x="2343" y="1342"/>
                    </a:cubicBezTo>
                    <a:cubicBezTo>
                      <a:pt x="2427" y="1342"/>
                      <a:pt x="2496" y="1322"/>
                      <a:pt x="2530" y="1268"/>
                    </a:cubicBezTo>
                    <a:cubicBezTo>
                      <a:pt x="2619" y="1069"/>
                      <a:pt x="2661" y="833"/>
                      <a:pt x="2467" y="655"/>
                    </a:cubicBezTo>
                    <a:cubicBezTo>
                      <a:pt x="2247" y="483"/>
                      <a:pt x="1986" y="179"/>
                      <a:pt x="1855" y="111"/>
                    </a:cubicBezTo>
                    <a:cubicBezTo>
                      <a:pt x="1724" y="48"/>
                      <a:pt x="1158" y="1"/>
                      <a:pt x="959"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5" name="Google Shape;1325;p38"/>
              <p:cNvSpPr/>
              <p:nvPr/>
            </p:nvSpPr>
            <p:spPr>
              <a:xfrm>
                <a:off x="2774726" y="2437128"/>
                <a:ext cx="349049" cy="229303"/>
              </a:xfrm>
              <a:custGeom>
                <a:avLst/>
                <a:gdLst/>
                <a:ahLst/>
                <a:cxnLst/>
                <a:rect l="l" t="t" r="r" b="b"/>
                <a:pathLst>
                  <a:path w="2227" h="1463" extrusionOk="0">
                    <a:moveTo>
                      <a:pt x="524" y="1"/>
                    </a:moveTo>
                    <a:cubicBezTo>
                      <a:pt x="414" y="22"/>
                      <a:pt x="262" y="64"/>
                      <a:pt x="110" y="132"/>
                    </a:cubicBezTo>
                    <a:cubicBezTo>
                      <a:pt x="110" y="153"/>
                      <a:pt x="90" y="195"/>
                      <a:pt x="90" y="216"/>
                    </a:cubicBezTo>
                    <a:lnTo>
                      <a:pt x="90" y="263"/>
                    </a:lnTo>
                    <a:lnTo>
                      <a:pt x="110" y="242"/>
                    </a:lnTo>
                    <a:cubicBezTo>
                      <a:pt x="262" y="174"/>
                      <a:pt x="435" y="111"/>
                      <a:pt x="524" y="111"/>
                    </a:cubicBezTo>
                    <a:cubicBezTo>
                      <a:pt x="613" y="111"/>
                      <a:pt x="807" y="132"/>
                      <a:pt x="985" y="153"/>
                    </a:cubicBezTo>
                    <a:cubicBezTo>
                      <a:pt x="1090" y="153"/>
                      <a:pt x="1179" y="174"/>
                      <a:pt x="1247" y="174"/>
                    </a:cubicBezTo>
                    <a:cubicBezTo>
                      <a:pt x="1310" y="195"/>
                      <a:pt x="1378" y="216"/>
                      <a:pt x="1399" y="216"/>
                    </a:cubicBezTo>
                    <a:cubicBezTo>
                      <a:pt x="1441" y="263"/>
                      <a:pt x="1551" y="347"/>
                      <a:pt x="1661" y="436"/>
                    </a:cubicBezTo>
                    <a:cubicBezTo>
                      <a:pt x="1771" y="546"/>
                      <a:pt x="1875" y="656"/>
                      <a:pt x="1985" y="766"/>
                    </a:cubicBezTo>
                    <a:cubicBezTo>
                      <a:pt x="2074" y="828"/>
                      <a:pt x="2116" y="917"/>
                      <a:pt x="2116" y="1027"/>
                    </a:cubicBezTo>
                    <a:cubicBezTo>
                      <a:pt x="2116" y="1111"/>
                      <a:pt x="2095" y="1221"/>
                      <a:pt x="2032" y="1310"/>
                    </a:cubicBezTo>
                    <a:cubicBezTo>
                      <a:pt x="2032" y="1331"/>
                      <a:pt x="1985" y="1352"/>
                      <a:pt x="1943" y="1352"/>
                    </a:cubicBezTo>
                    <a:cubicBezTo>
                      <a:pt x="1901" y="1352"/>
                      <a:pt x="1833" y="1352"/>
                      <a:pt x="1744" y="1331"/>
                    </a:cubicBezTo>
                    <a:cubicBezTo>
                      <a:pt x="1613" y="1310"/>
                      <a:pt x="1462" y="1242"/>
                      <a:pt x="1378" y="1200"/>
                    </a:cubicBezTo>
                    <a:cubicBezTo>
                      <a:pt x="1310" y="1158"/>
                      <a:pt x="1268" y="1111"/>
                      <a:pt x="1221" y="1069"/>
                    </a:cubicBezTo>
                    <a:cubicBezTo>
                      <a:pt x="1158" y="1048"/>
                      <a:pt x="1090" y="1001"/>
                      <a:pt x="1006" y="1001"/>
                    </a:cubicBezTo>
                    <a:cubicBezTo>
                      <a:pt x="938" y="1001"/>
                      <a:pt x="807" y="1027"/>
                      <a:pt x="676" y="1027"/>
                    </a:cubicBezTo>
                    <a:cubicBezTo>
                      <a:pt x="545" y="1048"/>
                      <a:pt x="414" y="1069"/>
                      <a:pt x="330" y="1111"/>
                    </a:cubicBezTo>
                    <a:cubicBezTo>
                      <a:pt x="283" y="1132"/>
                      <a:pt x="241" y="1132"/>
                      <a:pt x="220" y="1158"/>
                    </a:cubicBezTo>
                    <a:lnTo>
                      <a:pt x="199" y="1179"/>
                    </a:lnTo>
                    <a:lnTo>
                      <a:pt x="0" y="1263"/>
                    </a:lnTo>
                    <a:cubicBezTo>
                      <a:pt x="21" y="1263"/>
                      <a:pt x="42" y="1289"/>
                      <a:pt x="69" y="1289"/>
                    </a:cubicBezTo>
                    <a:cubicBezTo>
                      <a:pt x="173" y="1289"/>
                      <a:pt x="283" y="1242"/>
                      <a:pt x="372" y="1200"/>
                    </a:cubicBezTo>
                    <a:cubicBezTo>
                      <a:pt x="435" y="1179"/>
                      <a:pt x="566" y="1158"/>
                      <a:pt x="697" y="1132"/>
                    </a:cubicBezTo>
                    <a:cubicBezTo>
                      <a:pt x="828" y="1132"/>
                      <a:pt x="938" y="1111"/>
                      <a:pt x="1027" y="1111"/>
                    </a:cubicBezTo>
                    <a:cubicBezTo>
                      <a:pt x="1069" y="1111"/>
                      <a:pt x="1116" y="1132"/>
                      <a:pt x="1158" y="1158"/>
                    </a:cubicBezTo>
                    <a:cubicBezTo>
                      <a:pt x="1200" y="1200"/>
                      <a:pt x="1268" y="1242"/>
                      <a:pt x="1331" y="1289"/>
                    </a:cubicBezTo>
                    <a:cubicBezTo>
                      <a:pt x="1420" y="1331"/>
                      <a:pt x="1572" y="1394"/>
                      <a:pt x="1723" y="1441"/>
                    </a:cubicBezTo>
                    <a:cubicBezTo>
                      <a:pt x="1812" y="1462"/>
                      <a:pt x="1875" y="1462"/>
                      <a:pt x="1964" y="1462"/>
                    </a:cubicBezTo>
                    <a:cubicBezTo>
                      <a:pt x="2032" y="1441"/>
                      <a:pt x="2095" y="1420"/>
                      <a:pt x="2137" y="1352"/>
                    </a:cubicBezTo>
                    <a:cubicBezTo>
                      <a:pt x="2184" y="1242"/>
                      <a:pt x="2226" y="1132"/>
                      <a:pt x="2226" y="1001"/>
                    </a:cubicBezTo>
                    <a:cubicBezTo>
                      <a:pt x="2226" y="896"/>
                      <a:pt x="2163" y="766"/>
                      <a:pt x="2053" y="677"/>
                    </a:cubicBezTo>
                    <a:cubicBezTo>
                      <a:pt x="1964" y="587"/>
                      <a:pt x="1833" y="477"/>
                      <a:pt x="1723" y="373"/>
                    </a:cubicBezTo>
                    <a:cubicBezTo>
                      <a:pt x="1613" y="263"/>
                      <a:pt x="1530" y="174"/>
                      <a:pt x="1441" y="132"/>
                    </a:cubicBezTo>
                    <a:cubicBezTo>
                      <a:pt x="1399" y="111"/>
                      <a:pt x="1352" y="85"/>
                      <a:pt x="1268" y="85"/>
                    </a:cubicBezTo>
                    <a:cubicBezTo>
                      <a:pt x="1179" y="64"/>
                      <a:pt x="1090" y="43"/>
                      <a:pt x="1006" y="43"/>
                    </a:cubicBezTo>
                    <a:cubicBezTo>
                      <a:pt x="828" y="22"/>
                      <a:pt x="676" y="1"/>
                      <a:pt x="5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6" name="Google Shape;1326;p38"/>
              <p:cNvSpPr/>
              <p:nvPr/>
            </p:nvSpPr>
            <p:spPr>
              <a:xfrm>
                <a:off x="2555611" y="798941"/>
                <a:ext cx="321934" cy="328360"/>
              </a:xfrm>
              <a:custGeom>
                <a:avLst/>
                <a:gdLst/>
                <a:ahLst/>
                <a:cxnLst/>
                <a:rect l="l" t="t" r="r" b="b"/>
                <a:pathLst>
                  <a:path w="2054" h="2095" extrusionOk="0">
                    <a:moveTo>
                      <a:pt x="592" y="0"/>
                    </a:moveTo>
                    <a:cubicBezTo>
                      <a:pt x="262" y="0"/>
                      <a:pt x="0" y="262"/>
                      <a:pt x="0" y="587"/>
                    </a:cubicBezTo>
                    <a:lnTo>
                      <a:pt x="0" y="1503"/>
                    </a:lnTo>
                    <a:cubicBezTo>
                      <a:pt x="0" y="1833"/>
                      <a:pt x="262" y="2095"/>
                      <a:pt x="592" y="2095"/>
                    </a:cubicBezTo>
                    <a:lnTo>
                      <a:pt x="1467" y="2095"/>
                    </a:lnTo>
                    <a:cubicBezTo>
                      <a:pt x="1791" y="2095"/>
                      <a:pt x="2053" y="1833"/>
                      <a:pt x="2053" y="1503"/>
                    </a:cubicBezTo>
                    <a:lnTo>
                      <a:pt x="2053" y="587"/>
                    </a:lnTo>
                    <a:cubicBezTo>
                      <a:pt x="2053" y="262"/>
                      <a:pt x="1791" y="0"/>
                      <a:pt x="14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7" name="Google Shape;1327;p38"/>
              <p:cNvSpPr/>
              <p:nvPr/>
            </p:nvSpPr>
            <p:spPr>
              <a:xfrm>
                <a:off x="2549028" y="792358"/>
                <a:ext cx="334943" cy="344817"/>
              </a:xfrm>
              <a:custGeom>
                <a:avLst/>
                <a:gdLst/>
                <a:ahLst/>
                <a:cxnLst/>
                <a:rect l="l" t="t" r="r" b="b"/>
                <a:pathLst>
                  <a:path w="2137" h="2200" extrusionOk="0">
                    <a:moveTo>
                      <a:pt x="1509" y="105"/>
                    </a:moveTo>
                    <a:cubicBezTo>
                      <a:pt x="1791" y="105"/>
                      <a:pt x="2032" y="346"/>
                      <a:pt x="2032" y="629"/>
                    </a:cubicBezTo>
                    <a:lnTo>
                      <a:pt x="2032" y="1545"/>
                    </a:lnTo>
                    <a:cubicBezTo>
                      <a:pt x="2032" y="1854"/>
                      <a:pt x="1791" y="2095"/>
                      <a:pt x="1509" y="2095"/>
                    </a:cubicBezTo>
                    <a:lnTo>
                      <a:pt x="634" y="2095"/>
                    </a:lnTo>
                    <a:cubicBezTo>
                      <a:pt x="351" y="2095"/>
                      <a:pt x="110" y="1854"/>
                      <a:pt x="110" y="1545"/>
                    </a:cubicBezTo>
                    <a:lnTo>
                      <a:pt x="110" y="629"/>
                    </a:lnTo>
                    <a:cubicBezTo>
                      <a:pt x="110" y="346"/>
                      <a:pt x="351" y="105"/>
                      <a:pt x="634" y="105"/>
                    </a:cubicBezTo>
                    <a:close/>
                    <a:moveTo>
                      <a:pt x="634" y="0"/>
                    </a:moveTo>
                    <a:cubicBezTo>
                      <a:pt x="283" y="0"/>
                      <a:pt x="0" y="283"/>
                      <a:pt x="0" y="629"/>
                    </a:cubicBezTo>
                    <a:lnTo>
                      <a:pt x="0" y="1545"/>
                    </a:lnTo>
                    <a:cubicBezTo>
                      <a:pt x="0" y="1917"/>
                      <a:pt x="283" y="2200"/>
                      <a:pt x="634" y="2200"/>
                    </a:cubicBezTo>
                    <a:lnTo>
                      <a:pt x="1509" y="2200"/>
                    </a:lnTo>
                    <a:cubicBezTo>
                      <a:pt x="1854" y="2200"/>
                      <a:pt x="2137" y="1917"/>
                      <a:pt x="2137" y="1545"/>
                    </a:cubicBezTo>
                    <a:lnTo>
                      <a:pt x="2137" y="629"/>
                    </a:lnTo>
                    <a:cubicBezTo>
                      <a:pt x="2137" y="283"/>
                      <a:pt x="1854" y="0"/>
                      <a:pt x="150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8" name="Google Shape;1328;p38"/>
              <p:cNvSpPr/>
              <p:nvPr/>
            </p:nvSpPr>
            <p:spPr>
              <a:xfrm>
                <a:off x="2511255" y="798941"/>
                <a:ext cx="318642" cy="328360"/>
              </a:xfrm>
              <a:custGeom>
                <a:avLst/>
                <a:gdLst/>
                <a:ahLst/>
                <a:cxnLst/>
                <a:rect l="l" t="t" r="r" b="b"/>
                <a:pathLst>
                  <a:path w="2033" h="2095" extrusionOk="0">
                    <a:moveTo>
                      <a:pt x="592" y="0"/>
                    </a:moveTo>
                    <a:cubicBezTo>
                      <a:pt x="262" y="0"/>
                      <a:pt x="0" y="262"/>
                      <a:pt x="0" y="587"/>
                    </a:cubicBezTo>
                    <a:lnTo>
                      <a:pt x="0" y="1503"/>
                    </a:lnTo>
                    <a:cubicBezTo>
                      <a:pt x="0" y="1833"/>
                      <a:pt x="262" y="2095"/>
                      <a:pt x="592" y="2095"/>
                    </a:cubicBezTo>
                    <a:lnTo>
                      <a:pt x="1441" y="2095"/>
                    </a:lnTo>
                    <a:cubicBezTo>
                      <a:pt x="1771" y="2095"/>
                      <a:pt x="2032" y="1833"/>
                      <a:pt x="2032" y="1503"/>
                    </a:cubicBezTo>
                    <a:lnTo>
                      <a:pt x="2032" y="587"/>
                    </a:lnTo>
                    <a:cubicBezTo>
                      <a:pt x="2032" y="262"/>
                      <a:pt x="1771" y="0"/>
                      <a:pt x="14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29" name="Google Shape;1329;p38"/>
              <p:cNvSpPr/>
              <p:nvPr/>
            </p:nvSpPr>
            <p:spPr>
              <a:xfrm>
                <a:off x="2501381" y="792358"/>
                <a:ext cx="338391" cy="344817"/>
              </a:xfrm>
              <a:custGeom>
                <a:avLst/>
                <a:gdLst/>
                <a:ahLst/>
                <a:cxnLst/>
                <a:rect l="l" t="t" r="r" b="b"/>
                <a:pathLst>
                  <a:path w="2159" h="2200" extrusionOk="0">
                    <a:moveTo>
                      <a:pt x="1504" y="105"/>
                    </a:moveTo>
                    <a:cubicBezTo>
                      <a:pt x="1813" y="105"/>
                      <a:pt x="2048" y="346"/>
                      <a:pt x="2048" y="629"/>
                    </a:cubicBezTo>
                    <a:lnTo>
                      <a:pt x="2048" y="1545"/>
                    </a:lnTo>
                    <a:cubicBezTo>
                      <a:pt x="2048" y="1854"/>
                      <a:pt x="1813" y="2095"/>
                      <a:pt x="1504" y="2095"/>
                    </a:cubicBezTo>
                    <a:lnTo>
                      <a:pt x="655" y="2095"/>
                    </a:lnTo>
                    <a:cubicBezTo>
                      <a:pt x="346" y="2095"/>
                      <a:pt x="111" y="1854"/>
                      <a:pt x="111" y="1545"/>
                    </a:cubicBezTo>
                    <a:lnTo>
                      <a:pt x="111" y="629"/>
                    </a:lnTo>
                    <a:cubicBezTo>
                      <a:pt x="111" y="346"/>
                      <a:pt x="346" y="105"/>
                      <a:pt x="655" y="105"/>
                    </a:cubicBezTo>
                    <a:close/>
                    <a:moveTo>
                      <a:pt x="655" y="0"/>
                    </a:moveTo>
                    <a:cubicBezTo>
                      <a:pt x="304" y="0"/>
                      <a:pt x="1" y="283"/>
                      <a:pt x="1" y="629"/>
                    </a:cubicBezTo>
                    <a:lnTo>
                      <a:pt x="1" y="1545"/>
                    </a:lnTo>
                    <a:cubicBezTo>
                      <a:pt x="1" y="1917"/>
                      <a:pt x="304" y="2200"/>
                      <a:pt x="655" y="2200"/>
                    </a:cubicBezTo>
                    <a:lnTo>
                      <a:pt x="1504" y="2200"/>
                    </a:lnTo>
                    <a:cubicBezTo>
                      <a:pt x="1875" y="2200"/>
                      <a:pt x="2158" y="1917"/>
                      <a:pt x="2158" y="1545"/>
                    </a:cubicBezTo>
                    <a:lnTo>
                      <a:pt x="2158" y="629"/>
                    </a:lnTo>
                    <a:cubicBezTo>
                      <a:pt x="2158" y="283"/>
                      <a:pt x="1875" y="0"/>
                      <a:pt x="150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0" name="Google Shape;1330;p38"/>
              <p:cNvSpPr/>
              <p:nvPr/>
            </p:nvSpPr>
            <p:spPr>
              <a:xfrm>
                <a:off x="2480849" y="798941"/>
                <a:ext cx="317859" cy="328360"/>
              </a:xfrm>
              <a:custGeom>
                <a:avLst/>
                <a:gdLst/>
                <a:ahLst/>
                <a:cxnLst/>
                <a:rect l="l" t="t" r="r" b="b"/>
                <a:pathLst>
                  <a:path w="2028" h="2095" extrusionOk="0">
                    <a:moveTo>
                      <a:pt x="587" y="0"/>
                    </a:moveTo>
                    <a:cubicBezTo>
                      <a:pt x="263" y="0"/>
                      <a:pt x="1" y="262"/>
                      <a:pt x="1" y="587"/>
                    </a:cubicBezTo>
                    <a:lnTo>
                      <a:pt x="1" y="1503"/>
                    </a:lnTo>
                    <a:cubicBezTo>
                      <a:pt x="1" y="1833"/>
                      <a:pt x="263" y="2095"/>
                      <a:pt x="587" y="2095"/>
                    </a:cubicBezTo>
                    <a:lnTo>
                      <a:pt x="1462" y="2095"/>
                    </a:lnTo>
                    <a:cubicBezTo>
                      <a:pt x="1766" y="2095"/>
                      <a:pt x="2027" y="1833"/>
                      <a:pt x="2027" y="1503"/>
                    </a:cubicBezTo>
                    <a:lnTo>
                      <a:pt x="2027" y="587"/>
                    </a:lnTo>
                    <a:cubicBezTo>
                      <a:pt x="2027" y="262"/>
                      <a:pt x="1766" y="0"/>
                      <a:pt x="14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1" name="Google Shape;1331;p38"/>
              <p:cNvSpPr/>
              <p:nvPr/>
            </p:nvSpPr>
            <p:spPr>
              <a:xfrm>
                <a:off x="2477332" y="792358"/>
                <a:ext cx="335883" cy="344817"/>
              </a:xfrm>
              <a:custGeom>
                <a:avLst/>
                <a:gdLst/>
                <a:ahLst/>
                <a:cxnLst/>
                <a:rect l="l" t="t" r="r" b="b"/>
                <a:pathLst>
                  <a:path w="2143" h="2200" extrusionOk="0">
                    <a:moveTo>
                      <a:pt x="1509" y="105"/>
                    </a:moveTo>
                    <a:cubicBezTo>
                      <a:pt x="1792" y="105"/>
                      <a:pt x="2032" y="346"/>
                      <a:pt x="2032" y="629"/>
                    </a:cubicBezTo>
                    <a:lnTo>
                      <a:pt x="2032" y="1545"/>
                    </a:lnTo>
                    <a:cubicBezTo>
                      <a:pt x="2032" y="1854"/>
                      <a:pt x="1792" y="2095"/>
                      <a:pt x="1509" y="2095"/>
                    </a:cubicBezTo>
                    <a:lnTo>
                      <a:pt x="634" y="2095"/>
                    </a:lnTo>
                    <a:cubicBezTo>
                      <a:pt x="330" y="2095"/>
                      <a:pt x="111" y="1854"/>
                      <a:pt x="111" y="1545"/>
                    </a:cubicBezTo>
                    <a:lnTo>
                      <a:pt x="111" y="629"/>
                    </a:lnTo>
                    <a:cubicBezTo>
                      <a:pt x="111" y="346"/>
                      <a:pt x="330" y="105"/>
                      <a:pt x="634" y="105"/>
                    </a:cubicBezTo>
                    <a:close/>
                    <a:moveTo>
                      <a:pt x="634" y="0"/>
                    </a:moveTo>
                    <a:cubicBezTo>
                      <a:pt x="289" y="0"/>
                      <a:pt x="1" y="283"/>
                      <a:pt x="1" y="629"/>
                    </a:cubicBezTo>
                    <a:lnTo>
                      <a:pt x="1" y="1545"/>
                    </a:lnTo>
                    <a:cubicBezTo>
                      <a:pt x="1" y="1917"/>
                      <a:pt x="289" y="2200"/>
                      <a:pt x="634" y="2200"/>
                    </a:cubicBezTo>
                    <a:lnTo>
                      <a:pt x="1509" y="2200"/>
                    </a:lnTo>
                    <a:cubicBezTo>
                      <a:pt x="1860" y="2200"/>
                      <a:pt x="2142" y="1917"/>
                      <a:pt x="2142" y="1545"/>
                    </a:cubicBezTo>
                    <a:lnTo>
                      <a:pt x="2142" y="629"/>
                    </a:lnTo>
                    <a:cubicBezTo>
                      <a:pt x="2142" y="283"/>
                      <a:pt x="1860" y="0"/>
                      <a:pt x="150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2" name="Google Shape;1332;p38"/>
              <p:cNvSpPr/>
              <p:nvPr/>
            </p:nvSpPr>
            <p:spPr>
              <a:xfrm>
                <a:off x="2525205" y="843140"/>
                <a:ext cx="232438" cy="239961"/>
              </a:xfrm>
              <a:custGeom>
                <a:avLst/>
                <a:gdLst/>
                <a:ahLst/>
                <a:cxnLst/>
                <a:rect l="l" t="t" r="r" b="b"/>
                <a:pathLst>
                  <a:path w="1483" h="1531" extrusionOk="0">
                    <a:moveTo>
                      <a:pt x="414" y="1"/>
                    </a:moveTo>
                    <a:cubicBezTo>
                      <a:pt x="173" y="1"/>
                      <a:pt x="0" y="200"/>
                      <a:pt x="0" y="436"/>
                    </a:cubicBezTo>
                    <a:lnTo>
                      <a:pt x="0" y="1116"/>
                    </a:lnTo>
                    <a:cubicBezTo>
                      <a:pt x="0" y="1352"/>
                      <a:pt x="173" y="1530"/>
                      <a:pt x="414" y="1530"/>
                    </a:cubicBezTo>
                    <a:lnTo>
                      <a:pt x="1048" y="1530"/>
                    </a:lnTo>
                    <a:cubicBezTo>
                      <a:pt x="1289" y="1530"/>
                      <a:pt x="1483" y="1352"/>
                      <a:pt x="1483" y="1116"/>
                    </a:cubicBezTo>
                    <a:lnTo>
                      <a:pt x="1483" y="436"/>
                    </a:lnTo>
                    <a:cubicBezTo>
                      <a:pt x="1483" y="200"/>
                      <a:pt x="1289" y="1"/>
                      <a:pt x="1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3" name="Google Shape;1333;p38"/>
              <p:cNvSpPr/>
              <p:nvPr/>
            </p:nvSpPr>
            <p:spPr>
              <a:xfrm>
                <a:off x="2514547" y="836557"/>
                <a:ext cx="253754" cy="256262"/>
              </a:xfrm>
              <a:custGeom>
                <a:avLst/>
                <a:gdLst/>
                <a:ahLst/>
                <a:cxnLst/>
                <a:rect l="l" t="t" r="r" b="b"/>
                <a:pathLst>
                  <a:path w="1619" h="1635" extrusionOk="0">
                    <a:moveTo>
                      <a:pt x="1116" y="111"/>
                    </a:moveTo>
                    <a:cubicBezTo>
                      <a:pt x="1336" y="111"/>
                      <a:pt x="1509" y="263"/>
                      <a:pt x="1509" y="478"/>
                    </a:cubicBezTo>
                    <a:lnTo>
                      <a:pt x="1509" y="1158"/>
                    </a:lnTo>
                    <a:cubicBezTo>
                      <a:pt x="1509" y="1352"/>
                      <a:pt x="1336" y="1525"/>
                      <a:pt x="1116" y="1525"/>
                    </a:cubicBezTo>
                    <a:lnTo>
                      <a:pt x="482" y="1525"/>
                    </a:lnTo>
                    <a:cubicBezTo>
                      <a:pt x="288" y="1525"/>
                      <a:pt x="110" y="1352"/>
                      <a:pt x="110" y="1158"/>
                    </a:cubicBezTo>
                    <a:lnTo>
                      <a:pt x="110" y="478"/>
                    </a:lnTo>
                    <a:cubicBezTo>
                      <a:pt x="110" y="263"/>
                      <a:pt x="288" y="111"/>
                      <a:pt x="482" y="111"/>
                    </a:cubicBezTo>
                    <a:close/>
                    <a:moveTo>
                      <a:pt x="482" y="1"/>
                    </a:moveTo>
                    <a:cubicBezTo>
                      <a:pt x="220" y="1"/>
                      <a:pt x="0" y="216"/>
                      <a:pt x="0" y="478"/>
                    </a:cubicBezTo>
                    <a:lnTo>
                      <a:pt x="0" y="1158"/>
                    </a:lnTo>
                    <a:cubicBezTo>
                      <a:pt x="0" y="1420"/>
                      <a:pt x="220" y="1635"/>
                      <a:pt x="482" y="1635"/>
                    </a:cubicBezTo>
                    <a:lnTo>
                      <a:pt x="1116" y="1635"/>
                    </a:lnTo>
                    <a:cubicBezTo>
                      <a:pt x="1399" y="1635"/>
                      <a:pt x="1619" y="1420"/>
                      <a:pt x="1619" y="1158"/>
                    </a:cubicBezTo>
                    <a:lnTo>
                      <a:pt x="1619" y="478"/>
                    </a:lnTo>
                    <a:cubicBezTo>
                      <a:pt x="1619" y="216"/>
                      <a:pt x="1399" y="1"/>
                      <a:pt x="111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4" name="Google Shape;1334;p38"/>
              <p:cNvSpPr/>
              <p:nvPr/>
            </p:nvSpPr>
            <p:spPr>
              <a:xfrm>
                <a:off x="2580219" y="843140"/>
                <a:ext cx="177424" cy="239961"/>
              </a:xfrm>
              <a:custGeom>
                <a:avLst/>
                <a:gdLst/>
                <a:ahLst/>
                <a:cxnLst/>
                <a:rect l="l" t="t" r="r" b="b"/>
                <a:pathLst>
                  <a:path w="1132" h="1531" extrusionOk="0">
                    <a:moveTo>
                      <a:pt x="414" y="1"/>
                    </a:moveTo>
                    <a:cubicBezTo>
                      <a:pt x="194" y="1"/>
                      <a:pt x="0" y="200"/>
                      <a:pt x="0" y="436"/>
                    </a:cubicBezTo>
                    <a:lnTo>
                      <a:pt x="0" y="1116"/>
                    </a:lnTo>
                    <a:cubicBezTo>
                      <a:pt x="0" y="1352"/>
                      <a:pt x="194" y="1530"/>
                      <a:pt x="414" y="1530"/>
                    </a:cubicBezTo>
                    <a:lnTo>
                      <a:pt x="697" y="1530"/>
                    </a:lnTo>
                    <a:cubicBezTo>
                      <a:pt x="938" y="1530"/>
                      <a:pt x="1132" y="1352"/>
                      <a:pt x="1132" y="1116"/>
                    </a:cubicBezTo>
                    <a:lnTo>
                      <a:pt x="1132" y="436"/>
                    </a:lnTo>
                    <a:cubicBezTo>
                      <a:pt x="1132" y="200"/>
                      <a:pt x="938" y="1"/>
                      <a:pt x="6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5" name="Google Shape;1335;p38"/>
              <p:cNvSpPr/>
              <p:nvPr/>
            </p:nvSpPr>
            <p:spPr>
              <a:xfrm>
                <a:off x="2569561" y="836557"/>
                <a:ext cx="198740" cy="256262"/>
              </a:xfrm>
              <a:custGeom>
                <a:avLst/>
                <a:gdLst/>
                <a:ahLst/>
                <a:cxnLst/>
                <a:rect l="l" t="t" r="r" b="b"/>
                <a:pathLst>
                  <a:path w="1268" h="1635" extrusionOk="0">
                    <a:moveTo>
                      <a:pt x="765" y="111"/>
                    </a:moveTo>
                    <a:cubicBezTo>
                      <a:pt x="985" y="111"/>
                      <a:pt x="1158" y="263"/>
                      <a:pt x="1158" y="478"/>
                    </a:cubicBezTo>
                    <a:lnTo>
                      <a:pt x="1158" y="1158"/>
                    </a:lnTo>
                    <a:cubicBezTo>
                      <a:pt x="1158" y="1352"/>
                      <a:pt x="985" y="1525"/>
                      <a:pt x="765" y="1525"/>
                    </a:cubicBezTo>
                    <a:lnTo>
                      <a:pt x="482" y="1525"/>
                    </a:lnTo>
                    <a:cubicBezTo>
                      <a:pt x="283" y="1525"/>
                      <a:pt x="110" y="1352"/>
                      <a:pt x="110" y="1158"/>
                    </a:cubicBezTo>
                    <a:lnTo>
                      <a:pt x="110" y="478"/>
                    </a:lnTo>
                    <a:cubicBezTo>
                      <a:pt x="110" y="263"/>
                      <a:pt x="283" y="111"/>
                      <a:pt x="482" y="111"/>
                    </a:cubicBezTo>
                    <a:close/>
                    <a:moveTo>
                      <a:pt x="482" y="1"/>
                    </a:moveTo>
                    <a:cubicBezTo>
                      <a:pt x="220" y="1"/>
                      <a:pt x="0" y="216"/>
                      <a:pt x="0" y="478"/>
                    </a:cubicBezTo>
                    <a:lnTo>
                      <a:pt x="0" y="1158"/>
                    </a:lnTo>
                    <a:cubicBezTo>
                      <a:pt x="0" y="1420"/>
                      <a:pt x="220" y="1635"/>
                      <a:pt x="482" y="1635"/>
                    </a:cubicBezTo>
                    <a:lnTo>
                      <a:pt x="765" y="1635"/>
                    </a:lnTo>
                    <a:cubicBezTo>
                      <a:pt x="1048" y="1635"/>
                      <a:pt x="1268" y="1420"/>
                      <a:pt x="1268" y="1158"/>
                    </a:cubicBezTo>
                    <a:lnTo>
                      <a:pt x="1268" y="478"/>
                    </a:lnTo>
                    <a:cubicBezTo>
                      <a:pt x="1268" y="216"/>
                      <a:pt x="1048" y="1"/>
                      <a:pt x="76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6" name="Google Shape;1336;p38"/>
              <p:cNvSpPr/>
              <p:nvPr/>
            </p:nvSpPr>
            <p:spPr>
              <a:xfrm>
                <a:off x="1851245" y="461962"/>
                <a:ext cx="988528" cy="816589"/>
              </a:xfrm>
              <a:custGeom>
                <a:avLst/>
                <a:gdLst/>
                <a:ahLst/>
                <a:cxnLst/>
                <a:rect l="l" t="t" r="r" b="b"/>
                <a:pathLst>
                  <a:path w="6307" h="5210" extrusionOk="0">
                    <a:moveTo>
                      <a:pt x="5308" y="0"/>
                    </a:moveTo>
                    <a:cubicBezTo>
                      <a:pt x="5024" y="0"/>
                      <a:pt x="4728" y="272"/>
                      <a:pt x="4389" y="380"/>
                    </a:cubicBezTo>
                    <a:cubicBezTo>
                      <a:pt x="4133" y="447"/>
                      <a:pt x="3654" y="463"/>
                      <a:pt x="3163" y="463"/>
                    </a:cubicBezTo>
                    <a:cubicBezTo>
                      <a:pt x="2692" y="463"/>
                      <a:pt x="2210" y="448"/>
                      <a:pt x="1902" y="448"/>
                    </a:cubicBezTo>
                    <a:cubicBezTo>
                      <a:pt x="1247" y="448"/>
                      <a:pt x="828" y="993"/>
                      <a:pt x="828" y="1516"/>
                    </a:cubicBezTo>
                    <a:cubicBezTo>
                      <a:pt x="808" y="2050"/>
                      <a:pt x="853" y="2146"/>
                      <a:pt x="855" y="2150"/>
                    </a:cubicBezTo>
                    <a:lnTo>
                      <a:pt x="855" y="2150"/>
                    </a:lnTo>
                    <a:cubicBezTo>
                      <a:pt x="850" y="2141"/>
                      <a:pt x="584" y="1618"/>
                      <a:pt x="321" y="1618"/>
                    </a:cubicBezTo>
                    <a:cubicBezTo>
                      <a:pt x="301" y="1618"/>
                      <a:pt x="282" y="1620"/>
                      <a:pt x="263" y="1626"/>
                    </a:cubicBezTo>
                    <a:cubicBezTo>
                      <a:pt x="1" y="1736"/>
                      <a:pt x="525" y="2281"/>
                      <a:pt x="525" y="2281"/>
                    </a:cubicBezTo>
                    <a:cubicBezTo>
                      <a:pt x="525" y="2281"/>
                      <a:pt x="424" y="2251"/>
                      <a:pt x="318" y="2251"/>
                    </a:cubicBezTo>
                    <a:cubicBezTo>
                      <a:pt x="202" y="2251"/>
                      <a:pt x="80" y="2286"/>
                      <a:pt x="69" y="2433"/>
                    </a:cubicBezTo>
                    <a:cubicBezTo>
                      <a:pt x="39" y="2610"/>
                      <a:pt x="254" y="2643"/>
                      <a:pt x="417" y="2643"/>
                    </a:cubicBezTo>
                    <a:cubicBezTo>
                      <a:pt x="514" y="2643"/>
                      <a:pt x="593" y="2632"/>
                      <a:pt x="593" y="2632"/>
                    </a:cubicBezTo>
                    <a:lnTo>
                      <a:pt x="593" y="2632"/>
                    </a:lnTo>
                    <a:cubicBezTo>
                      <a:pt x="593" y="2632"/>
                      <a:pt x="331" y="3025"/>
                      <a:pt x="415" y="3548"/>
                    </a:cubicBezTo>
                    <a:cubicBezTo>
                      <a:pt x="525" y="4072"/>
                      <a:pt x="766" y="4224"/>
                      <a:pt x="787" y="4549"/>
                    </a:cubicBezTo>
                    <a:cubicBezTo>
                      <a:pt x="807" y="4899"/>
                      <a:pt x="745" y="5009"/>
                      <a:pt x="896" y="5072"/>
                    </a:cubicBezTo>
                    <a:cubicBezTo>
                      <a:pt x="928" y="5090"/>
                      <a:pt x="964" y="5098"/>
                      <a:pt x="1003" y="5098"/>
                    </a:cubicBezTo>
                    <a:cubicBezTo>
                      <a:pt x="1152" y="5098"/>
                      <a:pt x="1331" y="4988"/>
                      <a:pt x="1331" y="4988"/>
                    </a:cubicBezTo>
                    <a:lnTo>
                      <a:pt x="1331" y="4988"/>
                    </a:lnTo>
                    <a:cubicBezTo>
                      <a:pt x="1331" y="4988"/>
                      <a:pt x="1289" y="5140"/>
                      <a:pt x="1614" y="5203"/>
                    </a:cubicBezTo>
                    <a:cubicBezTo>
                      <a:pt x="1646" y="5208"/>
                      <a:pt x="1677" y="5210"/>
                      <a:pt x="1708" y="5210"/>
                    </a:cubicBezTo>
                    <a:cubicBezTo>
                      <a:pt x="1992" y="5210"/>
                      <a:pt x="2206" y="5030"/>
                      <a:pt x="2206" y="5030"/>
                    </a:cubicBezTo>
                    <a:lnTo>
                      <a:pt x="5479" y="2957"/>
                    </a:lnTo>
                    <a:cubicBezTo>
                      <a:pt x="5479" y="2957"/>
                      <a:pt x="5482" y="2957"/>
                      <a:pt x="5487" y="2957"/>
                    </a:cubicBezTo>
                    <a:cubicBezTo>
                      <a:pt x="5530" y="2957"/>
                      <a:pt x="5738" y="2940"/>
                      <a:pt x="5892" y="2632"/>
                    </a:cubicBezTo>
                    <a:cubicBezTo>
                      <a:pt x="6065" y="2302"/>
                      <a:pt x="5913" y="2108"/>
                      <a:pt x="5913" y="2108"/>
                    </a:cubicBezTo>
                    <a:cubicBezTo>
                      <a:pt x="5913" y="2108"/>
                      <a:pt x="6306" y="1977"/>
                      <a:pt x="6285" y="1406"/>
                    </a:cubicBezTo>
                    <a:cubicBezTo>
                      <a:pt x="6267" y="934"/>
                      <a:pt x="5722" y="903"/>
                      <a:pt x="5577" y="903"/>
                    </a:cubicBezTo>
                    <a:cubicBezTo>
                      <a:pt x="5554" y="903"/>
                      <a:pt x="5542" y="904"/>
                      <a:pt x="5542" y="904"/>
                    </a:cubicBezTo>
                    <a:cubicBezTo>
                      <a:pt x="5542" y="904"/>
                      <a:pt x="6023" y="558"/>
                      <a:pt x="5652" y="165"/>
                    </a:cubicBezTo>
                    <a:cubicBezTo>
                      <a:pt x="5538" y="45"/>
                      <a:pt x="5424" y="0"/>
                      <a:pt x="5308" y="0"/>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7" name="Google Shape;1337;p38"/>
              <p:cNvSpPr/>
              <p:nvPr/>
            </p:nvSpPr>
            <p:spPr>
              <a:xfrm>
                <a:off x="1851245" y="453342"/>
                <a:ext cx="995894" cy="832420"/>
              </a:xfrm>
              <a:custGeom>
                <a:avLst/>
                <a:gdLst/>
                <a:ahLst/>
                <a:cxnLst/>
                <a:rect l="l" t="t" r="r" b="b"/>
                <a:pathLst>
                  <a:path w="6354" h="5311" extrusionOk="0">
                    <a:moveTo>
                      <a:pt x="5348" y="110"/>
                    </a:moveTo>
                    <a:cubicBezTo>
                      <a:pt x="5437" y="110"/>
                      <a:pt x="5521" y="152"/>
                      <a:pt x="5610" y="241"/>
                    </a:cubicBezTo>
                    <a:cubicBezTo>
                      <a:pt x="5699" y="351"/>
                      <a:pt x="5720" y="414"/>
                      <a:pt x="5741" y="503"/>
                    </a:cubicBezTo>
                    <a:cubicBezTo>
                      <a:pt x="5741" y="566"/>
                      <a:pt x="5720" y="655"/>
                      <a:pt x="5699" y="697"/>
                    </a:cubicBezTo>
                    <a:cubicBezTo>
                      <a:pt x="5631" y="828"/>
                      <a:pt x="5500" y="917"/>
                      <a:pt x="5500" y="917"/>
                    </a:cubicBezTo>
                    <a:lnTo>
                      <a:pt x="5542" y="1006"/>
                    </a:lnTo>
                    <a:cubicBezTo>
                      <a:pt x="5542" y="1006"/>
                      <a:pt x="5720" y="1006"/>
                      <a:pt x="5892" y="1048"/>
                    </a:cubicBezTo>
                    <a:cubicBezTo>
                      <a:pt x="5982" y="1069"/>
                      <a:pt x="6065" y="1116"/>
                      <a:pt x="6112" y="1179"/>
                    </a:cubicBezTo>
                    <a:cubicBezTo>
                      <a:pt x="6175" y="1247"/>
                      <a:pt x="6222" y="1351"/>
                      <a:pt x="6243" y="1461"/>
                    </a:cubicBezTo>
                    <a:cubicBezTo>
                      <a:pt x="6243" y="1744"/>
                      <a:pt x="6154" y="1901"/>
                      <a:pt x="6065" y="1985"/>
                    </a:cubicBezTo>
                    <a:cubicBezTo>
                      <a:pt x="5982" y="2074"/>
                      <a:pt x="5892" y="2095"/>
                      <a:pt x="5892" y="2095"/>
                    </a:cubicBezTo>
                    <a:lnTo>
                      <a:pt x="5872" y="2184"/>
                    </a:lnTo>
                    <a:cubicBezTo>
                      <a:pt x="5872" y="2184"/>
                      <a:pt x="5892" y="2226"/>
                      <a:pt x="5913" y="2315"/>
                    </a:cubicBezTo>
                    <a:cubicBezTo>
                      <a:pt x="5934" y="2378"/>
                      <a:pt x="5934" y="2509"/>
                      <a:pt x="5851" y="2661"/>
                    </a:cubicBezTo>
                    <a:cubicBezTo>
                      <a:pt x="5762" y="2839"/>
                      <a:pt x="5673" y="2902"/>
                      <a:pt x="5610" y="2923"/>
                    </a:cubicBezTo>
                    <a:cubicBezTo>
                      <a:pt x="5521" y="2970"/>
                      <a:pt x="5479" y="2970"/>
                      <a:pt x="5479" y="2970"/>
                    </a:cubicBezTo>
                    <a:lnTo>
                      <a:pt x="5458" y="2970"/>
                    </a:lnTo>
                    <a:lnTo>
                      <a:pt x="2164" y="5043"/>
                    </a:lnTo>
                    <a:lnTo>
                      <a:pt x="2164" y="5064"/>
                    </a:lnTo>
                    <a:cubicBezTo>
                      <a:pt x="2164" y="5064"/>
                      <a:pt x="1989" y="5202"/>
                      <a:pt x="1736" y="5202"/>
                    </a:cubicBezTo>
                    <a:cubicBezTo>
                      <a:pt x="1705" y="5202"/>
                      <a:pt x="1673" y="5200"/>
                      <a:pt x="1640" y="5195"/>
                    </a:cubicBezTo>
                    <a:cubicBezTo>
                      <a:pt x="1462" y="5174"/>
                      <a:pt x="1420" y="5127"/>
                      <a:pt x="1399" y="5106"/>
                    </a:cubicBezTo>
                    <a:cubicBezTo>
                      <a:pt x="1378" y="5085"/>
                      <a:pt x="1378" y="5064"/>
                      <a:pt x="1378" y="5064"/>
                    </a:cubicBezTo>
                    <a:lnTo>
                      <a:pt x="1289" y="4996"/>
                    </a:lnTo>
                    <a:cubicBezTo>
                      <a:pt x="1289" y="4996"/>
                      <a:pt x="1221" y="5043"/>
                      <a:pt x="1158" y="5064"/>
                    </a:cubicBezTo>
                    <a:cubicBezTo>
                      <a:pt x="1106" y="5089"/>
                      <a:pt x="1056" y="5099"/>
                      <a:pt x="1009" y="5099"/>
                    </a:cubicBezTo>
                    <a:cubicBezTo>
                      <a:pt x="977" y="5099"/>
                      <a:pt x="946" y="5094"/>
                      <a:pt x="917" y="5085"/>
                    </a:cubicBezTo>
                    <a:cubicBezTo>
                      <a:pt x="896" y="5085"/>
                      <a:pt x="876" y="5064"/>
                      <a:pt x="876" y="5043"/>
                    </a:cubicBezTo>
                    <a:cubicBezTo>
                      <a:pt x="855" y="5017"/>
                      <a:pt x="855" y="4996"/>
                      <a:pt x="855" y="4975"/>
                    </a:cubicBezTo>
                    <a:lnTo>
                      <a:pt x="855" y="4604"/>
                    </a:lnTo>
                    <a:cubicBezTo>
                      <a:pt x="828" y="4431"/>
                      <a:pt x="766" y="4300"/>
                      <a:pt x="677" y="4148"/>
                    </a:cubicBezTo>
                    <a:cubicBezTo>
                      <a:pt x="614" y="4017"/>
                      <a:pt x="525" y="3839"/>
                      <a:pt x="483" y="3603"/>
                    </a:cubicBezTo>
                    <a:cubicBezTo>
                      <a:pt x="373" y="3101"/>
                      <a:pt x="635" y="2708"/>
                      <a:pt x="635" y="2708"/>
                    </a:cubicBezTo>
                    <a:lnTo>
                      <a:pt x="593" y="2619"/>
                    </a:lnTo>
                    <a:cubicBezTo>
                      <a:pt x="593" y="2619"/>
                      <a:pt x="436" y="2640"/>
                      <a:pt x="331" y="2640"/>
                    </a:cubicBezTo>
                    <a:cubicBezTo>
                      <a:pt x="263" y="2640"/>
                      <a:pt x="200" y="2619"/>
                      <a:pt x="153" y="2598"/>
                    </a:cubicBezTo>
                    <a:cubicBezTo>
                      <a:pt x="111" y="2577"/>
                      <a:pt x="111" y="2556"/>
                      <a:pt x="111" y="2488"/>
                    </a:cubicBezTo>
                    <a:cubicBezTo>
                      <a:pt x="111" y="2446"/>
                      <a:pt x="132" y="2425"/>
                      <a:pt x="174" y="2399"/>
                    </a:cubicBezTo>
                    <a:cubicBezTo>
                      <a:pt x="200" y="2378"/>
                      <a:pt x="263" y="2357"/>
                      <a:pt x="305" y="2357"/>
                    </a:cubicBezTo>
                    <a:cubicBezTo>
                      <a:pt x="415" y="2357"/>
                      <a:pt x="525" y="2378"/>
                      <a:pt x="525" y="2378"/>
                    </a:cubicBezTo>
                    <a:lnTo>
                      <a:pt x="567" y="2294"/>
                    </a:lnTo>
                    <a:cubicBezTo>
                      <a:pt x="567" y="2294"/>
                      <a:pt x="436" y="2163"/>
                      <a:pt x="331" y="2006"/>
                    </a:cubicBezTo>
                    <a:cubicBezTo>
                      <a:pt x="284" y="1943"/>
                      <a:pt x="263" y="1875"/>
                      <a:pt x="242" y="1812"/>
                    </a:cubicBezTo>
                    <a:lnTo>
                      <a:pt x="242" y="1770"/>
                    </a:lnTo>
                    <a:cubicBezTo>
                      <a:pt x="263" y="1744"/>
                      <a:pt x="263" y="1744"/>
                      <a:pt x="284" y="1744"/>
                    </a:cubicBezTo>
                    <a:cubicBezTo>
                      <a:pt x="303" y="1736"/>
                      <a:pt x="324" y="1731"/>
                      <a:pt x="346" y="1731"/>
                    </a:cubicBezTo>
                    <a:cubicBezTo>
                      <a:pt x="378" y="1731"/>
                      <a:pt x="411" y="1742"/>
                      <a:pt x="436" y="1770"/>
                    </a:cubicBezTo>
                    <a:cubicBezTo>
                      <a:pt x="504" y="1812"/>
                      <a:pt x="567" y="1875"/>
                      <a:pt x="614" y="1943"/>
                    </a:cubicBezTo>
                    <a:cubicBezTo>
                      <a:pt x="724" y="2074"/>
                      <a:pt x="787" y="2226"/>
                      <a:pt x="787" y="2226"/>
                    </a:cubicBezTo>
                    <a:lnTo>
                      <a:pt x="896" y="2184"/>
                    </a:lnTo>
                    <a:lnTo>
                      <a:pt x="876" y="2095"/>
                    </a:lnTo>
                    <a:lnTo>
                      <a:pt x="876" y="1571"/>
                    </a:lnTo>
                    <a:cubicBezTo>
                      <a:pt x="896" y="1069"/>
                      <a:pt x="1289" y="566"/>
                      <a:pt x="1902" y="566"/>
                    </a:cubicBezTo>
                    <a:cubicBezTo>
                      <a:pt x="2104" y="566"/>
                      <a:pt x="2395" y="578"/>
                      <a:pt x="2708" y="578"/>
                    </a:cubicBezTo>
                    <a:cubicBezTo>
                      <a:pt x="2864" y="578"/>
                      <a:pt x="3026" y="575"/>
                      <a:pt x="3185" y="566"/>
                    </a:cubicBezTo>
                    <a:cubicBezTo>
                      <a:pt x="3667" y="566"/>
                      <a:pt x="4128" y="545"/>
                      <a:pt x="4389" y="482"/>
                    </a:cubicBezTo>
                    <a:cubicBezTo>
                      <a:pt x="4651" y="414"/>
                      <a:pt x="4866" y="241"/>
                      <a:pt x="5065" y="173"/>
                    </a:cubicBezTo>
                    <a:cubicBezTo>
                      <a:pt x="5175" y="131"/>
                      <a:pt x="5259" y="110"/>
                      <a:pt x="5348" y="110"/>
                    </a:cubicBezTo>
                    <a:close/>
                    <a:moveTo>
                      <a:pt x="5369" y="0"/>
                    </a:moveTo>
                    <a:cubicBezTo>
                      <a:pt x="5238" y="0"/>
                      <a:pt x="5128" y="21"/>
                      <a:pt x="5044" y="68"/>
                    </a:cubicBezTo>
                    <a:cubicBezTo>
                      <a:pt x="4824" y="152"/>
                      <a:pt x="4604" y="304"/>
                      <a:pt x="4363" y="372"/>
                    </a:cubicBezTo>
                    <a:cubicBezTo>
                      <a:pt x="4128" y="435"/>
                      <a:pt x="3667" y="461"/>
                      <a:pt x="3185" y="482"/>
                    </a:cubicBezTo>
                    <a:cubicBezTo>
                      <a:pt x="2708" y="482"/>
                      <a:pt x="2206" y="461"/>
                      <a:pt x="1902" y="461"/>
                    </a:cubicBezTo>
                    <a:cubicBezTo>
                      <a:pt x="1221" y="461"/>
                      <a:pt x="787" y="1027"/>
                      <a:pt x="766" y="1571"/>
                    </a:cubicBezTo>
                    <a:cubicBezTo>
                      <a:pt x="766" y="1791"/>
                      <a:pt x="766" y="1901"/>
                      <a:pt x="787" y="1985"/>
                    </a:cubicBezTo>
                    <a:cubicBezTo>
                      <a:pt x="745" y="1943"/>
                      <a:pt x="745" y="1943"/>
                      <a:pt x="697" y="1875"/>
                    </a:cubicBezTo>
                    <a:cubicBezTo>
                      <a:pt x="635" y="1812"/>
                      <a:pt x="567" y="1723"/>
                      <a:pt x="504" y="1681"/>
                    </a:cubicBezTo>
                    <a:cubicBezTo>
                      <a:pt x="454" y="1651"/>
                      <a:pt x="397" y="1629"/>
                      <a:pt x="335" y="1629"/>
                    </a:cubicBezTo>
                    <a:cubicBezTo>
                      <a:pt x="312" y="1629"/>
                      <a:pt x="287" y="1632"/>
                      <a:pt x="263" y="1639"/>
                    </a:cubicBezTo>
                    <a:cubicBezTo>
                      <a:pt x="200" y="1660"/>
                      <a:pt x="174" y="1681"/>
                      <a:pt x="153" y="1723"/>
                    </a:cubicBezTo>
                    <a:cubicBezTo>
                      <a:pt x="132" y="1744"/>
                      <a:pt x="132" y="1791"/>
                      <a:pt x="132" y="1833"/>
                    </a:cubicBezTo>
                    <a:cubicBezTo>
                      <a:pt x="153" y="1922"/>
                      <a:pt x="200" y="1985"/>
                      <a:pt x="242" y="2074"/>
                    </a:cubicBezTo>
                    <a:cubicBezTo>
                      <a:pt x="331" y="2163"/>
                      <a:pt x="352" y="2205"/>
                      <a:pt x="415" y="2268"/>
                    </a:cubicBezTo>
                    <a:cubicBezTo>
                      <a:pt x="373" y="2247"/>
                      <a:pt x="352" y="2247"/>
                      <a:pt x="305" y="2247"/>
                    </a:cubicBezTo>
                    <a:cubicBezTo>
                      <a:pt x="242" y="2247"/>
                      <a:pt x="174" y="2268"/>
                      <a:pt x="111" y="2294"/>
                    </a:cubicBezTo>
                    <a:cubicBezTo>
                      <a:pt x="69" y="2336"/>
                      <a:pt x="1" y="2399"/>
                      <a:pt x="1" y="2488"/>
                    </a:cubicBezTo>
                    <a:cubicBezTo>
                      <a:pt x="1" y="2577"/>
                      <a:pt x="43" y="2640"/>
                      <a:pt x="90" y="2687"/>
                    </a:cubicBezTo>
                    <a:cubicBezTo>
                      <a:pt x="153" y="2729"/>
                      <a:pt x="242" y="2729"/>
                      <a:pt x="305" y="2750"/>
                    </a:cubicBezTo>
                    <a:cubicBezTo>
                      <a:pt x="415" y="2750"/>
                      <a:pt x="462" y="2750"/>
                      <a:pt x="504" y="2729"/>
                    </a:cubicBezTo>
                    <a:lnTo>
                      <a:pt x="504" y="2729"/>
                    </a:lnTo>
                    <a:cubicBezTo>
                      <a:pt x="436" y="2839"/>
                      <a:pt x="284" y="3142"/>
                      <a:pt x="373" y="3624"/>
                    </a:cubicBezTo>
                    <a:cubicBezTo>
                      <a:pt x="415" y="3886"/>
                      <a:pt x="504" y="4059"/>
                      <a:pt x="593" y="4211"/>
                    </a:cubicBezTo>
                    <a:cubicBezTo>
                      <a:pt x="677" y="4342"/>
                      <a:pt x="745" y="4452"/>
                      <a:pt x="745" y="4604"/>
                    </a:cubicBezTo>
                    <a:cubicBezTo>
                      <a:pt x="766" y="4782"/>
                      <a:pt x="745" y="4886"/>
                      <a:pt x="745" y="4975"/>
                    </a:cubicBezTo>
                    <a:cubicBezTo>
                      <a:pt x="745" y="5017"/>
                      <a:pt x="766" y="5064"/>
                      <a:pt x="787" y="5106"/>
                    </a:cubicBezTo>
                    <a:cubicBezTo>
                      <a:pt x="807" y="5127"/>
                      <a:pt x="828" y="5174"/>
                      <a:pt x="876" y="5195"/>
                    </a:cubicBezTo>
                    <a:cubicBezTo>
                      <a:pt x="910" y="5208"/>
                      <a:pt x="943" y="5213"/>
                      <a:pt x="976" y="5213"/>
                    </a:cubicBezTo>
                    <a:cubicBezTo>
                      <a:pt x="1049" y="5213"/>
                      <a:pt x="1118" y="5189"/>
                      <a:pt x="1179" y="5174"/>
                    </a:cubicBezTo>
                    <a:cubicBezTo>
                      <a:pt x="1247" y="5148"/>
                      <a:pt x="1268" y="5127"/>
                      <a:pt x="1289" y="5127"/>
                    </a:cubicBezTo>
                    <a:cubicBezTo>
                      <a:pt x="1289" y="5127"/>
                      <a:pt x="1289" y="5148"/>
                      <a:pt x="1310" y="5148"/>
                    </a:cubicBezTo>
                    <a:cubicBezTo>
                      <a:pt x="1352" y="5216"/>
                      <a:pt x="1441" y="5279"/>
                      <a:pt x="1614" y="5305"/>
                    </a:cubicBezTo>
                    <a:cubicBezTo>
                      <a:pt x="1644" y="5309"/>
                      <a:pt x="1674" y="5311"/>
                      <a:pt x="1703" y="5311"/>
                    </a:cubicBezTo>
                    <a:cubicBezTo>
                      <a:pt x="2008" y="5311"/>
                      <a:pt x="2227" y="5127"/>
                      <a:pt x="2227" y="5127"/>
                    </a:cubicBezTo>
                    <a:lnTo>
                      <a:pt x="5500" y="3053"/>
                    </a:lnTo>
                    <a:cubicBezTo>
                      <a:pt x="5521" y="3053"/>
                      <a:pt x="5568" y="3053"/>
                      <a:pt x="5652" y="3032"/>
                    </a:cubicBezTo>
                    <a:cubicBezTo>
                      <a:pt x="5741" y="2991"/>
                      <a:pt x="5851" y="2902"/>
                      <a:pt x="5934" y="2729"/>
                    </a:cubicBezTo>
                    <a:cubicBezTo>
                      <a:pt x="6044" y="2530"/>
                      <a:pt x="6044" y="2378"/>
                      <a:pt x="6023" y="2294"/>
                    </a:cubicBezTo>
                    <a:cubicBezTo>
                      <a:pt x="6002" y="2205"/>
                      <a:pt x="5982" y="2205"/>
                      <a:pt x="5961" y="2184"/>
                    </a:cubicBezTo>
                    <a:cubicBezTo>
                      <a:pt x="6002" y="2163"/>
                      <a:pt x="6065" y="2137"/>
                      <a:pt x="6133" y="2053"/>
                    </a:cubicBezTo>
                    <a:cubicBezTo>
                      <a:pt x="6243" y="1943"/>
                      <a:pt x="6353" y="1770"/>
                      <a:pt x="6327" y="1461"/>
                    </a:cubicBezTo>
                    <a:cubicBezTo>
                      <a:pt x="6327" y="1310"/>
                      <a:pt x="6285" y="1200"/>
                      <a:pt x="6196" y="1116"/>
                    </a:cubicBezTo>
                    <a:cubicBezTo>
                      <a:pt x="6112" y="1027"/>
                      <a:pt x="6023" y="985"/>
                      <a:pt x="5913" y="938"/>
                    </a:cubicBezTo>
                    <a:cubicBezTo>
                      <a:pt x="5848" y="917"/>
                      <a:pt x="5794" y="912"/>
                      <a:pt x="5748" y="912"/>
                    </a:cubicBezTo>
                    <a:cubicBezTo>
                      <a:pt x="5703" y="912"/>
                      <a:pt x="5665" y="917"/>
                      <a:pt x="5631" y="917"/>
                    </a:cubicBezTo>
                    <a:cubicBezTo>
                      <a:pt x="5699" y="875"/>
                      <a:pt x="5720" y="854"/>
                      <a:pt x="5783" y="765"/>
                    </a:cubicBezTo>
                    <a:cubicBezTo>
                      <a:pt x="5830" y="676"/>
                      <a:pt x="5851" y="592"/>
                      <a:pt x="5851" y="482"/>
                    </a:cubicBezTo>
                    <a:cubicBezTo>
                      <a:pt x="5830" y="393"/>
                      <a:pt x="5783" y="283"/>
                      <a:pt x="5673" y="173"/>
                    </a:cubicBezTo>
                    <a:cubicBezTo>
                      <a:pt x="5589" y="68"/>
                      <a:pt x="5479" y="21"/>
                      <a:pt x="53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8" name="Google Shape;1338;p38"/>
              <p:cNvSpPr/>
              <p:nvPr/>
            </p:nvSpPr>
            <p:spPr>
              <a:xfrm>
                <a:off x="2083683" y="730762"/>
                <a:ext cx="664086" cy="703113"/>
              </a:xfrm>
              <a:custGeom>
                <a:avLst/>
                <a:gdLst/>
                <a:ahLst/>
                <a:cxnLst/>
                <a:rect l="l" t="t" r="r" b="b"/>
                <a:pathLst>
                  <a:path w="4237" h="4486" extrusionOk="0">
                    <a:moveTo>
                      <a:pt x="3320" y="0"/>
                    </a:moveTo>
                    <a:cubicBezTo>
                      <a:pt x="3320" y="0"/>
                      <a:pt x="3320" y="1"/>
                      <a:pt x="3320" y="1"/>
                    </a:cubicBezTo>
                    <a:lnTo>
                      <a:pt x="3320" y="1"/>
                    </a:lnTo>
                    <a:cubicBezTo>
                      <a:pt x="3320" y="1"/>
                      <a:pt x="3320" y="0"/>
                      <a:pt x="3320" y="0"/>
                    </a:cubicBezTo>
                    <a:close/>
                    <a:moveTo>
                      <a:pt x="3320" y="1"/>
                    </a:moveTo>
                    <a:cubicBezTo>
                      <a:pt x="3312" y="13"/>
                      <a:pt x="3195" y="174"/>
                      <a:pt x="2797" y="194"/>
                    </a:cubicBezTo>
                    <a:cubicBezTo>
                      <a:pt x="2357" y="194"/>
                      <a:pt x="2095" y="21"/>
                      <a:pt x="2095" y="21"/>
                    </a:cubicBezTo>
                    <a:cubicBezTo>
                      <a:pt x="2095" y="21"/>
                      <a:pt x="2032" y="414"/>
                      <a:pt x="1597" y="760"/>
                    </a:cubicBezTo>
                    <a:cubicBezTo>
                      <a:pt x="1412" y="901"/>
                      <a:pt x="1270" y="943"/>
                      <a:pt x="1167" y="943"/>
                    </a:cubicBezTo>
                    <a:cubicBezTo>
                      <a:pt x="1012" y="943"/>
                      <a:pt x="943" y="849"/>
                      <a:pt x="943" y="849"/>
                    </a:cubicBezTo>
                    <a:cubicBezTo>
                      <a:pt x="943" y="849"/>
                      <a:pt x="875" y="1372"/>
                      <a:pt x="550" y="1545"/>
                    </a:cubicBezTo>
                    <a:cubicBezTo>
                      <a:pt x="440" y="1612"/>
                      <a:pt x="342" y="1634"/>
                      <a:pt x="261" y="1634"/>
                    </a:cubicBezTo>
                    <a:cubicBezTo>
                      <a:pt x="98" y="1634"/>
                      <a:pt x="0" y="1545"/>
                      <a:pt x="0" y="1545"/>
                    </a:cubicBezTo>
                    <a:lnTo>
                      <a:pt x="0" y="1545"/>
                    </a:lnTo>
                    <a:lnTo>
                      <a:pt x="178" y="2399"/>
                    </a:lnTo>
                    <a:cubicBezTo>
                      <a:pt x="178" y="2399"/>
                      <a:pt x="330" y="3054"/>
                      <a:pt x="482" y="3619"/>
                    </a:cubicBezTo>
                    <a:cubicBezTo>
                      <a:pt x="600" y="4152"/>
                      <a:pt x="1091" y="4485"/>
                      <a:pt x="2124" y="4485"/>
                    </a:cubicBezTo>
                    <a:cubicBezTo>
                      <a:pt x="2239" y="4485"/>
                      <a:pt x="2360" y="4481"/>
                      <a:pt x="2488" y="4473"/>
                    </a:cubicBezTo>
                    <a:cubicBezTo>
                      <a:pt x="3797" y="4384"/>
                      <a:pt x="4148" y="3818"/>
                      <a:pt x="4190" y="3184"/>
                    </a:cubicBezTo>
                    <a:cubicBezTo>
                      <a:pt x="4237" y="2551"/>
                      <a:pt x="4059" y="1723"/>
                      <a:pt x="4059" y="980"/>
                    </a:cubicBezTo>
                    <a:cubicBezTo>
                      <a:pt x="4059" y="980"/>
                      <a:pt x="3907" y="739"/>
                      <a:pt x="3797" y="524"/>
                    </a:cubicBezTo>
                    <a:cubicBezTo>
                      <a:pt x="3692" y="304"/>
                      <a:pt x="3734" y="152"/>
                      <a:pt x="3734" y="152"/>
                    </a:cubicBezTo>
                    <a:lnTo>
                      <a:pt x="3734" y="152"/>
                    </a:lnTo>
                    <a:cubicBezTo>
                      <a:pt x="3734" y="152"/>
                      <a:pt x="3694" y="180"/>
                      <a:pt x="3617" y="180"/>
                    </a:cubicBezTo>
                    <a:cubicBezTo>
                      <a:pt x="3578" y="180"/>
                      <a:pt x="3530" y="173"/>
                      <a:pt x="3472" y="152"/>
                    </a:cubicBezTo>
                    <a:cubicBezTo>
                      <a:pt x="3285" y="69"/>
                      <a:pt x="3315" y="8"/>
                      <a:pt x="3320"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39" name="Google Shape;1339;p38"/>
              <p:cNvSpPr/>
              <p:nvPr/>
            </p:nvSpPr>
            <p:spPr>
              <a:xfrm>
                <a:off x="2073809" y="723395"/>
                <a:ext cx="683835" cy="720354"/>
              </a:xfrm>
              <a:custGeom>
                <a:avLst/>
                <a:gdLst/>
                <a:ahLst/>
                <a:cxnLst/>
                <a:rect l="l" t="t" r="r" b="b"/>
                <a:pathLst>
                  <a:path w="4363" h="4596" extrusionOk="0">
                    <a:moveTo>
                      <a:pt x="3362" y="131"/>
                    </a:moveTo>
                    <a:cubicBezTo>
                      <a:pt x="3383" y="178"/>
                      <a:pt x="3425" y="199"/>
                      <a:pt x="3514" y="241"/>
                    </a:cubicBezTo>
                    <a:cubicBezTo>
                      <a:pt x="3598" y="283"/>
                      <a:pt x="3687" y="283"/>
                      <a:pt x="3729" y="283"/>
                    </a:cubicBezTo>
                    <a:lnTo>
                      <a:pt x="3729" y="309"/>
                    </a:lnTo>
                    <a:cubicBezTo>
                      <a:pt x="3755" y="372"/>
                      <a:pt x="3755" y="482"/>
                      <a:pt x="3818" y="592"/>
                    </a:cubicBezTo>
                    <a:cubicBezTo>
                      <a:pt x="3928" y="807"/>
                      <a:pt x="4059" y="1027"/>
                      <a:pt x="4080" y="1048"/>
                    </a:cubicBezTo>
                    <a:cubicBezTo>
                      <a:pt x="4080" y="1791"/>
                      <a:pt x="4253" y="2619"/>
                      <a:pt x="4211" y="3231"/>
                    </a:cubicBezTo>
                    <a:cubicBezTo>
                      <a:pt x="4190" y="3535"/>
                      <a:pt x="4080" y="3818"/>
                      <a:pt x="3839" y="4038"/>
                    </a:cubicBezTo>
                    <a:cubicBezTo>
                      <a:pt x="3598" y="4258"/>
                      <a:pt x="3184" y="4431"/>
                      <a:pt x="2551" y="4473"/>
                    </a:cubicBezTo>
                    <a:cubicBezTo>
                      <a:pt x="2418" y="4483"/>
                      <a:pt x="2293" y="4487"/>
                      <a:pt x="2176" y="4487"/>
                    </a:cubicBezTo>
                    <a:cubicBezTo>
                      <a:pt x="1734" y="4487"/>
                      <a:pt x="1393" y="4420"/>
                      <a:pt x="1137" y="4300"/>
                    </a:cubicBezTo>
                    <a:cubicBezTo>
                      <a:pt x="828" y="4148"/>
                      <a:pt x="655" y="3928"/>
                      <a:pt x="587" y="3666"/>
                    </a:cubicBezTo>
                    <a:cubicBezTo>
                      <a:pt x="456" y="3080"/>
                      <a:pt x="304" y="2446"/>
                      <a:pt x="304" y="2446"/>
                    </a:cubicBezTo>
                    <a:lnTo>
                      <a:pt x="131" y="1681"/>
                    </a:lnTo>
                    <a:lnTo>
                      <a:pt x="131" y="1681"/>
                    </a:lnTo>
                    <a:cubicBezTo>
                      <a:pt x="152" y="1702"/>
                      <a:pt x="152" y="1702"/>
                      <a:pt x="194" y="1723"/>
                    </a:cubicBezTo>
                    <a:cubicBezTo>
                      <a:pt x="233" y="1732"/>
                      <a:pt x="276" y="1738"/>
                      <a:pt x="325" y="1738"/>
                    </a:cubicBezTo>
                    <a:cubicBezTo>
                      <a:pt x="414" y="1738"/>
                      <a:pt x="518" y="1718"/>
                      <a:pt x="634" y="1660"/>
                    </a:cubicBezTo>
                    <a:cubicBezTo>
                      <a:pt x="828" y="1550"/>
                      <a:pt x="938" y="1378"/>
                      <a:pt x="979" y="1200"/>
                    </a:cubicBezTo>
                    <a:cubicBezTo>
                      <a:pt x="1027" y="1095"/>
                      <a:pt x="1048" y="1027"/>
                      <a:pt x="1048" y="985"/>
                    </a:cubicBezTo>
                    <a:cubicBezTo>
                      <a:pt x="1069" y="1006"/>
                      <a:pt x="1089" y="1027"/>
                      <a:pt x="1158" y="1048"/>
                    </a:cubicBezTo>
                    <a:cubicBezTo>
                      <a:pt x="1174" y="1051"/>
                      <a:pt x="1193" y="1053"/>
                      <a:pt x="1214" y="1053"/>
                    </a:cubicBezTo>
                    <a:cubicBezTo>
                      <a:pt x="1328" y="1053"/>
                      <a:pt x="1495" y="1000"/>
                      <a:pt x="1681" y="854"/>
                    </a:cubicBezTo>
                    <a:cubicBezTo>
                      <a:pt x="1922" y="655"/>
                      <a:pt x="2053" y="482"/>
                      <a:pt x="2116" y="330"/>
                    </a:cubicBezTo>
                    <a:cubicBezTo>
                      <a:pt x="2184" y="220"/>
                      <a:pt x="2184" y="178"/>
                      <a:pt x="2205" y="152"/>
                    </a:cubicBezTo>
                    <a:cubicBezTo>
                      <a:pt x="2262" y="176"/>
                      <a:pt x="2432" y="286"/>
                      <a:pt x="2758" y="286"/>
                    </a:cubicBezTo>
                    <a:cubicBezTo>
                      <a:pt x="2790" y="286"/>
                      <a:pt x="2824" y="285"/>
                      <a:pt x="2860" y="283"/>
                    </a:cubicBezTo>
                    <a:cubicBezTo>
                      <a:pt x="3074" y="283"/>
                      <a:pt x="3231" y="220"/>
                      <a:pt x="3315" y="178"/>
                    </a:cubicBezTo>
                    <a:cubicBezTo>
                      <a:pt x="3336" y="152"/>
                      <a:pt x="3336" y="152"/>
                      <a:pt x="3362" y="131"/>
                    </a:cubicBezTo>
                    <a:close/>
                    <a:moveTo>
                      <a:pt x="3336" y="0"/>
                    </a:moveTo>
                    <a:cubicBezTo>
                      <a:pt x="3336" y="0"/>
                      <a:pt x="3336" y="21"/>
                      <a:pt x="3315" y="21"/>
                    </a:cubicBezTo>
                    <a:cubicBezTo>
                      <a:pt x="3315" y="47"/>
                      <a:pt x="3294" y="68"/>
                      <a:pt x="3252" y="89"/>
                    </a:cubicBezTo>
                    <a:cubicBezTo>
                      <a:pt x="3184" y="131"/>
                      <a:pt x="3053" y="178"/>
                      <a:pt x="2839" y="178"/>
                    </a:cubicBezTo>
                    <a:cubicBezTo>
                      <a:pt x="2815" y="179"/>
                      <a:pt x="2793" y="180"/>
                      <a:pt x="2771" y="180"/>
                    </a:cubicBezTo>
                    <a:cubicBezTo>
                      <a:pt x="2396" y="180"/>
                      <a:pt x="2205" y="21"/>
                      <a:pt x="2205" y="21"/>
                    </a:cubicBezTo>
                    <a:lnTo>
                      <a:pt x="2116" y="68"/>
                    </a:lnTo>
                    <a:cubicBezTo>
                      <a:pt x="2116" y="68"/>
                      <a:pt x="2095" y="152"/>
                      <a:pt x="2027" y="283"/>
                    </a:cubicBezTo>
                    <a:cubicBezTo>
                      <a:pt x="1964" y="414"/>
                      <a:pt x="1833" y="592"/>
                      <a:pt x="1613" y="765"/>
                    </a:cubicBezTo>
                    <a:cubicBezTo>
                      <a:pt x="1444" y="901"/>
                      <a:pt x="1326" y="946"/>
                      <a:pt x="1241" y="946"/>
                    </a:cubicBezTo>
                    <a:cubicBezTo>
                      <a:pt x="1218" y="946"/>
                      <a:pt x="1197" y="943"/>
                      <a:pt x="1178" y="938"/>
                    </a:cubicBezTo>
                    <a:cubicBezTo>
                      <a:pt x="1089" y="917"/>
                      <a:pt x="1048" y="875"/>
                      <a:pt x="1048" y="875"/>
                    </a:cubicBezTo>
                    <a:lnTo>
                      <a:pt x="959" y="896"/>
                    </a:lnTo>
                    <a:cubicBezTo>
                      <a:pt x="959" y="896"/>
                      <a:pt x="938" y="1027"/>
                      <a:pt x="896" y="1179"/>
                    </a:cubicBezTo>
                    <a:cubicBezTo>
                      <a:pt x="828" y="1309"/>
                      <a:pt x="744" y="1488"/>
                      <a:pt x="587" y="1550"/>
                    </a:cubicBezTo>
                    <a:cubicBezTo>
                      <a:pt x="484" y="1610"/>
                      <a:pt x="392" y="1630"/>
                      <a:pt x="316" y="1630"/>
                    </a:cubicBezTo>
                    <a:cubicBezTo>
                      <a:pt x="280" y="1630"/>
                      <a:pt x="247" y="1625"/>
                      <a:pt x="220" y="1618"/>
                    </a:cubicBezTo>
                    <a:cubicBezTo>
                      <a:pt x="131" y="1592"/>
                      <a:pt x="89" y="1550"/>
                      <a:pt x="89" y="1550"/>
                    </a:cubicBezTo>
                    <a:lnTo>
                      <a:pt x="0" y="1618"/>
                    </a:lnTo>
                    <a:lnTo>
                      <a:pt x="194" y="2467"/>
                    </a:lnTo>
                    <a:cubicBezTo>
                      <a:pt x="194" y="2467"/>
                      <a:pt x="351" y="3101"/>
                      <a:pt x="482" y="3687"/>
                    </a:cubicBezTo>
                    <a:cubicBezTo>
                      <a:pt x="566" y="3996"/>
                      <a:pt x="765" y="4237"/>
                      <a:pt x="1089" y="4389"/>
                    </a:cubicBezTo>
                    <a:cubicBezTo>
                      <a:pt x="1376" y="4513"/>
                      <a:pt x="1751" y="4595"/>
                      <a:pt x="2222" y="4595"/>
                    </a:cubicBezTo>
                    <a:cubicBezTo>
                      <a:pt x="2327" y="4595"/>
                      <a:pt x="2436" y="4591"/>
                      <a:pt x="2551" y="4583"/>
                    </a:cubicBezTo>
                    <a:cubicBezTo>
                      <a:pt x="3205" y="4541"/>
                      <a:pt x="3645" y="4368"/>
                      <a:pt x="3907" y="4127"/>
                    </a:cubicBezTo>
                    <a:cubicBezTo>
                      <a:pt x="4190" y="3865"/>
                      <a:pt x="4279" y="3556"/>
                      <a:pt x="4321" y="3231"/>
                    </a:cubicBezTo>
                    <a:cubicBezTo>
                      <a:pt x="4363" y="2598"/>
                      <a:pt x="4190" y="1770"/>
                      <a:pt x="4169" y="1027"/>
                    </a:cubicBezTo>
                    <a:lnTo>
                      <a:pt x="4169" y="1006"/>
                    </a:lnTo>
                    <a:cubicBezTo>
                      <a:pt x="4169" y="1006"/>
                      <a:pt x="4017" y="744"/>
                      <a:pt x="3907" y="545"/>
                    </a:cubicBezTo>
                    <a:cubicBezTo>
                      <a:pt x="3860" y="440"/>
                      <a:pt x="3839" y="372"/>
                      <a:pt x="3839" y="309"/>
                    </a:cubicBezTo>
                    <a:lnTo>
                      <a:pt x="3839" y="220"/>
                    </a:lnTo>
                    <a:lnTo>
                      <a:pt x="3755" y="152"/>
                    </a:lnTo>
                    <a:cubicBezTo>
                      <a:pt x="3755" y="152"/>
                      <a:pt x="3755" y="178"/>
                      <a:pt x="3708" y="178"/>
                    </a:cubicBezTo>
                    <a:cubicBezTo>
                      <a:pt x="3687" y="178"/>
                      <a:pt x="3624" y="178"/>
                      <a:pt x="3556" y="131"/>
                    </a:cubicBezTo>
                    <a:cubicBezTo>
                      <a:pt x="3467" y="110"/>
                      <a:pt x="3446" y="68"/>
                      <a:pt x="3446" y="68"/>
                    </a:cubicBezTo>
                    <a:lnTo>
                      <a:pt x="3425" y="68"/>
                    </a:lnTo>
                    <a:lnTo>
                      <a:pt x="333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0" name="Google Shape;1340;p38"/>
              <p:cNvSpPr/>
              <p:nvPr/>
            </p:nvSpPr>
            <p:spPr>
              <a:xfrm>
                <a:off x="2083683" y="928560"/>
                <a:ext cx="660795" cy="505314"/>
              </a:xfrm>
              <a:custGeom>
                <a:avLst/>
                <a:gdLst/>
                <a:ahLst/>
                <a:cxnLst/>
                <a:rect l="l" t="t" r="r" b="b"/>
                <a:pathLst>
                  <a:path w="4216" h="3224" extrusionOk="0">
                    <a:moveTo>
                      <a:pt x="812" y="0"/>
                    </a:moveTo>
                    <a:cubicBezTo>
                      <a:pt x="765" y="131"/>
                      <a:pt x="681" y="241"/>
                      <a:pt x="550" y="283"/>
                    </a:cubicBezTo>
                    <a:cubicBezTo>
                      <a:pt x="440" y="350"/>
                      <a:pt x="342" y="372"/>
                      <a:pt x="261" y="372"/>
                    </a:cubicBezTo>
                    <a:cubicBezTo>
                      <a:pt x="98" y="372"/>
                      <a:pt x="0" y="283"/>
                      <a:pt x="0" y="283"/>
                    </a:cubicBezTo>
                    <a:lnTo>
                      <a:pt x="0" y="283"/>
                    </a:lnTo>
                    <a:lnTo>
                      <a:pt x="178" y="1137"/>
                    </a:lnTo>
                    <a:cubicBezTo>
                      <a:pt x="178" y="1137"/>
                      <a:pt x="330" y="1792"/>
                      <a:pt x="482" y="2357"/>
                    </a:cubicBezTo>
                    <a:cubicBezTo>
                      <a:pt x="600" y="2890"/>
                      <a:pt x="1091" y="3223"/>
                      <a:pt x="2124" y="3223"/>
                    </a:cubicBezTo>
                    <a:cubicBezTo>
                      <a:pt x="2239" y="3223"/>
                      <a:pt x="2360" y="3219"/>
                      <a:pt x="2488" y="3211"/>
                    </a:cubicBezTo>
                    <a:cubicBezTo>
                      <a:pt x="3797" y="3122"/>
                      <a:pt x="4148" y="2556"/>
                      <a:pt x="4190" y="1922"/>
                    </a:cubicBezTo>
                    <a:cubicBezTo>
                      <a:pt x="4216" y="1702"/>
                      <a:pt x="4190" y="1462"/>
                      <a:pt x="4169" y="1200"/>
                    </a:cubicBezTo>
                    <a:cubicBezTo>
                      <a:pt x="3920" y="1038"/>
                      <a:pt x="3499" y="941"/>
                      <a:pt x="3107" y="941"/>
                    </a:cubicBezTo>
                    <a:cubicBezTo>
                      <a:pt x="2813" y="941"/>
                      <a:pt x="2536" y="995"/>
                      <a:pt x="2357" y="1116"/>
                    </a:cubicBezTo>
                    <a:cubicBezTo>
                      <a:pt x="2125" y="1277"/>
                      <a:pt x="1892" y="1345"/>
                      <a:pt x="1683" y="1345"/>
                    </a:cubicBezTo>
                    <a:cubicBezTo>
                      <a:pt x="1443" y="1345"/>
                      <a:pt x="1234" y="1256"/>
                      <a:pt x="1095" y="1116"/>
                    </a:cubicBezTo>
                    <a:cubicBezTo>
                      <a:pt x="964" y="1006"/>
                      <a:pt x="875" y="482"/>
                      <a:pt x="812" y="0"/>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1" name="Google Shape;1341;p38"/>
              <p:cNvSpPr/>
              <p:nvPr/>
            </p:nvSpPr>
            <p:spPr>
              <a:xfrm>
                <a:off x="2073809" y="925269"/>
                <a:ext cx="677252" cy="518479"/>
              </a:xfrm>
              <a:custGeom>
                <a:avLst/>
                <a:gdLst/>
                <a:ahLst/>
                <a:cxnLst/>
                <a:rect l="l" t="t" r="r" b="b"/>
                <a:pathLst>
                  <a:path w="4321" h="3308" extrusionOk="0">
                    <a:moveTo>
                      <a:pt x="849" y="152"/>
                    </a:moveTo>
                    <a:cubicBezTo>
                      <a:pt x="875" y="351"/>
                      <a:pt x="896" y="545"/>
                      <a:pt x="938" y="723"/>
                    </a:cubicBezTo>
                    <a:cubicBezTo>
                      <a:pt x="979" y="938"/>
                      <a:pt x="1048" y="1090"/>
                      <a:pt x="1137" y="1179"/>
                    </a:cubicBezTo>
                    <a:cubicBezTo>
                      <a:pt x="1276" y="1330"/>
                      <a:pt x="1491" y="1425"/>
                      <a:pt x="1740" y="1425"/>
                    </a:cubicBezTo>
                    <a:cubicBezTo>
                      <a:pt x="1957" y="1425"/>
                      <a:pt x="2202" y="1352"/>
                      <a:pt x="2446" y="1179"/>
                    </a:cubicBezTo>
                    <a:cubicBezTo>
                      <a:pt x="2608" y="1069"/>
                      <a:pt x="2867" y="1022"/>
                      <a:pt x="3150" y="1022"/>
                    </a:cubicBezTo>
                    <a:cubicBezTo>
                      <a:pt x="3204" y="1022"/>
                      <a:pt x="3259" y="1024"/>
                      <a:pt x="3315" y="1027"/>
                    </a:cubicBezTo>
                    <a:cubicBezTo>
                      <a:pt x="3645" y="1048"/>
                      <a:pt x="3991" y="1137"/>
                      <a:pt x="4190" y="1268"/>
                    </a:cubicBezTo>
                    <a:cubicBezTo>
                      <a:pt x="4211" y="1509"/>
                      <a:pt x="4211" y="1744"/>
                      <a:pt x="4211" y="1943"/>
                    </a:cubicBezTo>
                    <a:cubicBezTo>
                      <a:pt x="4190" y="2247"/>
                      <a:pt x="4080" y="2530"/>
                      <a:pt x="3839" y="2750"/>
                    </a:cubicBezTo>
                    <a:cubicBezTo>
                      <a:pt x="3598" y="2970"/>
                      <a:pt x="3184" y="3143"/>
                      <a:pt x="2551" y="3185"/>
                    </a:cubicBezTo>
                    <a:cubicBezTo>
                      <a:pt x="2418" y="3195"/>
                      <a:pt x="2293" y="3199"/>
                      <a:pt x="2176" y="3199"/>
                    </a:cubicBezTo>
                    <a:cubicBezTo>
                      <a:pt x="1734" y="3199"/>
                      <a:pt x="1393" y="3132"/>
                      <a:pt x="1137" y="3012"/>
                    </a:cubicBezTo>
                    <a:cubicBezTo>
                      <a:pt x="828" y="2860"/>
                      <a:pt x="655" y="2640"/>
                      <a:pt x="587" y="2378"/>
                    </a:cubicBezTo>
                    <a:cubicBezTo>
                      <a:pt x="456" y="1792"/>
                      <a:pt x="304" y="1158"/>
                      <a:pt x="304" y="1158"/>
                    </a:cubicBezTo>
                    <a:lnTo>
                      <a:pt x="131" y="393"/>
                    </a:lnTo>
                    <a:lnTo>
                      <a:pt x="131" y="393"/>
                    </a:lnTo>
                    <a:cubicBezTo>
                      <a:pt x="152" y="414"/>
                      <a:pt x="152" y="414"/>
                      <a:pt x="194" y="435"/>
                    </a:cubicBezTo>
                    <a:cubicBezTo>
                      <a:pt x="233" y="444"/>
                      <a:pt x="276" y="450"/>
                      <a:pt x="325" y="450"/>
                    </a:cubicBezTo>
                    <a:cubicBezTo>
                      <a:pt x="414" y="450"/>
                      <a:pt x="518" y="430"/>
                      <a:pt x="634" y="372"/>
                    </a:cubicBezTo>
                    <a:cubicBezTo>
                      <a:pt x="744" y="304"/>
                      <a:pt x="786" y="220"/>
                      <a:pt x="849" y="152"/>
                    </a:cubicBezTo>
                    <a:close/>
                    <a:moveTo>
                      <a:pt x="828" y="1"/>
                    </a:moveTo>
                    <a:cubicBezTo>
                      <a:pt x="786" y="111"/>
                      <a:pt x="697" y="220"/>
                      <a:pt x="587" y="262"/>
                    </a:cubicBezTo>
                    <a:cubicBezTo>
                      <a:pt x="484" y="322"/>
                      <a:pt x="392" y="342"/>
                      <a:pt x="316" y="342"/>
                    </a:cubicBezTo>
                    <a:cubicBezTo>
                      <a:pt x="280" y="342"/>
                      <a:pt x="247" y="337"/>
                      <a:pt x="220" y="330"/>
                    </a:cubicBezTo>
                    <a:cubicBezTo>
                      <a:pt x="131" y="304"/>
                      <a:pt x="89" y="262"/>
                      <a:pt x="89" y="262"/>
                    </a:cubicBezTo>
                    <a:lnTo>
                      <a:pt x="0" y="330"/>
                    </a:lnTo>
                    <a:lnTo>
                      <a:pt x="194" y="1179"/>
                    </a:lnTo>
                    <a:cubicBezTo>
                      <a:pt x="194" y="1179"/>
                      <a:pt x="351" y="1813"/>
                      <a:pt x="482" y="2399"/>
                    </a:cubicBezTo>
                    <a:cubicBezTo>
                      <a:pt x="566" y="2708"/>
                      <a:pt x="765" y="2949"/>
                      <a:pt x="1089" y="3101"/>
                    </a:cubicBezTo>
                    <a:cubicBezTo>
                      <a:pt x="1376" y="3225"/>
                      <a:pt x="1751" y="3307"/>
                      <a:pt x="2222" y="3307"/>
                    </a:cubicBezTo>
                    <a:cubicBezTo>
                      <a:pt x="2327" y="3307"/>
                      <a:pt x="2436" y="3303"/>
                      <a:pt x="2551" y="3295"/>
                    </a:cubicBezTo>
                    <a:cubicBezTo>
                      <a:pt x="3205" y="3253"/>
                      <a:pt x="3645" y="3080"/>
                      <a:pt x="3907" y="2839"/>
                    </a:cubicBezTo>
                    <a:cubicBezTo>
                      <a:pt x="4190" y="2577"/>
                      <a:pt x="4279" y="2268"/>
                      <a:pt x="4300" y="1943"/>
                    </a:cubicBezTo>
                    <a:cubicBezTo>
                      <a:pt x="4321" y="1723"/>
                      <a:pt x="4321" y="1483"/>
                      <a:pt x="4300" y="1221"/>
                    </a:cubicBezTo>
                    <a:lnTo>
                      <a:pt x="4279" y="1179"/>
                    </a:lnTo>
                    <a:cubicBezTo>
                      <a:pt x="4038" y="1027"/>
                      <a:pt x="3687" y="938"/>
                      <a:pt x="3315" y="917"/>
                    </a:cubicBezTo>
                    <a:cubicBezTo>
                      <a:pt x="3261" y="914"/>
                      <a:pt x="3206" y="912"/>
                      <a:pt x="3152" y="912"/>
                    </a:cubicBezTo>
                    <a:cubicBezTo>
                      <a:pt x="2862" y="912"/>
                      <a:pt x="2581" y="962"/>
                      <a:pt x="2378" y="1090"/>
                    </a:cubicBezTo>
                    <a:cubicBezTo>
                      <a:pt x="2154" y="1253"/>
                      <a:pt x="1936" y="1316"/>
                      <a:pt x="1743" y="1316"/>
                    </a:cubicBezTo>
                    <a:cubicBezTo>
                      <a:pt x="1520" y="1316"/>
                      <a:pt x="1329" y="1231"/>
                      <a:pt x="1199" y="1116"/>
                    </a:cubicBezTo>
                    <a:cubicBezTo>
                      <a:pt x="1158" y="1069"/>
                      <a:pt x="1089" y="896"/>
                      <a:pt x="1048" y="697"/>
                    </a:cubicBezTo>
                    <a:cubicBezTo>
                      <a:pt x="1006" y="503"/>
                      <a:pt x="959" y="262"/>
                      <a:pt x="938" y="21"/>
                    </a:cubicBezTo>
                    <a:lnTo>
                      <a:pt x="917" y="42"/>
                    </a:lnTo>
                    <a:lnTo>
                      <a:pt x="82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2" name="Google Shape;1342;p38"/>
              <p:cNvSpPr/>
              <p:nvPr/>
            </p:nvSpPr>
            <p:spPr>
              <a:xfrm>
                <a:off x="2296215" y="884988"/>
                <a:ext cx="235729" cy="215197"/>
              </a:xfrm>
              <a:custGeom>
                <a:avLst/>
                <a:gdLst/>
                <a:ahLst/>
                <a:cxnLst/>
                <a:rect l="l" t="t" r="r" b="b"/>
                <a:pathLst>
                  <a:path w="1504" h="1373" extrusionOk="0">
                    <a:moveTo>
                      <a:pt x="715" y="1"/>
                    </a:moveTo>
                    <a:cubicBezTo>
                      <a:pt x="514" y="1"/>
                      <a:pt x="307" y="6"/>
                      <a:pt x="241" y="17"/>
                    </a:cubicBezTo>
                    <a:cubicBezTo>
                      <a:pt x="110" y="17"/>
                      <a:pt x="0" y="195"/>
                      <a:pt x="21" y="457"/>
                    </a:cubicBezTo>
                    <a:cubicBezTo>
                      <a:pt x="42" y="718"/>
                      <a:pt x="42" y="1022"/>
                      <a:pt x="84" y="1111"/>
                    </a:cubicBezTo>
                    <a:cubicBezTo>
                      <a:pt x="131" y="1174"/>
                      <a:pt x="414" y="1373"/>
                      <a:pt x="566" y="1373"/>
                    </a:cubicBezTo>
                    <a:cubicBezTo>
                      <a:pt x="718" y="1373"/>
                      <a:pt x="1179" y="1305"/>
                      <a:pt x="1289" y="1263"/>
                    </a:cubicBezTo>
                    <a:cubicBezTo>
                      <a:pt x="1372" y="1242"/>
                      <a:pt x="1441" y="1001"/>
                      <a:pt x="1461" y="781"/>
                    </a:cubicBezTo>
                    <a:cubicBezTo>
                      <a:pt x="1461" y="781"/>
                      <a:pt x="1503" y="430"/>
                      <a:pt x="1461" y="326"/>
                    </a:cubicBezTo>
                    <a:cubicBezTo>
                      <a:pt x="1441" y="216"/>
                      <a:pt x="1221" y="38"/>
                      <a:pt x="1158" y="17"/>
                    </a:cubicBezTo>
                    <a:cubicBezTo>
                      <a:pt x="1113" y="6"/>
                      <a:pt x="917" y="1"/>
                      <a:pt x="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3" name="Google Shape;1343;p38"/>
              <p:cNvSpPr/>
              <p:nvPr/>
            </p:nvSpPr>
            <p:spPr>
              <a:xfrm>
                <a:off x="2288849" y="876211"/>
                <a:ext cx="250463" cy="233849"/>
              </a:xfrm>
              <a:custGeom>
                <a:avLst/>
                <a:gdLst/>
                <a:ahLst/>
                <a:cxnLst/>
                <a:rect l="l" t="t" r="r" b="b"/>
                <a:pathLst>
                  <a:path w="1598" h="1492" extrusionOk="0">
                    <a:moveTo>
                      <a:pt x="765" y="94"/>
                    </a:moveTo>
                    <a:cubicBezTo>
                      <a:pt x="854" y="94"/>
                      <a:pt x="964" y="120"/>
                      <a:pt x="1027" y="120"/>
                    </a:cubicBezTo>
                    <a:lnTo>
                      <a:pt x="1179" y="120"/>
                    </a:lnTo>
                    <a:cubicBezTo>
                      <a:pt x="1205" y="120"/>
                      <a:pt x="1268" y="183"/>
                      <a:pt x="1336" y="225"/>
                    </a:cubicBezTo>
                    <a:cubicBezTo>
                      <a:pt x="1398" y="293"/>
                      <a:pt x="1467" y="355"/>
                      <a:pt x="1467" y="403"/>
                    </a:cubicBezTo>
                    <a:cubicBezTo>
                      <a:pt x="1488" y="424"/>
                      <a:pt x="1488" y="554"/>
                      <a:pt x="1488" y="643"/>
                    </a:cubicBezTo>
                    <a:cubicBezTo>
                      <a:pt x="1467" y="727"/>
                      <a:pt x="1467" y="816"/>
                      <a:pt x="1467" y="816"/>
                    </a:cubicBezTo>
                    <a:cubicBezTo>
                      <a:pt x="1440" y="926"/>
                      <a:pt x="1419" y="1036"/>
                      <a:pt x="1398" y="1120"/>
                    </a:cubicBezTo>
                    <a:cubicBezTo>
                      <a:pt x="1357" y="1209"/>
                      <a:pt x="1309" y="1272"/>
                      <a:pt x="1309" y="1272"/>
                    </a:cubicBezTo>
                    <a:cubicBezTo>
                      <a:pt x="1289" y="1298"/>
                      <a:pt x="1247" y="1298"/>
                      <a:pt x="1179" y="1319"/>
                    </a:cubicBezTo>
                    <a:cubicBezTo>
                      <a:pt x="1116" y="1319"/>
                      <a:pt x="1048" y="1340"/>
                      <a:pt x="985" y="1340"/>
                    </a:cubicBezTo>
                    <a:cubicBezTo>
                      <a:pt x="833" y="1361"/>
                      <a:pt x="681" y="1382"/>
                      <a:pt x="613" y="1382"/>
                    </a:cubicBezTo>
                    <a:cubicBezTo>
                      <a:pt x="550" y="1382"/>
                      <a:pt x="440" y="1340"/>
                      <a:pt x="351" y="1272"/>
                    </a:cubicBezTo>
                    <a:cubicBezTo>
                      <a:pt x="309" y="1251"/>
                      <a:pt x="288" y="1209"/>
                      <a:pt x="241" y="1188"/>
                    </a:cubicBezTo>
                    <a:cubicBezTo>
                      <a:pt x="220" y="1167"/>
                      <a:pt x="199" y="1141"/>
                      <a:pt x="178" y="1120"/>
                    </a:cubicBezTo>
                    <a:cubicBezTo>
                      <a:pt x="178" y="1120"/>
                      <a:pt x="178" y="1078"/>
                      <a:pt x="157" y="1057"/>
                    </a:cubicBezTo>
                    <a:lnTo>
                      <a:pt x="157" y="905"/>
                    </a:lnTo>
                    <a:cubicBezTo>
                      <a:pt x="157" y="774"/>
                      <a:pt x="131" y="643"/>
                      <a:pt x="131" y="513"/>
                    </a:cubicBezTo>
                    <a:cubicBezTo>
                      <a:pt x="110" y="382"/>
                      <a:pt x="131" y="293"/>
                      <a:pt x="178" y="225"/>
                    </a:cubicBezTo>
                    <a:cubicBezTo>
                      <a:pt x="199" y="162"/>
                      <a:pt x="241" y="120"/>
                      <a:pt x="288" y="120"/>
                    </a:cubicBezTo>
                    <a:cubicBezTo>
                      <a:pt x="351" y="120"/>
                      <a:pt x="571" y="94"/>
                      <a:pt x="765" y="94"/>
                    </a:cubicBezTo>
                    <a:close/>
                    <a:moveTo>
                      <a:pt x="569" y="0"/>
                    </a:moveTo>
                    <a:cubicBezTo>
                      <a:pt x="442" y="0"/>
                      <a:pt x="330" y="10"/>
                      <a:pt x="288" y="10"/>
                    </a:cubicBezTo>
                    <a:cubicBezTo>
                      <a:pt x="199" y="31"/>
                      <a:pt x="110" y="73"/>
                      <a:pt x="68" y="183"/>
                    </a:cubicBezTo>
                    <a:cubicBezTo>
                      <a:pt x="26" y="272"/>
                      <a:pt x="0" y="382"/>
                      <a:pt x="26" y="513"/>
                    </a:cubicBezTo>
                    <a:cubicBezTo>
                      <a:pt x="26" y="643"/>
                      <a:pt x="47" y="774"/>
                      <a:pt x="47" y="905"/>
                    </a:cubicBezTo>
                    <a:cubicBezTo>
                      <a:pt x="47" y="968"/>
                      <a:pt x="47" y="1010"/>
                      <a:pt x="68" y="1057"/>
                    </a:cubicBezTo>
                    <a:cubicBezTo>
                      <a:pt x="68" y="1099"/>
                      <a:pt x="68" y="1141"/>
                      <a:pt x="89" y="1188"/>
                    </a:cubicBezTo>
                    <a:cubicBezTo>
                      <a:pt x="110" y="1209"/>
                      <a:pt x="131" y="1251"/>
                      <a:pt x="178" y="1272"/>
                    </a:cubicBezTo>
                    <a:cubicBezTo>
                      <a:pt x="220" y="1298"/>
                      <a:pt x="262" y="1340"/>
                      <a:pt x="309" y="1361"/>
                    </a:cubicBezTo>
                    <a:cubicBezTo>
                      <a:pt x="393" y="1429"/>
                      <a:pt x="503" y="1471"/>
                      <a:pt x="613" y="1492"/>
                    </a:cubicBezTo>
                    <a:cubicBezTo>
                      <a:pt x="702" y="1492"/>
                      <a:pt x="854" y="1471"/>
                      <a:pt x="985" y="1450"/>
                    </a:cubicBezTo>
                    <a:cubicBezTo>
                      <a:pt x="1074" y="1450"/>
                      <a:pt x="1137" y="1429"/>
                      <a:pt x="1205" y="1403"/>
                    </a:cubicBezTo>
                    <a:cubicBezTo>
                      <a:pt x="1268" y="1403"/>
                      <a:pt x="1309" y="1382"/>
                      <a:pt x="1336" y="1382"/>
                    </a:cubicBezTo>
                    <a:cubicBezTo>
                      <a:pt x="1419" y="1340"/>
                      <a:pt x="1467" y="1251"/>
                      <a:pt x="1488" y="1167"/>
                    </a:cubicBezTo>
                    <a:cubicBezTo>
                      <a:pt x="1529" y="1078"/>
                      <a:pt x="1550" y="947"/>
                      <a:pt x="1571" y="837"/>
                    </a:cubicBezTo>
                    <a:lnTo>
                      <a:pt x="1571" y="643"/>
                    </a:lnTo>
                    <a:cubicBezTo>
                      <a:pt x="1597" y="554"/>
                      <a:pt x="1597" y="444"/>
                      <a:pt x="1571" y="355"/>
                    </a:cubicBezTo>
                    <a:cubicBezTo>
                      <a:pt x="1550" y="293"/>
                      <a:pt x="1488" y="204"/>
                      <a:pt x="1398" y="162"/>
                    </a:cubicBezTo>
                    <a:cubicBezTo>
                      <a:pt x="1336" y="94"/>
                      <a:pt x="1268" y="31"/>
                      <a:pt x="1205" y="31"/>
                    </a:cubicBezTo>
                    <a:cubicBezTo>
                      <a:pt x="1179" y="10"/>
                      <a:pt x="1179" y="10"/>
                      <a:pt x="1137" y="10"/>
                    </a:cubicBezTo>
                    <a:lnTo>
                      <a:pt x="765" y="10"/>
                    </a:lnTo>
                    <a:cubicBezTo>
                      <a:pt x="700" y="3"/>
                      <a:pt x="633" y="0"/>
                      <a:pt x="5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4" name="Google Shape;1344;p38"/>
              <p:cNvSpPr/>
              <p:nvPr/>
            </p:nvSpPr>
            <p:spPr>
              <a:xfrm>
                <a:off x="2596676" y="884988"/>
                <a:ext cx="168333" cy="215197"/>
              </a:xfrm>
              <a:custGeom>
                <a:avLst/>
                <a:gdLst/>
                <a:ahLst/>
                <a:cxnLst/>
                <a:rect l="l" t="t" r="r" b="b"/>
                <a:pathLst>
                  <a:path w="1074" h="1373" extrusionOk="0">
                    <a:moveTo>
                      <a:pt x="565" y="1"/>
                    </a:moveTo>
                    <a:cubicBezTo>
                      <a:pt x="423" y="1"/>
                      <a:pt x="285" y="6"/>
                      <a:pt x="262" y="17"/>
                    </a:cubicBezTo>
                    <a:cubicBezTo>
                      <a:pt x="199" y="38"/>
                      <a:pt x="47" y="216"/>
                      <a:pt x="26" y="326"/>
                    </a:cubicBezTo>
                    <a:cubicBezTo>
                      <a:pt x="0" y="430"/>
                      <a:pt x="26" y="781"/>
                      <a:pt x="26" y="781"/>
                    </a:cubicBezTo>
                    <a:cubicBezTo>
                      <a:pt x="47" y="1001"/>
                      <a:pt x="89" y="1242"/>
                      <a:pt x="157" y="1263"/>
                    </a:cubicBezTo>
                    <a:cubicBezTo>
                      <a:pt x="220" y="1305"/>
                      <a:pt x="571" y="1373"/>
                      <a:pt x="681" y="1373"/>
                    </a:cubicBezTo>
                    <a:cubicBezTo>
                      <a:pt x="786" y="1373"/>
                      <a:pt x="985" y="1174"/>
                      <a:pt x="1006" y="1111"/>
                    </a:cubicBezTo>
                    <a:cubicBezTo>
                      <a:pt x="1047" y="1022"/>
                      <a:pt x="1027" y="718"/>
                      <a:pt x="1047" y="457"/>
                    </a:cubicBezTo>
                    <a:cubicBezTo>
                      <a:pt x="1074" y="195"/>
                      <a:pt x="1006" y="17"/>
                      <a:pt x="896" y="17"/>
                    </a:cubicBezTo>
                    <a:cubicBezTo>
                      <a:pt x="854" y="6"/>
                      <a:pt x="707" y="1"/>
                      <a:pt x="5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5" name="Google Shape;1345;p38"/>
              <p:cNvSpPr/>
              <p:nvPr/>
            </p:nvSpPr>
            <p:spPr>
              <a:xfrm>
                <a:off x="2590093" y="876211"/>
                <a:ext cx="181499" cy="233849"/>
              </a:xfrm>
              <a:custGeom>
                <a:avLst/>
                <a:gdLst/>
                <a:ahLst/>
                <a:cxnLst/>
                <a:rect l="l" t="t" r="r" b="b"/>
                <a:pathLst>
                  <a:path w="1158" h="1492" extrusionOk="0">
                    <a:moveTo>
                      <a:pt x="613" y="94"/>
                    </a:moveTo>
                    <a:cubicBezTo>
                      <a:pt x="744" y="94"/>
                      <a:pt x="896" y="120"/>
                      <a:pt x="938" y="120"/>
                    </a:cubicBezTo>
                    <a:cubicBezTo>
                      <a:pt x="959" y="120"/>
                      <a:pt x="985" y="141"/>
                      <a:pt x="1006" y="204"/>
                    </a:cubicBezTo>
                    <a:cubicBezTo>
                      <a:pt x="1048" y="293"/>
                      <a:pt x="1048" y="382"/>
                      <a:pt x="1048" y="513"/>
                    </a:cubicBezTo>
                    <a:cubicBezTo>
                      <a:pt x="1027" y="643"/>
                      <a:pt x="1027" y="774"/>
                      <a:pt x="1027" y="905"/>
                    </a:cubicBezTo>
                    <a:cubicBezTo>
                      <a:pt x="1027" y="1010"/>
                      <a:pt x="1006" y="1120"/>
                      <a:pt x="1006" y="1141"/>
                    </a:cubicBezTo>
                    <a:cubicBezTo>
                      <a:pt x="1006" y="1167"/>
                      <a:pt x="938" y="1230"/>
                      <a:pt x="875" y="1272"/>
                    </a:cubicBezTo>
                    <a:cubicBezTo>
                      <a:pt x="807" y="1340"/>
                      <a:pt x="744" y="1382"/>
                      <a:pt x="723" y="1382"/>
                    </a:cubicBezTo>
                    <a:cubicBezTo>
                      <a:pt x="676" y="1382"/>
                      <a:pt x="566" y="1361"/>
                      <a:pt x="461" y="1340"/>
                    </a:cubicBezTo>
                    <a:cubicBezTo>
                      <a:pt x="393" y="1340"/>
                      <a:pt x="351" y="1319"/>
                      <a:pt x="304" y="1319"/>
                    </a:cubicBezTo>
                    <a:cubicBezTo>
                      <a:pt x="262" y="1298"/>
                      <a:pt x="241" y="1298"/>
                      <a:pt x="241" y="1272"/>
                    </a:cubicBezTo>
                    <a:cubicBezTo>
                      <a:pt x="241" y="1272"/>
                      <a:pt x="220" y="1272"/>
                      <a:pt x="199" y="1251"/>
                    </a:cubicBezTo>
                    <a:cubicBezTo>
                      <a:pt x="199" y="1209"/>
                      <a:pt x="173" y="1188"/>
                      <a:pt x="173" y="1141"/>
                    </a:cubicBezTo>
                    <a:cubicBezTo>
                      <a:pt x="152" y="1057"/>
                      <a:pt x="131" y="926"/>
                      <a:pt x="110" y="816"/>
                    </a:cubicBezTo>
                    <a:lnTo>
                      <a:pt x="110" y="643"/>
                    </a:lnTo>
                    <a:lnTo>
                      <a:pt x="110" y="382"/>
                    </a:lnTo>
                    <a:cubicBezTo>
                      <a:pt x="131" y="355"/>
                      <a:pt x="152" y="293"/>
                      <a:pt x="220" y="225"/>
                    </a:cubicBezTo>
                    <a:cubicBezTo>
                      <a:pt x="241" y="204"/>
                      <a:pt x="262" y="183"/>
                      <a:pt x="283" y="162"/>
                    </a:cubicBezTo>
                    <a:cubicBezTo>
                      <a:pt x="304" y="141"/>
                      <a:pt x="304" y="120"/>
                      <a:pt x="330" y="120"/>
                    </a:cubicBezTo>
                    <a:lnTo>
                      <a:pt x="414" y="120"/>
                    </a:lnTo>
                    <a:cubicBezTo>
                      <a:pt x="461" y="120"/>
                      <a:pt x="524" y="94"/>
                      <a:pt x="613" y="94"/>
                    </a:cubicBezTo>
                    <a:close/>
                    <a:moveTo>
                      <a:pt x="747" y="0"/>
                    </a:moveTo>
                    <a:cubicBezTo>
                      <a:pt x="703" y="0"/>
                      <a:pt x="657" y="3"/>
                      <a:pt x="613" y="10"/>
                    </a:cubicBezTo>
                    <a:lnTo>
                      <a:pt x="330" y="10"/>
                    </a:lnTo>
                    <a:cubicBezTo>
                      <a:pt x="304" y="10"/>
                      <a:pt x="283" y="10"/>
                      <a:pt x="283" y="31"/>
                    </a:cubicBezTo>
                    <a:cubicBezTo>
                      <a:pt x="241" y="31"/>
                      <a:pt x="220" y="52"/>
                      <a:pt x="199" y="73"/>
                    </a:cubicBezTo>
                    <a:cubicBezTo>
                      <a:pt x="173" y="94"/>
                      <a:pt x="152" y="120"/>
                      <a:pt x="131" y="162"/>
                    </a:cubicBezTo>
                    <a:cubicBezTo>
                      <a:pt x="68" y="225"/>
                      <a:pt x="21" y="293"/>
                      <a:pt x="0" y="355"/>
                    </a:cubicBezTo>
                    <a:lnTo>
                      <a:pt x="0" y="643"/>
                    </a:lnTo>
                    <a:lnTo>
                      <a:pt x="0" y="837"/>
                    </a:lnTo>
                    <a:cubicBezTo>
                      <a:pt x="21" y="947"/>
                      <a:pt x="42" y="1057"/>
                      <a:pt x="68" y="1167"/>
                    </a:cubicBezTo>
                    <a:cubicBezTo>
                      <a:pt x="89" y="1209"/>
                      <a:pt x="89" y="1251"/>
                      <a:pt x="110" y="1298"/>
                    </a:cubicBezTo>
                    <a:cubicBezTo>
                      <a:pt x="131" y="1319"/>
                      <a:pt x="131" y="1361"/>
                      <a:pt x="173" y="1382"/>
                    </a:cubicBezTo>
                    <a:cubicBezTo>
                      <a:pt x="199" y="1382"/>
                      <a:pt x="241" y="1403"/>
                      <a:pt x="283" y="1403"/>
                    </a:cubicBezTo>
                    <a:cubicBezTo>
                      <a:pt x="330" y="1429"/>
                      <a:pt x="372" y="1450"/>
                      <a:pt x="435" y="1450"/>
                    </a:cubicBezTo>
                    <a:cubicBezTo>
                      <a:pt x="545" y="1471"/>
                      <a:pt x="655" y="1492"/>
                      <a:pt x="723" y="1492"/>
                    </a:cubicBezTo>
                    <a:cubicBezTo>
                      <a:pt x="807" y="1471"/>
                      <a:pt x="875" y="1429"/>
                      <a:pt x="938" y="1361"/>
                    </a:cubicBezTo>
                    <a:cubicBezTo>
                      <a:pt x="1027" y="1298"/>
                      <a:pt x="1069" y="1230"/>
                      <a:pt x="1116" y="1167"/>
                    </a:cubicBezTo>
                    <a:cubicBezTo>
                      <a:pt x="1137" y="1120"/>
                      <a:pt x="1137" y="1010"/>
                      <a:pt x="1137" y="905"/>
                    </a:cubicBezTo>
                    <a:cubicBezTo>
                      <a:pt x="1137" y="774"/>
                      <a:pt x="1137" y="643"/>
                      <a:pt x="1158" y="513"/>
                    </a:cubicBezTo>
                    <a:cubicBezTo>
                      <a:pt x="1158" y="382"/>
                      <a:pt x="1137" y="272"/>
                      <a:pt x="1116" y="183"/>
                    </a:cubicBezTo>
                    <a:cubicBezTo>
                      <a:pt x="1089" y="94"/>
                      <a:pt x="1027" y="31"/>
                      <a:pt x="959" y="10"/>
                    </a:cubicBezTo>
                    <a:cubicBezTo>
                      <a:pt x="917" y="10"/>
                      <a:pt x="835" y="0"/>
                      <a:pt x="7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6" name="Google Shape;1346;p38"/>
              <p:cNvSpPr/>
              <p:nvPr/>
            </p:nvSpPr>
            <p:spPr>
              <a:xfrm>
                <a:off x="2384770" y="963042"/>
                <a:ext cx="41221" cy="68336"/>
              </a:xfrm>
              <a:custGeom>
                <a:avLst/>
                <a:gdLst/>
                <a:ahLst/>
                <a:cxnLst/>
                <a:rect l="l" t="t" r="r" b="b"/>
                <a:pathLst>
                  <a:path w="263" h="436" extrusionOk="0">
                    <a:moveTo>
                      <a:pt x="132" y="0"/>
                    </a:moveTo>
                    <a:cubicBezTo>
                      <a:pt x="69" y="0"/>
                      <a:pt x="1" y="89"/>
                      <a:pt x="1" y="220"/>
                    </a:cubicBezTo>
                    <a:cubicBezTo>
                      <a:pt x="1" y="325"/>
                      <a:pt x="69" y="435"/>
                      <a:pt x="132" y="435"/>
                    </a:cubicBezTo>
                    <a:cubicBezTo>
                      <a:pt x="200" y="435"/>
                      <a:pt x="263" y="325"/>
                      <a:pt x="263" y="220"/>
                    </a:cubicBezTo>
                    <a:cubicBezTo>
                      <a:pt x="263" y="89"/>
                      <a:pt x="200" y="0"/>
                      <a:pt x="13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7" name="Google Shape;1347;p38"/>
              <p:cNvSpPr/>
              <p:nvPr/>
            </p:nvSpPr>
            <p:spPr>
              <a:xfrm>
                <a:off x="2658116" y="963042"/>
                <a:ext cx="37930" cy="68336"/>
              </a:xfrm>
              <a:custGeom>
                <a:avLst/>
                <a:gdLst/>
                <a:ahLst/>
                <a:cxnLst/>
                <a:rect l="l" t="t" r="r" b="b"/>
                <a:pathLst>
                  <a:path w="242" h="436" extrusionOk="0">
                    <a:moveTo>
                      <a:pt x="111" y="0"/>
                    </a:moveTo>
                    <a:cubicBezTo>
                      <a:pt x="48" y="0"/>
                      <a:pt x="1" y="89"/>
                      <a:pt x="1" y="220"/>
                    </a:cubicBezTo>
                    <a:cubicBezTo>
                      <a:pt x="1" y="325"/>
                      <a:pt x="48" y="435"/>
                      <a:pt x="111" y="435"/>
                    </a:cubicBezTo>
                    <a:cubicBezTo>
                      <a:pt x="179" y="435"/>
                      <a:pt x="242" y="325"/>
                      <a:pt x="242" y="220"/>
                    </a:cubicBezTo>
                    <a:cubicBezTo>
                      <a:pt x="242" y="89"/>
                      <a:pt x="179" y="0"/>
                      <a:pt x="11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8" name="Google Shape;1348;p38"/>
              <p:cNvSpPr/>
              <p:nvPr/>
            </p:nvSpPr>
            <p:spPr>
              <a:xfrm>
                <a:off x="2542445" y="980283"/>
                <a:ext cx="65045" cy="97019"/>
              </a:xfrm>
              <a:custGeom>
                <a:avLst/>
                <a:gdLst/>
                <a:ahLst/>
                <a:cxnLst/>
                <a:rect l="l" t="t" r="r" b="b"/>
                <a:pathLst>
                  <a:path w="415" h="619" extrusionOk="0">
                    <a:moveTo>
                      <a:pt x="42" y="0"/>
                    </a:moveTo>
                    <a:cubicBezTo>
                      <a:pt x="21" y="21"/>
                      <a:pt x="0" y="42"/>
                      <a:pt x="0" y="63"/>
                    </a:cubicBezTo>
                    <a:cubicBezTo>
                      <a:pt x="21" y="131"/>
                      <a:pt x="63" y="173"/>
                      <a:pt x="110" y="215"/>
                    </a:cubicBezTo>
                    <a:cubicBezTo>
                      <a:pt x="152" y="241"/>
                      <a:pt x="194" y="241"/>
                      <a:pt x="262" y="262"/>
                    </a:cubicBezTo>
                    <a:cubicBezTo>
                      <a:pt x="283" y="262"/>
                      <a:pt x="304" y="304"/>
                      <a:pt x="325" y="325"/>
                    </a:cubicBezTo>
                    <a:cubicBezTo>
                      <a:pt x="325" y="372"/>
                      <a:pt x="325" y="435"/>
                      <a:pt x="304" y="456"/>
                    </a:cubicBezTo>
                    <a:cubicBezTo>
                      <a:pt x="304" y="477"/>
                      <a:pt x="283" y="503"/>
                      <a:pt x="241" y="524"/>
                    </a:cubicBezTo>
                    <a:lnTo>
                      <a:pt x="173" y="524"/>
                    </a:lnTo>
                    <a:cubicBezTo>
                      <a:pt x="152" y="524"/>
                      <a:pt x="131" y="545"/>
                      <a:pt x="131" y="587"/>
                    </a:cubicBezTo>
                    <a:cubicBezTo>
                      <a:pt x="131" y="602"/>
                      <a:pt x="142" y="619"/>
                      <a:pt x="162" y="619"/>
                    </a:cubicBezTo>
                    <a:cubicBezTo>
                      <a:pt x="171" y="619"/>
                      <a:pt x="182" y="616"/>
                      <a:pt x="194" y="608"/>
                    </a:cubicBezTo>
                    <a:lnTo>
                      <a:pt x="283" y="608"/>
                    </a:lnTo>
                    <a:cubicBezTo>
                      <a:pt x="325" y="587"/>
                      <a:pt x="372" y="545"/>
                      <a:pt x="393" y="477"/>
                    </a:cubicBezTo>
                    <a:cubicBezTo>
                      <a:pt x="414" y="435"/>
                      <a:pt x="414" y="372"/>
                      <a:pt x="414" y="304"/>
                    </a:cubicBezTo>
                    <a:cubicBezTo>
                      <a:pt x="393" y="262"/>
                      <a:pt x="346" y="194"/>
                      <a:pt x="283" y="173"/>
                    </a:cubicBezTo>
                    <a:cubicBezTo>
                      <a:pt x="215" y="152"/>
                      <a:pt x="173" y="152"/>
                      <a:pt x="152" y="131"/>
                    </a:cubicBezTo>
                    <a:cubicBezTo>
                      <a:pt x="131" y="110"/>
                      <a:pt x="110" y="84"/>
                      <a:pt x="84" y="42"/>
                    </a:cubicBezTo>
                    <a:cubicBezTo>
                      <a:pt x="84" y="21"/>
                      <a:pt x="63" y="0"/>
                      <a:pt x="4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49" name="Google Shape;1349;p38"/>
              <p:cNvSpPr/>
              <p:nvPr/>
            </p:nvSpPr>
            <p:spPr>
              <a:xfrm>
                <a:off x="2463608" y="1145324"/>
                <a:ext cx="129933" cy="62224"/>
              </a:xfrm>
              <a:custGeom>
                <a:avLst/>
                <a:gdLst/>
                <a:ahLst/>
                <a:cxnLst/>
                <a:rect l="l" t="t" r="r" b="b"/>
                <a:pathLst>
                  <a:path w="829" h="397" extrusionOk="0">
                    <a:moveTo>
                      <a:pt x="54" y="0"/>
                    </a:moveTo>
                    <a:cubicBezTo>
                      <a:pt x="43" y="0"/>
                      <a:pt x="32" y="5"/>
                      <a:pt x="22" y="16"/>
                    </a:cubicBezTo>
                    <a:cubicBezTo>
                      <a:pt x="1" y="37"/>
                      <a:pt x="1" y="58"/>
                      <a:pt x="1" y="79"/>
                    </a:cubicBezTo>
                    <a:cubicBezTo>
                      <a:pt x="1" y="79"/>
                      <a:pt x="153" y="278"/>
                      <a:pt x="414" y="340"/>
                    </a:cubicBezTo>
                    <a:cubicBezTo>
                      <a:pt x="524" y="388"/>
                      <a:pt x="613" y="388"/>
                      <a:pt x="676" y="388"/>
                    </a:cubicBezTo>
                    <a:cubicBezTo>
                      <a:pt x="699" y="395"/>
                      <a:pt x="719" y="397"/>
                      <a:pt x="735" y="397"/>
                    </a:cubicBezTo>
                    <a:cubicBezTo>
                      <a:pt x="768" y="397"/>
                      <a:pt x="786" y="388"/>
                      <a:pt x="786" y="388"/>
                    </a:cubicBezTo>
                    <a:cubicBezTo>
                      <a:pt x="807" y="388"/>
                      <a:pt x="828" y="367"/>
                      <a:pt x="828" y="340"/>
                    </a:cubicBezTo>
                    <a:cubicBezTo>
                      <a:pt x="828" y="310"/>
                      <a:pt x="806" y="290"/>
                      <a:pt x="785" y="290"/>
                    </a:cubicBezTo>
                    <a:cubicBezTo>
                      <a:pt x="778" y="290"/>
                      <a:pt x="771" y="293"/>
                      <a:pt x="765" y="299"/>
                    </a:cubicBezTo>
                    <a:lnTo>
                      <a:pt x="676" y="299"/>
                    </a:lnTo>
                    <a:cubicBezTo>
                      <a:pt x="634" y="278"/>
                      <a:pt x="545" y="278"/>
                      <a:pt x="435" y="236"/>
                    </a:cubicBezTo>
                    <a:cubicBezTo>
                      <a:pt x="221" y="189"/>
                      <a:pt x="90" y="16"/>
                      <a:pt x="90" y="16"/>
                    </a:cubicBezTo>
                    <a:cubicBezTo>
                      <a:pt x="77" y="5"/>
                      <a:pt x="65" y="0"/>
                      <a:pt x="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0" name="Google Shape;1350;p38"/>
              <p:cNvSpPr/>
              <p:nvPr/>
            </p:nvSpPr>
            <p:spPr>
              <a:xfrm>
                <a:off x="2521913" y="918216"/>
                <a:ext cx="85577" cy="38400"/>
              </a:xfrm>
              <a:custGeom>
                <a:avLst/>
                <a:gdLst/>
                <a:ahLst/>
                <a:cxnLst/>
                <a:rect l="l" t="t" r="r" b="b"/>
                <a:pathLst>
                  <a:path w="546" h="245" extrusionOk="0">
                    <a:moveTo>
                      <a:pt x="353" y="0"/>
                    </a:moveTo>
                    <a:cubicBezTo>
                      <a:pt x="337" y="0"/>
                      <a:pt x="321" y="1"/>
                      <a:pt x="304" y="4"/>
                    </a:cubicBezTo>
                    <a:cubicBezTo>
                      <a:pt x="152" y="25"/>
                      <a:pt x="1" y="114"/>
                      <a:pt x="1" y="114"/>
                    </a:cubicBezTo>
                    <a:lnTo>
                      <a:pt x="21" y="245"/>
                    </a:lnTo>
                    <a:cubicBezTo>
                      <a:pt x="21" y="245"/>
                      <a:pt x="241" y="114"/>
                      <a:pt x="346" y="114"/>
                    </a:cubicBezTo>
                    <a:cubicBezTo>
                      <a:pt x="360" y="110"/>
                      <a:pt x="374" y="109"/>
                      <a:pt x="387" y="109"/>
                    </a:cubicBezTo>
                    <a:cubicBezTo>
                      <a:pt x="477" y="109"/>
                      <a:pt x="545" y="176"/>
                      <a:pt x="545" y="176"/>
                    </a:cubicBezTo>
                    <a:lnTo>
                      <a:pt x="545" y="66"/>
                    </a:lnTo>
                    <a:cubicBezTo>
                      <a:pt x="545" y="66"/>
                      <a:pt x="475" y="0"/>
                      <a:pt x="35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1" name="Google Shape;1351;p38"/>
              <p:cNvSpPr/>
              <p:nvPr/>
            </p:nvSpPr>
            <p:spPr>
              <a:xfrm>
                <a:off x="2329913" y="831072"/>
                <a:ext cx="127269" cy="62381"/>
              </a:xfrm>
              <a:custGeom>
                <a:avLst/>
                <a:gdLst/>
                <a:ahLst/>
                <a:cxnLst/>
                <a:rect l="l" t="t" r="r" b="b"/>
                <a:pathLst>
                  <a:path w="812" h="398" extrusionOk="0">
                    <a:moveTo>
                      <a:pt x="518" y="0"/>
                    </a:moveTo>
                    <a:cubicBezTo>
                      <a:pt x="376" y="0"/>
                      <a:pt x="209" y="23"/>
                      <a:pt x="157" y="36"/>
                    </a:cubicBezTo>
                    <a:cubicBezTo>
                      <a:pt x="68" y="36"/>
                      <a:pt x="0" y="57"/>
                      <a:pt x="26" y="120"/>
                    </a:cubicBezTo>
                    <a:cubicBezTo>
                      <a:pt x="47" y="251"/>
                      <a:pt x="26" y="361"/>
                      <a:pt x="89" y="382"/>
                    </a:cubicBezTo>
                    <a:cubicBezTo>
                      <a:pt x="148" y="382"/>
                      <a:pt x="275" y="372"/>
                      <a:pt x="404" y="372"/>
                    </a:cubicBezTo>
                    <a:cubicBezTo>
                      <a:pt x="469" y="372"/>
                      <a:pt x="534" y="375"/>
                      <a:pt x="592" y="382"/>
                    </a:cubicBezTo>
                    <a:cubicBezTo>
                      <a:pt x="627" y="393"/>
                      <a:pt x="658" y="397"/>
                      <a:pt x="685" y="397"/>
                    </a:cubicBezTo>
                    <a:cubicBezTo>
                      <a:pt x="772" y="397"/>
                      <a:pt x="812" y="346"/>
                      <a:pt x="812" y="298"/>
                    </a:cubicBezTo>
                    <a:cubicBezTo>
                      <a:pt x="812" y="230"/>
                      <a:pt x="812" y="78"/>
                      <a:pt x="723" y="36"/>
                    </a:cubicBezTo>
                    <a:cubicBezTo>
                      <a:pt x="688" y="10"/>
                      <a:pt x="608" y="0"/>
                      <a:pt x="518" y="0"/>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2" name="Google Shape;1352;p38"/>
              <p:cNvSpPr/>
              <p:nvPr/>
            </p:nvSpPr>
            <p:spPr>
              <a:xfrm>
                <a:off x="2323330" y="822608"/>
                <a:ext cx="140435" cy="78994"/>
              </a:xfrm>
              <a:custGeom>
                <a:avLst/>
                <a:gdLst/>
                <a:ahLst/>
                <a:cxnLst/>
                <a:rect l="l" t="t" r="r" b="b"/>
                <a:pathLst>
                  <a:path w="896" h="504" extrusionOk="0">
                    <a:moveTo>
                      <a:pt x="655" y="111"/>
                    </a:moveTo>
                    <a:cubicBezTo>
                      <a:pt x="697" y="111"/>
                      <a:pt x="744" y="132"/>
                      <a:pt x="744" y="132"/>
                    </a:cubicBezTo>
                    <a:cubicBezTo>
                      <a:pt x="765" y="153"/>
                      <a:pt x="786" y="174"/>
                      <a:pt x="786" y="221"/>
                    </a:cubicBezTo>
                    <a:cubicBezTo>
                      <a:pt x="807" y="284"/>
                      <a:pt x="807" y="331"/>
                      <a:pt x="807" y="352"/>
                    </a:cubicBezTo>
                    <a:cubicBezTo>
                      <a:pt x="786" y="373"/>
                      <a:pt x="786" y="373"/>
                      <a:pt x="786" y="394"/>
                    </a:cubicBezTo>
                    <a:cubicBezTo>
                      <a:pt x="772" y="394"/>
                      <a:pt x="748" y="403"/>
                      <a:pt x="708" y="403"/>
                    </a:cubicBezTo>
                    <a:cubicBezTo>
                      <a:pt x="688" y="403"/>
                      <a:pt x="664" y="401"/>
                      <a:pt x="634" y="394"/>
                    </a:cubicBezTo>
                    <a:cubicBezTo>
                      <a:pt x="545" y="373"/>
                      <a:pt x="435" y="373"/>
                      <a:pt x="351" y="373"/>
                    </a:cubicBezTo>
                    <a:lnTo>
                      <a:pt x="131" y="373"/>
                    </a:lnTo>
                    <a:lnTo>
                      <a:pt x="131" y="352"/>
                    </a:lnTo>
                    <a:cubicBezTo>
                      <a:pt x="131" y="305"/>
                      <a:pt x="131" y="242"/>
                      <a:pt x="110" y="174"/>
                    </a:cubicBezTo>
                    <a:lnTo>
                      <a:pt x="110" y="153"/>
                    </a:lnTo>
                    <a:cubicBezTo>
                      <a:pt x="110" y="153"/>
                      <a:pt x="152" y="132"/>
                      <a:pt x="199" y="132"/>
                    </a:cubicBezTo>
                    <a:cubicBezTo>
                      <a:pt x="241" y="132"/>
                      <a:pt x="351" y="111"/>
                      <a:pt x="482" y="111"/>
                    </a:cubicBezTo>
                    <a:close/>
                    <a:moveTo>
                      <a:pt x="482" y="1"/>
                    </a:moveTo>
                    <a:cubicBezTo>
                      <a:pt x="351" y="1"/>
                      <a:pt x="220" y="22"/>
                      <a:pt x="173" y="22"/>
                    </a:cubicBezTo>
                    <a:cubicBezTo>
                      <a:pt x="131" y="43"/>
                      <a:pt x="110" y="43"/>
                      <a:pt x="68" y="69"/>
                    </a:cubicBezTo>
                    <a:cubicBezTo>
                      <a:pt x="42" y="69"/>
                      <a:pt x="21" y="90"/>
                      <a:pt x="21" y="111"/>
                    </a:cubicBezTo>
                    <a:cubicBezTo>
                      <a:pt x="0" y="132"/>
                      <a:pt x="0" y="153"/>
                      <a:pt x="0" y="174"/>
                    </a:cubicBezTo>
                    <a:cubicBezTo>
                      <a:pt x="21" y="242"/>
                      <a:pt x="21" y="305"/>
                      <a:pt x="21" y="352"/>
                    </a:cubicBezTo>
                    <a:cubicBezTo>
                      <a:pt x="21" y="394"/>
                      <a:pt x="42" y="415"/>
                      <a:pt x="42" y="436"/>
                    </a:cubicBezTo>
                    <a:cubicBezTo>
                      <a:pt x="68" y="462"/>
                      <a:pt x="89" y="483"/>
                      <a:pt x="131" y="483"/>
                    </a:cubicBezTo>
                    <a:lnTo>
                      <a:pt x="351" y="483"/>
                    </a:lnTo>
                    <a:cubicBezTo>
                      <a:pt x="435" y="483"/>
                      <a:pt x="545" y="483"/>
                      <a:pt x="613" y="504"/>
                    </a:cubicBezTo>
                    <a:cubicBezTo>
                      <a:pt x="697" y="504"/>
                      <a:pt x="765" y="504"/>
                      <a:pt x="828" y="483"/>
                    </a:cubicBezTo>
                    <a:cubicBezTo>
                      <a:pt x="875" y="462"/>
                      <a:pt x="896" y="415"/>
                      <a:pt x="896" y="373"/>
                    </a:cubicBezTo>
                    <a:lnTo>
                      <a:pt x="896" y="221"/>
                    </a:lnTo>
                    <a:cubicBezTo>
                      <a:pt x="875" y="153"/>
                      <a:pt x="854" y="90"/>
                      <a:pt x="807" y="43"/>
                    </a:cubicBezTo>
                    <a:cubicBezTo>
                      <a:pt x="765" y="22"/>
                      <a:pt x="723" y="1"/>
                      <a:pt x="65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3" name="Google Shape;1353;p38"/>
              <p:cNvSpPr/>
              <p:nvPr/>
            </p:nvSpPr>
            <p:spPr>
              <a:xfrm>
                <a:off x="2617208" y="837811"/>
                <a:ext cx="113319" cy="61283"/>
              </a:xfrm>
              <a:custGeom>
                <a:avLst/>
                <a:gdLst/>
                <a:ahLst/>
                <a:cxnLst/>
                <a:rect l="l" t="t" r="r" b="b"/>
                <a:pathLst>
                  <a:path w="723" h="391" extrusionOk="0">
                    <a:moveTo>
                      <a:pt x="379" y="1"/>
                    </a:moveTo>
                    <a:cubicBezTo>
                      <a:pt x="213" y="1"/>
                      <a:pt x="21" y="58"/>
                      <a:pt x="0" y="145"/>
                    </a:cubicBezTo>
                    <a:cubicBezTo>
                      <a:pt x="26" y="276"/>
                      <a:pt x="47" y="386"/>
                      <a:pt x="178" y="386"/>
                    </a:cubicBezTo>
                    <a:cubicBezTo>
                      <a:pt x="255" y="373"/>
                      <a:pt x="346" y="359"/>
                      <a:pt x="427" y="359"/>
                    </a:cubicBezTo>
                    <a:cubicBezTo>
                      <a:pt x="483" y="359"/>
                      <a:pt x="534" y="366"/>
                      <a:pt x="571" y="386"/>
                    </a:cubicBezTo>
                    <a:cubicBezTo>
                      <a:pt x="585" y="389"/>
                      <a:pt x="597" y="391"/>
                      <a:pt x="608" y="391"/>
                    </a:cubicBezTo>
                    <a:cubicBezTo>
                      <a:pt x="663" y="391"/>
                      <a:pt x="684" y="347"/>
                      <a:pt x="702" y="255"/>
                    </a:cubicBezTo>
                    <a:cubicBezTo>
                      <a:pt x="723" y="124"/>
                      <a:pt x="681" y="56"/>
                      <a:pt x="503" y="14"/>
                    </a:cubicBezTo>
                    <a:cubicBezTo>
                      <a:pt x="466" y="5"/>
                      <a:pt x="423" y="1"/>
                      <a:pt x="379" y="1"/>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4" name="Google Shape;1354;p38"/>
              <p:cNvSpPr/>
              <p:nvPr/>
            </p:nvSpPr>
            <p:spPr>
              <a:xfrm>
                <a:off x="2610625" y="827153"/>
                <a:ext cx="126485" cy="77741"/>
              </a:xfrm>
              <a:custGeom>
                <a:avLst/>
                <a:gdLst/>
                <a:ahLst/>
                <a:cxnLst/>
                <a:rect l="l" t="t" r="r" b="b"/>
                <a:pathLst>
                  <a:path w="807" h="496" extrusionOk="0">
                    <a:moveTo>
                      <a:pt x="400" y="108"/>
                    </a:moveTo>
                    <a:cubicBezTo>
                      <a:pt x="449" y="108"/>
                      <a:pt x="492" y="113"/>
                      <a:pt x="524" y="124"/>
                    </a:cubicBezTo>
                    <a:cubicBezTo>
                      <a:pt x="613" y="145"/>
                      <a:pt x="655" y="171"/>
                      <a:pt x="676" y="192"/>
                    </a:cubicBezTo>
                    <a:cubicBezTo>
                      <a:pt x="697" y="234"/>
                      <a:pt x="697" y="255"/>
                      <a:pt x="697" y="302"/>
                    </a:cubicBezTo>
                    <a:cubicBezTo>
                      <a:pt x="697" y="365"/>
                      <a:pt x="676" y="386"/>
                      <a:pt x="676" y="386"/>
                    </a:cubicBezTo>
                    <a:lnTo>
                      <a:pt x="634" y="386"/>
                    </a:lnTo>
                    <a:cubicBezTo>
                      <a:pt x="597" y="379"/>
                      <a:pt x="551" y="376"/>
                      <a:pt x="501" y="376"/>
                    </a:cubicBezTo>
                    <a:cubicBezTo>
                      <a:pt x="402" y="376"/>
                      <a:pt x="286" y="386"/>
                      <a:pt x="199" y="386"/>
                    </a:cubicBezTo>
                    <a:lnTo>
                      <a:pt x="152" y="386"/>
                    </a:lnTo>
                    <a:cubicBezTo>
                      <a:pt x="152" y="386"/>
                      <a:pt x="152" y="365"/>
                      <a:pt x="131" y="365"/>
                    </a:cubicBezTo>
                    <a:cubicBezTo>
                      <a:pt x="131" y="323"/>
                      <a:pt x="110" y="276"/>
                      <a:pt x="110" y="213"/>
                    </a:cubicBezTo>
                    <a:cubicBezTo>
                      <a:pt x="110" y="213"/>
                      <a:pt x="110" y="192"/>
                      <a:pt x="131" y="171"/>
                    </a:cubicBezTo>
                    <a:cubicBezTo>
                      <a:pt x="173" y="171"/>
                      <a:pt x="199" y="145"/>
                      <a:pt x="241" y="124"/>
                    </a:cubicBezTo>
                    <a:cubicBezTo>
                      <a:pt x="296" y="113"/>
                      <a:pt x="351" y="108"/>
                      <a:pt x="400" y="108"/>
                    </a:cubicBezTo>
                    <a:close/>
                    <a:moveTo>
                      <a:pt x="426" y="0"/>
                    </a:moveTo>
                    <a:cubicBezTo>
                      <a:pt x="360" y="0"/>
                      <a:pt x="286" y="12"/>
                      <a:pt x="220" y="40"/>
                    </a:cubicBezTo>
                    <a:cubicBezTo>
                      <a:pt x="173" y="40"/>
                      <a:pt x="131" y="61"/>
                      <a:pt x="89" y="82"/>
                    </a:cubicBezTo>
                    <a:cubicBezTo>
                      <a:pt x="42" y="124"/>
                      <a:pt x="0" y="145"/>
                      <a:pt x="0" y="192"/>
                    </a:cubicBezTo>
                    <a:lnTo>
                      <a:pt x="0" y="213"/>
                    </a:lnTo>
                    <a:cubicBezTo>
                      <a:pt x="0" y="276"/>
                      <a:pt x="21" y="344"/>
                      <a:pt x="42" y="407"/>
                    </a:cubicBezTo>
                    <a:cubicBezTo>
                      <a:pt x="68" y="433"/>
                      <a:pt x="68" y="454"/>
                      <a:pt x="110" y="475"/>
                    </a:cubicBezTo>
                    <a:cubicBezTo>
                      <a:pt x="131" y="496"/>
                      <a:pt x="173" y="496"/>
                      <a:pt x="220" y="496"/>
                    </a:cubicBezTo>
                    <a:cubicBezTo>
                      <a:pt x="286" y="485"/>
                      <a:pt x="361" y="480"/>
                      <a:pt x="430" y="480"/>
                    </a:cubicBezTo>
                    <a:cubicBezTo>
                      <a:pt x="498" y="480"/>
                      <a:pt x="558" y="485"/>
                      <a:pt x="592" y="496"/>
                    </a:cubicBezTo>
                    <a:lnTo>
                      <a:pt x="676" y="496"/>
                    </a:lnTo>
                    <a:cubicBezTo>
                      <a:pt x="697" y="496"/>
                      <a:pt x="723" y="496"/>
                      <a:pt x="744" y="475"/>
                    </a:cubicBezTo>
                    <a:cubicBezTo>
                      <a:pt x="786" y="433"/>
                      <a:pt x="786" y="386"/>
                      <a:pt x="807" y="323"/>
                    </a:cubicBezTo>
                    <a:cubicBezTo>
                      <a:pt x="807" y="255"/>
                      <a:pt x="807" y="192"/>
                      <a:pt x="765" y="124"/>
                    </a:cubicBezTo>
                    <a:cubicBezTo>
                      <a:pt x="723" y="82"/>
                      <a:pt x="655" y="40"/>
                      <a:pt x="545" y="14"/>
                    </a:cubicBezTo>
                    <a:cubicBezTo>
                      <a:pt x="511" y="5"/>
                      <a:pt x="470" y="0"/>
                      <a:pt x="42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5" name="Google Shape;1355;p38"/>
              <p:cNvSpPr/>
              <p:nvPr/>
            </p:nvSpPr>
            <p:spPr>
              <a:xfrm>
                <a:off x="2039327" y="440646"/>
                <a:ext cx="520517" cy="416602"/>
              </a:xfrm>
              <a:custGeom>
                <a:avLst/>
                <a:gdLst/>
                <a:ahLst/>
                <a:cxnLst/>
                <a:rect l="l" t="t" r="r" b="b"/>
                <a:pathLst>
                  <a:path w="3321" h="2658" extrusionOk="0">
                    <a:moveTo>
                      <a:pt x="2156" y="0"/>
                    </a:moveTo>
                    <a:cubicBezTo>
                      <a:pt x="1645" y="0"/>
                      <a:pt x="1010" y="148"/>
                      <a:pt x="571" y="736"/>
                    </a:cubicBezTo>
                    <a:cubicBezTo>
                      <a:pt x="0" y="1521"/>
                      <a:pt x="89" y="2658"/>
                      <a:pt x="89" y="2658"/>
                    </a:cubicBezTo>
                    <a:lnTo>
                      <a:pt x="723" y="2658"/>
                    </a:lnTo>
                    <a:cubicBezTo>
                      <a:pt x="723" y="2658"/>
                      <a:pt x="854" y="2066"/>
                      <a:pt x="854" y="2003"/>
                    </a:cubicBezTo>
                    <a:cubicBezTo>
                      <a:pt x="854" y="1935"/>
                      <a:pt x="1027" y="1218"/>
                      <a:pt x="1158" y="1040"/>
                    </a:cubicBezTo>
                    <a:cubicBezTo>
                      <a:pt x="1268" y="867"/>
                      <a:pt x="1749" y="474"/>
                      <a:pt x="1964" y="385"/>
                    </a:cubicBezTo>
                    <a:cubicBezTo>
                      <a:pt x="2109" y="347"/>
                      <a:pt x="2402" y="340"/>
                      <a:pt x="2614" y="340"/>
                    </a:cubicBezTo>
                    <a:cubicBezTo>
                      <a:pt x="2755" y="340"/>
                      <a:pt x="2860" y="343"/>
                      <a:pt x="2860" y="343"/>
                    </a:cubicBezTo>
                    <a:lnTo>
                      <a:pt x="3320" y="343"/>
                    </a:lnTo>
                    <a:cubicBezTo>
                      <a:pt x="3320" y="343"/>
                      <a:pt x="3163" y="149"/>
                      <a:pt x="2619" y="39"/>
                    </a:cubicBezTo>
                    <a:cubicBezTo>
                      <a:pt x="2487" y="17"/>
                      <a:pt x="2329" y="0"/>
                      <a:pt x="2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6" name="Google Shape;1356;p38"/>
              <p:cNvSpPr/>
              <p:nvPr/>
            </p:nvSpPr>
            <p:spPr>
              <a:xfrm>
                <a:off x="2029453" y="433750"/>
                <a:ext cx="536974" cy="430081"/>
              </a:xfrm>
              <a:custGeom>
                <a:avLst/>
                <a:gdLst/>
                <a:ahLst/>
                <a:cxnLst/>
                <a:rect l="l" t="t" r="r" b="b"/>
                <a:pathLst>
                  <a:path w="3426" h="2744" extrusionOk="0">
                    <a:moveTo>
                      <a:pt x="2174" y="107"/>
                    </a:moveTo>
                    <a:cubicBezTo>
                      <a:pt x="2361" y="107"/>
                      <a:pt x="2538" y="123"/>
                      <a:pt x="2682" y="146"/>
                    </a:cubicBezTo>
                    <a:cubicBezTo>
                      <a:pt x="2944" y="193"/>
                      <a:pt x="3095" y="256"/>
                      <a:pt x="3205" y="324"/>
                    </a:cubicBezTo>
                    <a:lnTo>
                      <a:pt x="3226" y="345"/>
                    </a:lnTo>
                    <a:lnTo>
                      <a:pt x="2923" y="324"/>
                    </a:lnTo>
                    <a:cubicBezTo>
                      <a:pt x="2923" y="324"/>
                      <a:pt x="2771" y="324"/>
                      <a:pt x="2572" y="345"/>
                    </a:cubicBezTo>
                    <a:cubicBezTo>
                      <a:pt x="2378" y="345"/>
                      <a:pt x="2158" y="345"/>
                      <a:pt x="2027" y="387"/>
                    </a:cubicBezTo>
                    <a:cubicBezTo>
                      <a:pt x="1896" y="429"/>
                      <a:pt x="1723" y="539"/>
                      <a:pt x="1551" y="691"/>
                    </a:cubicBezTo>
                    <a:cubicBezTo>
                      <a:pt x="1393" y="822"/>
                      <a:pt x="1242" y="953"/>
                      <a:pt x="1179" y="1063"/>
                    </a:cubicBezTo>
                    <a:cubicBezTo>
                      <a:pt x="1111" y="1173"/>
                      <a:pt x="1027" y="1393"/>
                      <a:pt x="959" y="1586"/>
                    </a:cubicBezTo>
                    <a:cubicBezTo>
                      <a:pt x="938" y="1696"/>
                      <a:pt x="917" y="1806"/>
                      <a:pt x="896" y="1895"/>
                    </a:cubicBezTo>
                    <a:cubicBezTo>
                      <a:pt x="870" y="1916"/>
                      <a:pt x="870" y="1958"/>
                      <a:pt x="870" y="1979"/>
                    </a:cubicBezTo>
                    <a:cubicBezTo>
                      <a:pt x="870" y="2000"/>
                      <a:pt x="849" y="2026"/>
                      <a:pt x="849" y="2047"/>
                    </a:cubicBezTo>
                    <a:lnTo>
                      <a:pt x="849" y="2089"/>
                    </a:lnTo>
                    <a:lnTo>
                      <a:pt x="849" y="2157"/>
                    </a:lnTo>
                    <a:cubicBezTo>
                      <a:pt x="828" y="2220"/>
                      <a:pt x="807" y="2309"/>
                      <a:pt x="807" y="2393"/>
                    </a:cubicBezTo>
                    <a:cubicBezTo>
                      <a:pt x="786" y="2524"/>
                      <a:pt x="765" y="2613"/>
                      <a:pt x="739" y="2655"/>
                    </a:cubicBezTo>
                    <a:lnTo>
                      <a:pt x="215" y="2655"/>
                    </a:lnTo>
                    <a:cubicBezTo>
                      <a:pt x="215" y="2571"/>
                      <a:pt x="152" y="1565"/>
                      <a:pt x="676" y="822"/>
                    </a:cubicBezTo>
                    <a:cubicBezTo>
                      <a:pt x="959" y="429"/>
                      <a:pt x="1331" y="235"/>
                      <a:pt x="1702" y="146"/>
                    </a:cubicBezTo>
                    <a:cubicBezTo>
                      <a:pt x="1858" y="118"/>
                      <a:pt x="2020" y="107"/>
                      <a:pt x="2174" y="107"/>
                    </a:cubicBezTo>
                    <a:close/>
                    <a:moveTo>
                      <a:pt x="2231" y="0"/>
                    </a:moveTo>
                    <a:cubicBezTo>
                      <a:pt x="2050" y="0"/>
                      <a:pt x="1856" y="17"/>
                      <a:pt x="1655" y="62"/>
                    </a:cubicBezTo>
                    <a:cubicBezTo>
                      <a:pt x="1289" y="146"/>
                      <a:pt x="896" y="345"/>
                      <a:pt x="608" y="759"/>
                    </a:cubicBezTo>
                    <a:cubicBezTo>
                      <a:pt x="0" y="1565"/>
                      <a:pt x="110" y="2702"/>
                      <a:pt x="110" y="2702"/>
                    </a:cubicBezTo>
                    <a:lnTo>
                      <a:pt x="152" y="2744"/>
                    </a:lnTo>
                    <a:lnTo>
                      <a:pt x="786" y="2744"/>
                    </a:lnTo>
                    <a:lnTo>
                      <a:pt x="849" y="2702"/>
                    </a:lnTo>
                    <a:cubicBezTo>
                      <a:pt x="849" y="2702"/>
                      <a:pt x="870" y="2571"/>
                      <a:pt x="917" y="2393"/>
                    </a:cubicBezTo>
                    <a:cubicBezTo>
                      <a:pt x="917" y="2330"/>
                      <a:pt x="938" y="2241"/>
                      <a:pt x="938" y="2178"/>
                    </a:cubicBezTo>
                    <a:cubicBezTo>
                      <a:pt x="959" y="2157"/>
                      <a:pt x="959" y="2110"/>
                      <a:pt x="959" y="2089"/>
                    </a:cubicBezTo>
                    <a:lnTo>
                      <a:pt x="959" y="2047"/>
                    </a:lnTo>
                    <a:cubicBezTo>
                      <a:pt x="959" y="2047"/>
                      <a:pt x="959" y="2026"/>
                      <a:pt x="980" y="2000"/>
                    </a:cubicBezTo>
                    <a:cubicBezTo>
                      <a:pt x="980" y="1979"/>
                      <a:pt x="980" y="1958"/>
                      <a:pt x="1001" y="1916"/>
                    </a:cubicBezTo>
                    <a:cubicBezTo>
                      <a:pt x="1001" y="1827"/>
                      <a:pt x="1048" y="1738"/>
                      <a:pt x="1069" y="1634"/>
                    </a:cubicBezTo>
                    <a:cubicBezTo>
                      <a:pt x="1132" y="1414"/>
                      <a:pt x="1221" y="1194"/>
                      <a:pt x="1262" y="1110"/>
                    </a:cubicBezTo>
                    <a:cubicBezTo>
                      <a:pt x="1310" y="1042"/>
                      <a:pt x="1461" y="890"/>
                      <a:pt x="1613" y="759"/>
                    </a:cubicBezTo>
                    <a:cubicBezTo>
                      <a:pt x="1786" y="628"/>
                      <a:pt x="1964" y="518"/>
                      <a:pt x="2048" y="497"/>
                    </a:cubicBezTo>
                    <a:cubicBezTo>
                      <a:pt x="2158" y="455"/>
                      <a:pt x="2378" y="455"/>
                      <a:pt x="2572" y="429"/>
                    </a:cubicBezTo>
                    <a:lnTo>
                      <a:pt x="2923" y="429"/>
                    </a:lnTo>
                    <a:lnTo>
                      <a:pt x="3383" y="455"/>
                    </a:lnTo>
                    <a:lnTo>
                      <a:pt x="3425" y="366"/>
                    </a:lnTo>
                    <a:cubicBezTo>
                      <a:pt x="3425" y="366"/>
                      <a:pt x="3357" y="298"/>
                      <a:pt x="3252" y="235"/>
                    </a:cubicBezTo>
                    <a:cubicBezTo>
                      <a:pt x="3143" y="167"/>
                      <a:pt x="2964" y="83"/>
                      <a:pt x="2703" y="36"/>
                    </a:cubicBezTo>
                    <a:cubicBezTo>
                      <a:pt x="2564" y="16"/>
                      <a:pt x="2404" y="0"/>
                      <a:pt x="22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7" name="Google Shape;1357;p38"/>
              <p:cNvSpPr/>
              <p:nvPr/>
            </p:nvSpPr>
            <p:spPr>
              <a:xfrm>
                <a:off x="2131957" y="473874"/>
                <a:ext cx="448419" cy="383374"/>
              </a:xfrm>
              <a:custGeom>
                <a:avLst/>
                <a:gdLst/>
                <a:ahLst/>
                <a:cxnLst/>
                <a:rect l="l" t="t" r="r" b="b"/>
                <a:pathLst>
                  <a:path w="2861" h="2446" extrusionOk="0">
                    <a:moveTo>
                      <a:pt x="1876" y="0"/>
                    </a:moveTo>
                    <a:cubicBezTo>
                      <a:pt x="1504" y="0"/>
                      <a:pt x="1069" y="89"/>
                      <a:pt x="718" y="414"/>
                    </a:cubicBezTo>
                    <a:cubicBezTo>
                      <a:pt x="1" y="1137"/>
                      <a:pt x="132" y="2446"/>
                      <a:pt x="132" y="2446"/>
                    </a:cubicBezTo>
                    <a:lnTo>
                      <a:pt x="347" y="2247"/>
                    </a:lnTo>
                    <a:cubicBezTo>
                      <a:pt x="347" y="2247"/>
                      <a:pt x="263" y="1179"/>
                      <a:pt x="870" y="566"/>
                    </a:cubicBezTo>
                    <a:cubicBezTo>
                      <a:pt x="1171" y="278"/>
                      <a:pt x="1582" y="204"/>
                      <a:pt x="1922" y="204"/>
                    </a:cubicBezTo>
                    <a:cubicBezTo>
                      <a:pt x="2275" y="204"/>
                      <a:pt x="2551" y="283"/>
                      <a:pt x="2551" y="283"/>
                    </a:cubicBezTo>
                    <a:cubicBezTo>
                      <a:pt x="2551" y="283"/>
                      <a:pt x="2564" y="312"/>
                      <a:pt x="2622" y="312"/>
                    </a:cubicBezTo>
                    <a:cubicBezTo>
                      <a:pt x="2639" y="312"/>
                      <a:pt x="2658" y="310"/>
                      <a:pt x="2682" y="304"/>
                    </a:cubicBezTo>
                    <a:cubicBezTo>
                      <a:pt x="2792" y="283"/>
                      <a:pt x="2860" y="241"/>
                      <a:pt x="2860" y="241"/>
                    </a:cubicBezTo>
                    <a:cubicBezTo>
                      <a:pt x="2860" y="241"/>
                      <a:pt x="2860" y="199"/>
                      <a:pt x="2729" y="131"/>
                    </a:cubicBezTo>
                    <a:lnTo>
                      <a:pt x="2703" y="131"/>
                    </a:lnTo>
                    <a:cubicBezTo>
                      <a:pt x="2640" y="110"/>
                      <a:pt x="2290" y="0"/>
                      <a:pt x="18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8" name="Google Shape;1358;p38"/>
              <p:cNvSpPr/>
              <p:nvPr/>
            </p:nvSpPr>
            <p:spPr>
              <a:xfrm>
                <a:off x="2121299" y="470591"/>
                <a:ext cx="465660" cy="396540"/>
              </a:xfrm>
              <a:custGeom>
                <a:avLst/>
                <a:gdLst/>
                <a:ahLst/>
                <a:cxnLst/>
                <a:rect l="l" t="t" r="r" b="b"/>
                <a:pathLst>
                  <a:path w="2971" h="2530" extrusionOk="0">
                    <a:moveTo>
                      <a:pt x="1944" y="110"/>
                    </a:moveTo>
                    <a:cubicBezTo>
                      <a:pt x="2358" y="110"/>
                      <a:pt x="2687" y="194"/>
                      <a:pt x="2750" y="215"/>
                    </a:cubicBezTo>
                    <a:lnTo>
                      <a:pt x="2771" y="215"/>
                    </a:lnTo>
                    <a:lnTo>
                      <a:pt x="2771" y="241"/>
                    </a:lnTo>
                    <a:cubicBezTo>
                      <a:pt x="2818" y="241"/>
                      <a:pt x="2818" y="262"/>
                      <a:pt x="2818" y="262"/>
                    </a:cubicBezTo>
                    <a:cubicBezTo>
                      <a:pt x="2797" y="283"/>
                      <a:pt x="2797" y="283"/>
                      <a:pt x="2729" y="304"/>
                    </a:cubicBezTo>
                    <a:lnTo>
                      <a:pt x="2666" y="304"/>
                    </a:lnTo>
                    <a:lnTo>
                      <a:pt x="2687" y="325"/>
                    </a:lnTo>
                    <a:lnTo>
                      <a:pt x="2687" y="325"/>
                    </a:lnTo>
                    <a:lnTo>
                      <a:pt x="2640" y="283"/>
                    </a:lnTo>
                    <a:cubicBezTo>
                      <a:pt x="2640" y="283"/>
                      <a:pt x="2357" y="197"/>
                      <a:pt x="1992" y="197"/>
                    </a:cubicBezTo>
                    <a:cubicBezTo>
                      <a:pt x="1642" y="197"/>
                      <a:pt x="1217" y="276"/>
                      <a:pt x="896" y="587"/>
                    </a:cubicBezTo>
                    <a:cubicBezTo>
                      <a:pt x="284" y="1179"/>
                      <a:pt x="352" y="2226"/>
                      <a:pt x="352" y="2268"/>
                    </a:cubicBezTo>
                    <a:lnTo>
                      <a:pt x="263" y="2357"/>
                    </a:lnTo>
                    <a:cubicBezTo>
                      <a:pt x="242" y="2179"/>
                      <a:pt x="200" y="1132"/>
                      <a:pt x="834" y="503"/>
                    </a:cubicBezTo>
                    <a:cubicBezTo>
                      <a:pt x="1158" y="194"/>
                      <a:pt x="1572" y="110"/>
                      <a:pt x="1944" y="110"/>
                    </a:cubicBezTo>
                    <a:close/>
                    <a:moveTo>
                      <a:pt x="1944" y="0"/>
                    </a:moveTo>
                    <a:cubicBezTo>
                      <a:pt x="1551" y="0"/>
                      <a:pt x="1095" y="84"/>
                      <a:pt x="766" y="414"/>
                    </a:cubicBezTo>
                    <a:cubicBezTo>
                      <a:pt x="1" y="1158"/>
                      <a:pt x="153" y="2488"/>
                      <a:pt x="153" y="2488"/>
                    </a:cubicBezTo>
                    <a:lnTo>
                      <a:pt x="242" y="2530"/>
                    </a:lnTo>
                    <a:lnTo>
                      <a:pt x="441" y="2336"/>
                    </a:lnTo>
                    <a:lnTo>
                      <a:pt x="462" y="2289"/>
                    </a:lnTo>
                    <a:cubicBezTo>
                      <a:pt x="462" y="2289"/>
                      <a:pt x="394" y="1221"/>
                      <a:pt x="985" y="655"/>
                    </a:cubicBezTo>
                    <a:cubicBezTo>
                      <a:pt x="1262" y="376"/>
                      <a:pt x="1654" y="302"/>
                      <a:pt x="1982" y="302"/>
                    </a:cubicBezTo>
                    <a:cubicBezTo>
                      <a:pt x="2325" y="302"/>
                      <a:pt x="2598" y="382"/>
                      <a:pt x="2598" y="393"/>
                    </a:cubicBezTo>
                    <a:lnTo>
                      <a:pt x="2619" y="393"/>
                    </a:lnTo>
                    <a:cubicBezTo>
                      <a:pt x="2666" y="414"/>
                      <a:pt x="2687" y="414"/>
                      <a:pt x="2750" y="414"/>
                    </a:cubicBezTo>
                    <a:cubicBezTo>
                      <a:pt x="2881" y="393"/>
                      <a:pt x="2949" y="325"/>
                      <a:pt x="2949" y="325"/>
                    </a:cubicBezTo>
                    <a:lnTo>
                      <a:pt x="2970" y="283"/>
                    </a:lnTo>
                    <a:lnTo>
                      <a:pt x="2970" y="262"/>
                    </a:lnTo>
                    <a:cubicBezTo>
                      <a:pt x="2970" y="241"/>
                      <a:pt x="2949" y="241"/>
                      <a:pt x="2949" y="215"/>
                    </a:cubicBezTo>
                    <a:cubicBezTo>
                      <a:pt x="2928" y="194"/>
                      <a:pt x="2881" y="152"/>
                      <a:pt x="2818" y="131"/>
                    </a:cubicBezTo>
                    <a:lnTo>
                      <a:pt x="2797" y="131"/>
                    </a:lnTo>
                    <a:lnTo>
                      <a:pt x="2771" y="173"/>
                    </a:lnTo>
                    <a:lnTo>
                      <a:pt x="2771" y="131"/>
                    </a:lnTo>
                    <a:cubicBezTo>
                      <a:pt x="2687" y="84"/>
                      <a:pt x="2358" y="0"/>
                      <a:pt x="194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59" name="Google Shape;1359;p38"/>
              <p:cNvSpPr/>
              <p:nvPr/>
            </p:nvSpPr>
            <p:spPr>
              <a:xfrm>
                <a:off x="1971147" y="825899"/>
                <a:ext cx="317859" cy="328517"/>
              </a:xfrm>
              <a:custGeom>
                <a:avLst/>
                <a:gdLst/>
                <a:ahLst/>
                <a:cxnLst/>
                <a:rect l="l" t="t" r="r" b="b"/>
                <a:pathLst>
                  <a:path w="2028" h="2096" extrusionOk="0">
                    <a:moveTo>
                      <a:pt x="587" y="1"/>
                    </a:moveTo>
                    <a:cubicBezTo>
                      <a:pt x="262" y="1"/>
                      <a:pt x="1" y="263"/>
                      <a:pt x="1" y="593"/>
                    </a:cubicBezTo>
                    <a:lnTo>
                      <a:pt x="1" y="1509"/>
                    </a:lnTo>
                    <a:cubicBezTo>
                      <a:pt x="1" y="1834"/>
                      <a:pt x="262" y="2096"/>
                      <a:pt x="587" y="2096"/>
                    </a:cubicBezTo>
                    <a:lnTo>
                      <a:pt x="1462" y="2096"/>
                    </a:lnTo>
                    <a:cubicBezTo>
                      <a:pt x="1765" y="2096"/>
                      <a:pt x="2027" y="1834"/>
                      <a:pt x="2027" y="1509"/>
                    </a:cubicBezTo>
                    <a:lnTo>
                      <a:pt x="2027" y="593"/>
                    </a:lnTo>
                    <a:cubicBezTo>
                      <a:pt x="2027" y="263"/>
                      <a:pt x="1765" y="1"/>
                      <a:pt x="14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0" name="Google Shape;1360;p38"/>
              <p:cNvSpPr/>
              <p:nvPr/>
            </p:nvSpPr>
            <p:spPr>
              <a:xfrm>
                <a:off x="1964565" y="819316"/>
                <a:ext cx="335099" cy="342466"/>
              </a:xfrm>
              <a:custGeom>
                <a:avLst/>
                <a:gdLst/>
                <a:ahLst/>
                <a:cxnLst/>
                <a:rect l="l" t="t" r="r" b="b"/>
                <a:pathLst>
                  <a:path w="2138" h="2185" extrusionOk="0">
                    <a:moveTo>
                      <a:pt x="1504" y="90"/>
                    </a:moveTo>
                    <a:cubicBezTo>
                      <a:pt x="1786" y="90"/>
                      <a:pt x="2027" y="326"/>
                      <a:pt x="2027" y="635"/>
                    </a:cubicBezTo>
                    <a:lnTo>
                      <a:pt x="2027" y="1551"/>
                    </a:lnTo>
                    <a:cubicBezTo>
                      <a:pt x="2027" y="1834"/>
                      <a:pt x="1786" y="2075"/>
                      <a:pt x="1504" y="2075"/>
                    </a:cubicBezTo>
                    <a:lnTo>
                      <a:pt x="629" y="2075"/>
                    </a:lnTo>
                    <a:cubicBezTo>
                      <a:pt x="325" y="2075"/>
                      <a:pt x="105" y="1834"/>
                      <a:pt x="105" y="1551"/>
                    </a:cubicBezTo>
                    <a:lnTo>
                      <a:pt x="105" y="635"/>
                    </a:lnTo>
                    <a:cubicBezTo>
                      <a:pt x="105" y="326"/>
                      <a:pt x="325" y="90"/>
                      <a:pt x="629" y="90"/>
                    </a:cubicBezTo>
                    <a:close/>
                    <a:moveTo>
                      <a:pt x="629" y="1"/>
                    </a:moveTo>
                    <a:cubicBezTo>
                      <a:pt x="283" y="1"/>
                      <a:pt x="1" y="284"/>
                      <a:pt x="1" y="635"/>
                    </a:cubicBezTo>
                    <a:lnTo>
                      <a:pt x="1" y="1551"/>
                    </a:lnTo>
                    <a:cubicBezTo>
                      <a:pt x="1" y="1897"/>
                      <a:pt x="283" y="2185"/>
                      <a:pt x="629" y="2185"/>
                    </a:cubicBezTo>
                    <a:lnTo>
                      <a:pt x="1504" y="2185"/>
                    </a:lnTo>
                    <a:cubicBezTo>
                      <a:pt x="1855" y="2185"/>
                      <a:pt x="2137" y="1897"/>
                      <a:pt x="2137" y="1551"/>
                    </a:cubicBezTo>
                    <a:lnTo>
                      <a:pt x="2137" y="635"/>
                    </a:lnTo>
                    <a:cubicBezTo>
                      <a:pt x="2137" y="284"/>
                      <a:pt x="1855" y="1"/>
                      <a:pt x="150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1" name="Google Shape;1361;p38"/>
              <p:cNvSpPr/>
              <p:nvPr/>
            </p:nvSpPr>
            <p:spPr>
              <a:xfrm>
                <a:off x="1926792" y="825899"/>
                <a:ext cx="317859" cy="328517"/>
              </a:xfrm>
              <a:custGeom>
                <a:avLst/>
                <a:gdLst/>
                <a:ahLst/>
                <a:cxnLst/>
                <a:rect l="l" t="t" r="r" b="b"/>
                <a:pathLst>
                  <a:path w="2028" h="2096" extrusionOk="0">
                    <a:moveTo>
                      <a:pt x="587" y="1"/>
                    </a:moveTo>
                    <a:cubicBezTo>
                      <a:pt x="263" y="1"/>
                      <a:pt x="1" y="263"/>
                      <a:pt x="1" y="593"/>
                    </a:cubicBezTo>
                    <a:lnTo>
                      <a:pt x="1" y="1509"/>
                    </a:lnTo>
                    <a:cubicBezTo>
                      <a:pt x="1" y="1834"/>
                      <a:pt x="263" y="2096"/>
                      <a:pt x="587" y="2096"/>
                    </a:cubicBezTo>
                    <a:lnTo>
                      <a:pt x="1441" y="2096"/>
                    </a:lnTo>
                    <a:cubicBezTo>
                      <a:pt x="1766" y="2096"/>
                      <a:pt x="2027" y="1834"/>
                      <a:pt x="2027" y="1509"/>
                    </a:cubicBezTo>
                    <a:lnTo>
                      <a:pt x="2027" y="593"/>
                    </a:lnTo>
                    <a:cubicBezTo>
                      <a:pt x="2027" y="263"/>
                      <a:pt x="1766" y="1"/>
                      <a:pt x="1441" y="1"/>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2" name="Google Shape;1362;p38"/>
              <p:cNvSpPr/>
              <p:nvPr/>
            </p:nvSpPr>
            <p:spPr>
              <a:xfrm>
                <a:off x="1916134" y="819316"/>
                <a:ext cx="335883" cy="342466"/>
              </a:xfrm>
              <a:custGeom>
                <a:avLst/>
                <a:gdLst/>
                <a:ahLst/>
                <a:cxnLst/>
                <a:rect l="l" t="t" r="r" b="b"/>
                <a:pathLst>
                  <a:path w="2143" h="2185" extrusionOk="0">
                    <a:moveTo>
                      <a:pt x="1509" y="90"/>
                    </a:moveTo>
                    <a:cubicBezTo>
                      <a:pt x="1813" y="90"/>
                      <a:pt x="2054" y="326"/>
                      <a:pt x="2054" y="635"/>
                    </a:cubicBezTo>
                    <a:lnTo>
                      <a:pt x="2054" y="1551"/>
                    </a:lnTo>
                    <a:cubicBezTo>
                      <a:pt x="2054" y="1834"/>
                      <a:pt x="1813" y="2075"/>
                      <a:pt x="1509" y="2075"/>
                    </a:cubicBezTo>
                    <a:lnTo>
                      <a:pt x="655" y="2075"/>
                    </a:lnTo>
                    <a:cubicBezTo>
                      <a:pt x="352" y="2075"/>
                      <a:pt x="111" y="1834"/>
                      <a:pt x="111" y="1551"/>
                    </a:cubicBezTo>
                    <a:lnTo>
                      <a:pt x="111" y="635"/>
                    </a:lnTo>
                    <a:cubicBezTo>
                      <a:pt x="111" y="326"/>
                      <a:pt x="352" y="90"/>
                      <a:pt x="655" y="90"/>
                    </a:cubicBezTo>
                    <a:close/>
                    <a:moveTo>
                      <a:pt x="655" y="1"/>
                    </a:moveTo>
                    <a:cubicBezTo>
                      <a:pt x="283" y="1"/>
                      <a:pt x="1" y="284"/>
                      <a:pt x="1" y="635"/>
                    </a:cubicBezTo>
                    <a:lnTo>
                      <a:pt x="1" y="1551"/>
                    </a:lnTo>
                    <a:cubicBezTo>
                      <a:pt x="1" y="1897"/>
                      <a:pt x="283" y="2185"/>
                      <a:pt x="655" y="2185"/>
                    </a:cubicBezTo>
                    <a:lnTo>
                      <a:pt x="1509" y="2185"/>
                    </a:lnTo>
                    <a:cubicBezTo>
                      <a:pt x="1855" y="2185"/>
                      <a:pt x="2143" y="1897"/>
                      <a:pt x="2143" y="1551"/>
                    </a:cubicBezTo>
                    <a:lnTo>
                      <a:pt x="2143" y="635"/>
                    </a:lnTo>
                    <a:cubicBezTo>
                      <a:pt x="2143" y="284"/>
                      <a:pt x="1855" y="1"/>
                      <a:pt x="15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3" name="Google Shape;1363;p38"/>
              <p:cNvSpPr/>
              <p:nvPr/>
            </p:nvSpPr>
            <p:spPr>
              <a:xfrm>
                <a:off x="1895601" y="825899"/>
                <a:ext cx="318642" cy="328517"/>
              </a:xfrm>
              <a:custGeom>
                <a:avLst/>
                <a:gdLst/>
                <a:ahLst/>
                <a:cxnLst/>
                <a:rect l="l" t="t" r="r" b="b"/>
                <a:pathLst>
                  <a:path w="2033" h="2096" extrusionOk="0">
                    <a:moveTo>
                      <a:pt x="593" y="1"/>
                    </a:moveTo>
                    <a:cubicBezTo>
                      <a:pt x="263" y="1"/>
                      <a:pt x="1" y="263"/>
                      <a:pt x="1" y="593"/>
                    </a:cubicBezTo>
                    <a:lnTo>
                      <a:pt x="1" y="1509"/>
                    </a:lnTo>
                    <a:cubicBezTo>
                      <a:pt x="1" y="1834"/>
                      <a:pt x="263" y="2096"/>
                      <a:pt x="593" y="2096"/>
                    </a:cubicBezTo>
                    <a:lnTo>
                      <a:pt x="1441" y="2096"/>
                    </a:lnTo>
                    <a:cubicBezTo>
                      <a:pt x="1771" y="2096"/>
                      <a:pt x="2033" y="1834"/>
                      <a:pt x="2033" y="1509"/>
                    </a:cubicBezTo>
                    <a:lnTo>
                      <a:pt x="2033" y="593"/>
                    </a:lnTo>
                    <a:cubicBezTo>
                      <a:pt x="2033" y="263"/>
                      <a:pt x="1771" y="1"/>
                      <a:pt x="1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4" name="Google Shape;1364;p38"/>
              <p:cNvSpPr/>
              <p:nvPr/>
            </p:nvSpPr>
            <p:spPr>
              <a:xfrm>
                <a:off x="1889018" y="819316"/>
                <a:ext cx="335099" cy="342466"/>
              </a:xfrm>
              <a:custGeom>
                <a:avLst/>
                <a:gdLst/>
                <a:ahLst/>
                <a:cxnLst/>
                <a:rect l="l" t="t" r="r" b="b"/>
                <a:pathLst>
                  <a:path w="2138" h="2185" extrusionOk="0">
                    <a:moveTo>
                      <a:pt x="1483" y="90"/>
                    </a:moveTo>
                    <a:cubicBezTo>
                      <a:pt x="1792" y="90"/>
                      <a:pt x="2028" y="326"/>
                      <a:pt x="2028" y="635"/>
                    </a:cubicBezTo>
                    <a:lnTo>
                      <a:pt x="2028" y="1551"/>
                    </a:lnTo>
                    <a:cubicBezTo>
                      <a:pt x="2028" y="1834"/>
                      <a:pt x="1792" y="2075"/>
                      <a:pt x="1483" y="2075"/>
                    </a:cubicBezTo>
                    <a:lnTo>
                      <a:pt x="635" y="2075"/>
                    </a:lnTo>
                    <a:cubicBezTo>
                      <a:pt x="326" y="2075"/>
                      <a:pt x="90" y="1834"/>
                      <a:pt x="90" y="1551"/>
                    </a:cubicBezTo>
                    <a:lnTo>
                      <a:pt x="90" y="635"/>
                    </a:lnTo>
                    <a:cubicBezTo>
                      <a:pt x="90" y="326"/>
                      <a:pt x="326" y="90"/>
                      <a:pt x="635" y="90"/>
                    </a:cubicBezTo>
                    <a:close/>
                    <a:moveTo>
                      <a:pt x="635" y="1"/>
                    </a:moveTo>
                    <a:cubicBezTo>
                      <a:pt x="284" y="1"/>
                      <a:pt x="1" y="284"/>
                      <a:pt x="1" y="635"/>
                    </a:cubicBezTo>
                    <a:lnTo>
                      <a:pt x="1" y="1551"/>
                    </a:lnTo>
                    <a:cubicBezTo>
                      <a:pt x="1" y="1897"/>
                      <a:pt x="284" y="2185"/>
                      <a:pt x="635" y="2185"/>
                    </a:cubicBezTo>
                    <a:lnTo>
                      <a:pt x="1483" y="2185"/>
                    </a:lnTo>
                    <a:cubicBezTo>
                      <a:pt x="1855" y="2185"/>
                      <a:pt x="2138" y="1897"/>
                      <a:pt x="2138" y="1551"/>
                    </a:cubicBezTo>
                    <a:lnTo>
                      <a:pt x="2138" y="635"/>
                    </a:lnTo>
                    <a:cubicBezTo>
                      <a:pt x="2138" y="284"/>
                      <a:pt x="1855" y="1"/>
                      <a:pt x="148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5" name="Google Shape;1365;p38"/>
              <p:cNvSpPr/>
              <p:nvPr/>
            </p:nvSpPr>
            <p:spPr>
              <a:xfrm>
                <a:off x="1936666" y="870255"/>
                <a:ext cx="236513" cy="239805"/>
              </a:xfrm>
              <a:custGeom>
                <a:avLst/>
                <a:gdLst/>
                <a:ahLst/>
                <a:cxnLst/>
                <a:rect l="l" t="t" r="r" b="b"/>
                <a:pathLst>
                  <a:path w="1509" h="1530" extrusionOk="0">
                    <a:moveTo>
                      <a:pt x="441" y="1"/>
                    </a:moveTo>
                    <a:cubicBezTo>
                      <a:pt x="200" y="1"/>
                      <a:pt x="1" y="200"/>
                      <a:pt x="1" y="420"/>
                    </a:cubicBezTo>
                    <a:lnTo>
                      <a:pt x="1" y="1095"/>
                    </a:lnTo>
                    <a:cubicBezTo>
                      <a:pt x="1" y="1336"/>
                      <a:pt x="200" y="1530"/>
                      <a:pt x="441" y="1530"/>
                    </a:cubicBezTo>
                    <a:lnTo>
                      <a:pt x="1069" y="1530"/>
                    </a:lnTo>
                    <a:cubicBezTo>
                      <a:pt x="1310" y="1530"/>
                      <a:pt x="1509" y="1336"/>
                      <a:pt x="1509" y="1095"/>
                    </a:cubicBezTo>
                    <a:lnTo>
                      <a:pt x="1509" y="420"/>
                    </a:lnTo>
                    <a:cubicBezTo>
                      <a:pt x="1509" y="200"/>
                      <a:pt x="1310" y="1"/>
                      <a:pt x="10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6" name="Google Shape;1366;p38"/>
              <p:cNvSpPr/>
              <p:nvPr/>
            </p:nvSpPr>
            <p:spPr>
              <a:xfrm>
                <a:off x="1930083" y="860381"/>
                <a:ext cx="249679" cy="256262"/>
              </a:xfrm>
              <a:custGeom>
                <a:avLst/>
                <a:gdLst/>
                <a:ahLst/>
                <a:cxnLst/>
                <a:rect l="l" t="t" r="r" b="b"/>
                <a:pathLst>
                  <a:path w="1593" h="1635" extrusionOk="0">
                    <a:moveTo>
                      <a:pt x="1111" y="111"/>
                    </a:moveTo>
                    <a:cubicBezTo>
                      <a:pt x="1331" y="111"/>
                      <a:pt x="1483" y="284"/>
                      <a:pt x="1483" y="483"/>
                    </a:cubicBezTo>
                    <a:lnTo>
                      <a:pt x="1483" y="1158"/>
                    </a:lnTo>
                    <a:cubicBezTo>
                      <a:pt x="1483" y="1373"/>
                      <a:pt x="1331" y="1551"/>
                      <a:pt x="1111" y="1551"/>
                    </a:cubicBezTo>
                    <a:lnTo>
                      <a:pt x="483" y="1551"/>
                    </a:lnTo>
                    <a:cubicBezTo>
                      <a:pt x="284" y="1551"/>
                      <a:pt x="111" y="1373"/>
                      <a:pt x="111" y="1158"/>
                    </a:cubicBezTo>
                    <a:lnTo>
                      <a:pt x="111" y="483"/>
                    </a:lnTo>
                    <a:cubicBezTo>
                      <a:pt x="111" y="284"/>
                      <a:pt x="284" y="111"/>
                      <a:pt x="483" y="111"/>
                    </a:cubicBezTo>
                    <a:close/>
                    <a:moveTo>
                      <a:pt x="483" y="1"/>
                    </a:moveTo>
                    <a:cubicBezTo>
                      <a:pt x="221" y="1"/>
                      <a:pt x="1" y="221"/>
                      <a:pt x="1" y="483"/>
                    </a:cubicBezTo>
                    <a:lnTo>
                      <a:pt x="1" y="1158"/>
                    </a:lnTo>
                    <a:cubicBezTo>
                      <a:pt x="1" y="1420"/>
                      <a:pt x="221" y="1635"/>
                      <a:pt x="483" y="1635"/>
                    </a:cubicBezTo>
                    <a:lnTo>
                      <a:pt x="1111" y="1635"/>
                    </a:lnTo>
                    <a:cubicBezTo>
                      <a:pt x="1373" y="1635"/>
                      <a:pt x="1593" y="1420"/>
                      <a:pt x="1593" y="1158"/>
                    </a:cubicBezTo>
                    <a:lnTo>
                      <a:pt x="1593" y="483"/>
                    </a:lnTo>
                    <a:cubicBezTo>
                      <a:pt x="1593" y="221"/>
                      <a:pt x="1373" y="1"/>
                      <a:pt x="111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7" name="Google Shape;1367;p38"/>
              <p:cNvSpPr/>
              <p:nvPr/>
            </p:nvSpPr>
            <p:spPr>
              <a:xfrm>
                <a:off x="1994971" y="870255"/>
                <a:ext cx="178208" cy="239805"/>
              </a:xfrm>
              <a:custGeom>
                <a:avLst/>
                <a:gdLst/>
                <a:ahLst/>
                <a:cxnLst/>
                <a:rect l="l" t="t" r="r" b="b"/>
                <a:pathLst>
                  <a:path w="1137" h="1530" extrusionOk="0">
                    <a:moveTo>
                      <a:pt x="435" y="1"/>
                    </a:moveTo>
                    <a:cubicBezTo>
                      <a:pt x="199" y="1"/>
                      <a:pt x="0" y="200"/>
                      <a:pt x="0" y="441"/>
                    </a:cubicBezTo>
                    <a:lnTo>
                      <a:pt x="0" y="1095"/>
                    </a:lnTo>
                    <a:cubicBezTo>
                      <a:pt x="0" y="1336"/>
                      <a:pt x="199" y="1530"/>
                      <a:pt x="435" y="1530"/>
                    </a:cubicBezTo>
                    <a:lnTo>
                      <a:pt x="697" y="1530"/>
                    </a:lnTo>
                    <a:cubicBezTo>
                      <a:pt x="938" y="1530"/>
                      <a:pt x="1137" y="1336"/>
                      <a:pt x="1137" y="1095"/>
                    </a:cubicBezTo>
                    <a:lnTo>
                      <a:pt x="1137" y="441"/>
                    </a:lnTo>
                    <a:cubicBezTo>
                      <a:pt x="1137" y="200"/>
                      <a:pt x="938" y="1"/>
                      <a:pt x="6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sp>
            <p:nvSpPr>
              <p:cNvPr id="1368" name="Google Shape;1368;p38"/>
              <p:cNvSpPr/>
              <p:nvPr/>
            </p:nvSpPr>
            <p:spPr>
              <a:xfrm>
                <a:off x="1985097" y="860381"/>
                <a:ext cx="194665" cy="256262"/>
              </a:xfrm>
              <a:custGeom>
                <a:avLst/>
                <a:gdLst/>
                <a:ahLst/>
                <a:cxnLst/>
                <a:rect l="l" t="t" r="r" b="b"/>
                <a:pathLst>
                  <a:path w="1242" h="1635" extrusionOk="0">
                    <a:moveTo>
                      <a:pt x="760" y="111"/>
                    </a:moveTo>
                    <a:cubicBezTo>
                      <a:pt x="980" y="111"/>
                      <a:pt x="1132" y="284"/>
                      <a:pt x="1132" y="483"/>
                    </a:cubicBezTo>
                    <a:lnTo>
                      <a:pt x="1132" y="1158"/>
                    </a:lnTo>
                    <a:cubicBezTo>
                      <a:pt x="1132" y="1373"/>
                      <a:pt x="980" y="1551"/>
                      <a:pt x="760" y="1551"/>
                    </a:cubicBezTo>
                    <a:lnTo>
                      <a:pt x="477" y="1551"/>
                    </a:lnTo>
                    <a:cubicBezTo>
                      <a:pt x="283" y="1551"/>
                      <a:pt x="105" y="1373"/>
                      <a:pt x="105" y="1158"/>
                    </a:cubicBezTo>
                    <a:lnTo>
                      <a:pt x="105" y="483"/>
                    </a:lnTo>
                    <a:cubicBezTo>
                      <a:pt x="105" y="284"/>
                      <a:pt x="283" y="111"/>
                      <a:pt x="477" y="111"/>
                    </a:cubicBezTo>
                    <a:close/>
                    <a:moveTo>
                      <a:pt x="477" y="1"/>
                    </a:moveTo>
                    <a:cubicBezTo>
                      <a:pt x="215" y="1"/>
                      <a:pt x="1" y="221"/>
                      <a:pt x="1" y="483"/>
                    </a:cubicBezTo>
                    <a:lnTo>
                      <a:pt x="1" y="1158"/>
                    </a:lnTo>
                    <a:cubicBezTo>
                      <a:pt x="1" y="1420"/>
                      <a:pt x="215" y="1635"/>
                      <a:pt x="477" y="1635"/>
                    </a:cubicBezTo>
                    <a:lnTo>
                      <a:pt x="760" y="1635"/>
                    </a:lnTo>
                    <a:cubicBezTo>
                      <a:pt x="1022" y="1635"/>
                      <a:pt x="1242" y="1420"/>
                      <a:pt x="1242" y="1158"/>
                    </a:cubicBezTo>
                    <a:lnTo>
                      <a:pt x="1242" y="483"/>
                    </a:lnTo>
                    <a:cubicBezTo>
                      <a:pt x="1242" y="221"/>
                      <a:pt x="1022" y="1"/>
                      <a:pt x="76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2" charset="0"/>
                </a:endParaRPr>
              </a:p>
            </p:txBody>
          </p:sp>
        </p:grpSp>
      </p:grpSp>
      <p:sp>
        <p:nvSpPr>
          <p:cNvPr id="4" name="TextBox 3">
            <a:extLst>
              <a:ext uri="{FF2B5EF4-FFF2-40B4-BE49-F238E27FC236}">
                <a16:creationId xmlns:a16="http://schemas.microsoft.com/office/drawing/2014/main" id="{6BBD0FA8-F28B-F88F-EEEA-438529805600}"/>
              </a:ext>
            </a:extLst>
          </p:cNvPr>
          <p:cNvSpPr txBox="1"/>
          <p:nvPr/>
        </p:nvSpPr>
        <p:spPr>
          <a:xfrm>
            <a:off x="1487177" y="1745670"/>
            <a:ext cx="6797842" cy="2246769"/>
          </a:xfrm>
          <a:prstGeom prst="rect">
            <a:avLst/>
          </a:prstGeom>
          <a:noFill/>
        </p:spPr>
        <p:txBody>
          <a:bodyPr wrap="square" rtlCol="0">
            <a:spAutoFit/>
          </a:bodyPr>
          <a:lstStyle/>
          <a:p>
            <a:r>
              <a:rPr lang="vi-VN" dirty="0">
                <a:latin typeface="Montserrat" panose="00000500000000000000" pitchFamily="2" charset="0"/>
              </a:rPr>
              <a:t>Yêu cầu tại trụ sở chính: </a:t>
            </a:r>
          </a:p>
          <a:p>
            <a:pPr marL="285750" indent="-285750">
              <a:buFont typeface="Wingdings" panose="05000000000000000000" pitchFamily="2" charset="2"/>
              <a:buChar char="Ø"/>
            </a:pPr>
            <a:r>
              <a:rPr lang="vi-VN" dirty="0">
                <a:latin typeface="Montserrat" panose="00000500000000000000" pitchFamily="2" charset="0"/>
              </a:rPr>
              <a:t>Giảng viên và các phòng ban có máy bàn có thể truy cập Internet để làm việc.</a:t>
            </a:r>
          </a:p>
          <a:p>
            <a:pPr marL="285750" indent="-285750">
              <a:buFont typeface="Wingdings" panose="05000000000000000000" pitchFamily="2" charset="2"/>
              <a:buChar char="Ø"/>
            </a:pPr>
            <a:r>
              <a:rPr lang="vi-VN" dirty="0">
                <a:latin typeface="Montserrat" panose="00000500000000000000" pitchFamily="2" charset="0"/>
              </a:rPr>
              <a:t>Một hệ thống server với </a:t>
            </a:r>
            <a:r>
              <a:rPr lang="vi-VN" dirty="0">
                <a:solidFill>
                  <a:srgbClr val="FF0000"/>
                </a:solidFill>
                <a:latin typeface="Montserrat" panose="00000500000000000000" pitchFamily="2" charset="0"/>
              </a:rPr>
              <a:t>khả năng lưu trữ lớn </a:t>
            </a:r>
            <a:r>
              <a:rPr lang="vi-VN" dirty="0">
                <a:latin typeface="Montserrat" panose="00000500000000000000" pitchFamily="2" charset="0"/>
              </a:rPr>
              <a:t>để lưu trữ dữ liệu và các khóa học của sinh viên.</a:t>
            </a:r>
          </a:p>
          <a:p>
            <a:pPr marL="285750" indent="-285750">
              <a:buFont typeface="Wingdings" panose="05000000000000000000" pitchFamily="2" charset="2"/>
              <a:buChar char="Ø"/>
            </a:pPr>
            <a:r>
              <a:rPr lang="vi-VN" dirty="0">
                <a:latin typeface="Montserrat" panose="00000500000000000000" pitchFamily="2" charset="0"/>
              </a:rPr>
              <a:t>Một hệ thống server để triển khai máy ảo phục vụ nghiên cứu.</a:t>
            </a:r>
          </a:p>
          <a:p>
            <a:pPr marL="285750" indent="-285750">
              <a:buFont typeface="Wingdings" panose="05000000000000000000" pitchFamily="2" charset="2"/>
              <a:buChar char="Ø"/>
            </a:pPr>
            <a:r>
              <a:rPr lang="vi-VN" dirty="0">
                <a:latin typeface="Montserrat" panose="00000500000000000000" pitchFamily="2" charset="0"/>
              </a:rPr>
              <a:t>Một hệ thống wifi chứng thực cho sinh viên, giảng viên và cán bộ trong trường.</a:t>
            </a:r>
          </a:p>
          <a:p>
            <a:pPr marL="285750" indent="-285750">
              <a:buFont typeface="Wingdings" panose="05000000000000000000" pitchFamily="2" charset="2"/>
              <a:buChar char="Ø"/>
            </a:pPr>
            <a:r>
              <a:rPr lang="vi-VN" dirty="0">
                <a:latin typeface="Montserrat" panose="00000500000000000000" pitchFamily="2" charset="0"/>
              </a:rPr>
              <a:t>Một hệ thống wifi public với đường kết nối Internet riêng.</a:t>
            </a:r>
          </a:p>
          <a:p>
            <a:pPr marL="285750" indent="-285750">
              <a:buFont typeface="Wingdings" panose="05000000000000000000" pitchFamily="2" charset="2"/>
              <a:buChar char="Ø"/>
            </a:pPr>
            <a:r>
              <a:rPr lang="vi-VN" dirty="0">
                <a:latin typeface="Montserrat" panose="00000500000000000000" pitchFamily="2" charset="0"/>
              </a:rPr>
              <a:t>Hỗ trợ VPN cho các cán bộ và giảng viên khi làm việc tại nhà.</a:t>
            </a:r>
            <a:endParaRPr lang="en-US" dirty="0">
              <a:latin typeface="Montserrat" panose="00000500000000000000" pitchFamily="2" charset="0"/>
            </a:endParaRPr>
          </a:p>
        </p:txBody>
      </p:sp>
      <p:sp>
        <p:nvSpPr>
          <p:cNvPr id="5" name="Google Shape;867;p37">
            <a:extLst>
              <a:ext uri="{FF2B5EF4-FFF2-40B4-BE49-F238E27FC236}">
                <a16:creationId xmlns:a16="http://schemas.microsoft.com/office/drawing/2014/main" id="{E353A9FF-B0DF-5097-D3AD-27FD694D0ADE}"/>
              </a:ext>
            </a:extLst>
          </p:cNvPr>
          <p:cNvSpPr txBox="1">
            <a:spLocks noGrp="1"/>
          </p:cNvSpPr>
          <p:nvPr>
            <p:ph type="title"/>
          </p:nvPr>
        </p:nvSpPr>
        <p:spPr>
          <a:xfrm>
            <a:off x="740781" y="978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latin typeface="Montserrat" panose="00000500000000000000" pitchFamily="2" charset="0"/>
              </a:rPr>
              <a:t>Yêu cầu </a:t>
            </a:r>
            <a:endParaRPr dirty="0">
              <a:latin typeface="Montserrat"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4" name="TextBox 3">
            <a:extLst>
              <a:ext uri="{FF2B5EF4-FFF2-40B4-BE49-F238E27FC236}">
                <a16:creationId xmlns:a16="http://schemas.microsoft.com/office/drawing/2014/main" id="{6BBD0FA8-F28B-F88F-EEEA-438529805600}"/>
              </a:ext>
            </a:extLst>
          </p:cNvPr>
          <p:cNvSpPr txBox="1"/>
          <p:nvPr/>
        </p:nvSpPr>
        <p:spPr>
          <a:xfrm>
            <a:off x="1487176" y="1745670"/>
            <a:ext cx="6257515" cy="1600438"/>
          </a:xfrm>
          <a:prstGeom prst="rect">
            <a:avLst/>
          </a:prstGeom>
          <a:noFill/>
        </p:spPr>
        <p:txBody>
          <a:bodyPr wrap="square" rtlCol="0">
            <a:spAutoFit/>
          </a:bodyPr>
          <a:lstStyle/>
          <a:p>
            <a:r>
              <a:rPr lang="vi-VN" dirty="0">
                <a:latin typeface="Montserrat" panose="00000500000000000000" pitchFamily="2" charset="0"/>
              </a:rPr>
              <a:t>Yêu cầu tại chi nhánh quận 3:</a:t>
            </a:r>
          </a:p>
          <a:p>
            <a:pPr marL="285750" indent="-285750">
              <a:buFont typeface="Wingdings" panose="05000000000000000000" pitchFamily="2" charset="2"/>
              <a:buChar char="Ø"/>
            </a:pPr>
            <a:r>
              <a:rPr lang="vi-VN" dirty="0">
                <a:latin typeface="Montserrat" panose="00000500000000000000" pitchFamily="2" charset="0"/>
              </a:rPr>
              <a:t>Nhân viên phòng đào tạo từ xa sử dụng máy bàn để truy cập hệ thống quản lý trường và Internet để làm việc.</a:t>
            </a:r>
          </a:p>
          <a:p>
            <a:pPr marL="285750" indent="-285750">
              <a:buFont typeface="Wingdings" panose="05000000000000000000" pitchFamily="2" charset="2"/>
              <a:buChar char="Ø"/>
            </a:pPr>
            <a:r>
              <a:rPr lang="vi-VN" dirty="0">
                <a:latin typeface="Montserrat" panose="00000500000000000000" pitchFamily="2" charset="0"/>
              </a:rPr>
              <a:t>Hệ thống wifi public với đường kết nối Internet riêng cho học viên và nhân viên.</a:t>
            </a:r>
          </a:p>
          <a:p>
            <a:pPr marL="285750" indent="-285750">
              <a:buFont typeface="Wingdings" panose="05000000000000000000" pitchFamily="2" charset="2"/>
              <a:buChar char="Ø"/>
            </a:pPr>
            <a:r>
              <a:rPr lang="vi-VN" dirty="0">
                <a:latin typeface="Montserrat" panose="00000500000000000000" pitchFamily="2" charset="0"/>
              </a:rPr>
              <a:t>Hỗ trợ VPN site-to-site để nhân viên phòng đào tạo truy cập vào hệ thống quản lý đặt tại Trụ sở chính.</a:t>
            </a:r>
            <a:endParaRPr lang="en-US" dirty="0">
              <a:latin typeface="Montserrat" panose="00000500000000000000" pitchFamily="2" charset="0"/>
            </a:endParaRPr>
          </a:p>
        </p:txBody>
      </p:sp>
      <p:sp>
        <p:nvSpPr>
          <p:cNvPr id="5" name="Google Shape;867;p37">
            <a:extLst>
              <a:ext uri="{FF2B5EF4-FFF2-40B4-BE49-F238E27FC236}">
                <a16:creationId xmlns:a16="http://schemas.microsoft.com/office/drawing/2014/main" id="{E353A9FF-B0DF-5097-D3AD-27FD694D0ADE}"/>
              </a:ext>
            </a:extLst>
          </p:cNvPr>
          <p:cNvSpPr txBox="1">
            <a:spLocks noGrp="1"/>
          </p:cNvSpPr>
          <p:nvPr>
            <p:ph type="title"/>
          </p:nvPr>
        </p:nvSpPr>
        <p:spPr>
          <a:xfrm>
            <a:off x="740781" y="9784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latin typeface="Montserrat" panose="00000500000000000000" pitchFamily="2" charset="0"/>
              </a:rPr>
              <a:t>Yêu cầu </a:t>
            </a:r>
            <a:endParaRPr dirty="0">
              <a:latin typeface="Montserrat" panose="00000500000000000000" pitchFamily="2" charset="0"/>
            </a:endParaRPr>
          </a:p>
        </p:txBody>
      </p:sp>
    </p:spTree>
    <p:extLst>
      <p:ext uri="{BB962C8B-B14F-4D97-AF65-F5344CB8AC3E}">
        <p14:creationId xmlns:p14="http://schemas.microsoft.com/office/powerpoint/2010/main" val="3411516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6"/>
          <p:cNvSpPr txBox="1">
            <a:spLocks noGrp="1"/>
          </p:cNvSpPr>
          <p:nvPr>
            <p:ph type="title"/>
          </p:nvPr>
        </p:nvSpPr>
        <p:spPr>
          <a:xfrm>
            <a:off x="719999" y="1846051"/>
            <a:ext cx="3926342" cy="174365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Mục tiêu đồ án </a:t>
            </a:r>
            <a:endParaRPr dirty="0"/>
          </a:p>
        </p:txBody>
      </p:sp>
      <p:sp>
        <p:nvSpPr>
          <p:cNvPr id="758" name="Google Shape;758;p36"/>
          <p:cNvSpPr txBox="1">
            <a:spLocks noGrp="1"/>
          </p:cNvSpPr>
          <p:nvPr>
            <p:ph type="title" idx="2"/>
          </p:nvPr>
        </p:nvSpPr>
        <p:spPr>
          <a:xfrm>
            <a:off x="720000" y="1249000"/>
            <a:ext cx="17025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02</a:t>
            </a:r>
            <a:endParaRPr dirty="0"/>
          </a:p>
        </p:txBody>
      </p:sp>
      <p:pic>
        <p:nvPicPr>
          <p:cNvPr id="3" name="Picture 2" descr="Quy trình thiết kế hệ thống mạng cho doanh nghiệp | Siêu Thị Thiết Bị Số 24h">
            <a:extLst>
              <a:ext uri="{FF2B5EF4-FFF2-40B4-BE49-F238E27FC236}">
                <a16:creationId xmlns:a16="http://schemas.microsoft.com/office/drawing/2014/main" id="{6D76924A-BFCB-0785-9397-75ABA2CC1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2680" y="1025168"/>
            <a:ext cx="4690039"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000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7" name="Google Shape;1427;p40"/>
          <p:cNvSpPr/>
          <p:nvPr/>
        </p:nvSpPr>
        <p:spPr>
          <a:xfrm>
            <a:off x="2450163" y="2945313"/>
            <a:ext cx="616800" cy="616800"/>
          </a:xfrm>
          <a:prstGeom prst="ellipse">
            <a:avLst/>
          </a:prstGeom>
          <a:solidFill>
            <a:srgbClr val="AEE2F4">
              <a:alpha val="30820"/>
            </a:srgb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txBox="1">
            <a:spLocks noGrp="1"/>
          </p:cNvSpPr>
          <p:nvPr>
            <p:ph type="title"/>
          </p:nvPr>
        </p:nvSpPr>
        <p:spPr>
          <a:xfrm>
            <a:off x="788364" y="57762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Mục tiêu đồ án </a:t>
            </a:r>
            <a:endParaRPr dirty="0"/>
          </a:p>
        </p:txBody>
      </p:sp>
      <p:sp>
        <p:nvSpPr>
          <p:cNvPr id="1435" name="Google Shape;1435;p40"/>
          <p:cNvSpPr txBox="1">
            <a:spLocks noGrp="1"/>
          </p:cNvSpPr>
          <p:nvPr>
            <p:ph type="subTitle" idx="5"/>
          </p:nvPr>
        </p:nvSpPr>
        <p:spPr>
          <a:xfrm>
            <a:off x="1314173" y="2279841"/>
            <a:ext cx="3326191" cy="405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800" b="0" i="0" dirty="0">
                <a:solidFill>
                  <a:srgbClr val="374151"/>
                </a:solidFill>
                <a:effectLst/>
                <a:latin typeface="Times New Roman" panose="02020603050405020304" pitchFamily="18" charset="0"/>
              </a:rPr>
              <a:t>Đảm bảo tính bảo mật và an toàn của dữ liệu và thông tin cá nhân. </a:t>
            </a:r>
            <a:endParaRPr dirty="0"/>
          </a:p>
        </p:txBody>
      </p:sp>
      <p:sp>
        <p:nvSpPr>
          <p:cNvPr id="1436" name="Google Shape;1436;p40"/>
          <p:cNvSpPr txBox="1">
            <a:spLocks noGrp="1"/>
          </p:cNvSpPr>
          <p:nvPr>
            <p:ph type="subTitle" idx="6"/>
          </p:nvPr>
        </p:nvSpPr>
        <p:spPr>
          <a:xfrm>
            <a:off x="4862184" y="1953494"/>
            <a:ext cx="3270824" cy="79454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800" b="0" i="0" dirty="0">
                <a:solidFill>
                  <a:srgbClr val="374151"/>
                </a:solidFill>
                <a:effectLst/>
                <a:latin typeface="Times New Roman" panose="02020603050405020304" pitchFamily="18" charset="0"/>
              </a:rPr>
              <a:t>Tối ưu hiệu suất mạng và sự linh hoạt trong mở rộng hệ thống. </a:t>
            </a:r>
            <a:endParaRPr dirty="0"/>
          </a:p>
        </p:txBody>
      </p:sp>
      <p:sp>
        <p:nvSpPr>
          <p:cNvPr id="1437" name="Google Shape;1437;p40"/>
          <p:cNvSpPr txBox="1">
            <a:spLocks noGrp="1"/>
          </p:cNvSpPr>
          <p:nvPr>
            <p:ph type="subTitle" idx="7"/>
          </p:nvPr>
        </p:nvSpPr>
        <p:spPr>
          <a:xfrm>
            <a:off x="1118327" y="3957242"/>
            <a:ext cx="3326192" cy="405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800" b="0" i="0" dirty="0">
                <a:solidFill>
                  <a:srgbClr val="374151"/>
                </a:solidFill>
                <a:effectLst/>
                <a:latin typeface="Times New Roman" panose="02020603050405020304" pitchFamily="18" charset="0"/>
              </a:rPr>
              <a:t>Nâng cao khả năng truy cập Internet và các tài nguyên mạng. </a:t>
            </a:r>
            <a:endParaRPr dirty="0"/>
          </a:p>
        </p:txBody>
      </p:sp>
      <p:sp>
        <p:nvSpPr>
          <p:cNvPr id="1438" name="Google Shape;1438;p40"/>
          <p:cNvSpPr txBox="1">
            <a:spLocks noGrp="1"/>
          </p:cNvSpPr>
          <p:nvPr>
            <p:ph type="subTitle" idx="8"/>
          </p:nvPr>
        </p:nvSpPr>
        <p:spPr>
          <a:xfrm>
            <a:off x="4920882" y="3662384"/>
            <a:ext cx="2962200" cy="74659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VN" sz="1800" b="0" i="0" dirty="0">
                <a:solidFill>
                  <a:srgbClr val="374151"/>
                </a:solidFill>
                <a:effectLst/>
                <a:latin typeface="Times New Roman" panose="02020603050405020304" pitchFamily="18" charset="0"/>
              </a:rPr>
              <a:t>Cải thiện quản lý và giám sát hệ thống mạng. </a:t>
            </a:r>
            <a:endParaRPr dirty="0"/>
          </a:p>
        </p:txBody>
      </p:sp>
      <p:grpSp>
        <p:nvGrpSpPr>
          <p:cNvPr id="1463" name="Google Shape;1463;p40"/>
          <p:cNvGrpSpPr/>
          <p:nvPr/>
        </p:nvGrpSpPr>
        <p:grpSpPr>
          <a:xfrm>
            <a:off x="2568664" y="3117613"/>
            <a:ext cx="379821" cy="326913"/>
            <a:chOff x="3517676" y="1996038"/>
            <a:chExt cx="379821" cy="326913"/>
          </a:xfrm>
        </p:grpSpPr>
        <p:sp>
          <p:nvSpPr>
            <p:cNvPr id="1464" name="Google Shape;1464;p40"/>
            <p:cNvSpPr/>
            <p:nvPr/>
          </p:nvSpPr>
          <p:spPr>
            <a:xfrm>
              <a:off x="3523403" y="2211758"/>
              <a:ext cx="368815" cy="47648"/>
            </a:xfrm>
            <a:custGeom>
              <a:avLst/>
              <a:gdLst/>
              <a:ahLst/>
              <a:cxnLst/>
              <a:rect l="l" t="t" r="r" b="b"/>
              <a:pathLst>
                <a:path w="18933" h="2446" extrusionOk="0">
                  <a:moveTo>
                    <a:pt x="0" y="0"/>
                  </a:moveTo>
                  <a:lnTo>
                    <a:pt x="0" y="1470"/>
                  </a:lnTo>
                  <a:cubicBezTo>
                    <a:pt x="0" y="2005"/>
                    <a:pt x="441" y="2445"/>
                    <a:pt x="953" y="2445"/>
                  </a:cubicBezTo>
                  <a:lnTo>
                    <a:pt x="17951" y="2445"/>
                  </a:lnTo>
                  <a:cubicBezTo>
                    <a:pt x="18492" y="2445"/>
                    <a:pt x="18933" y="2005"/>
                    <a:pt x="18933" y="1470"/>
                  </a:cubicBezTo>
                  <a:lnTo>
                    <a:pt x="18933" y="0"/>
                  </a:ln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0"/>
            <p:cNvSpPr/>
            <p:nvPr/>
          </p:nvSpPr>
          <p:spPr>
            <a:xfrm>
              <a:off x="3523403" y="2001298"/>
              <a:ext cx="368815" cy="210481"/>
            </a:xfrm>
            <a:custGeom>
              <a:avLst/>
              <a:gdLst/>
              <a:ahLst/>
              <a:cxnLst/>
              <a:rect l="l" t="t" r="r" b="b"/>
              <a:pathLst>
                <a:path w="18933" h="10805" extrusionOk="0">
                  <a:moveTo>
                    <a:pt x="953" y="1"/>
                  </a:moveTo>
                  <a:cubicBezTo>
                    <a:pt x="441" y="1"/>
                    <a:pt x="0" y="442"/>
                    <a:pt x="0" y="982"/>
                  </a:cubicBezTo>
                  <a:lnTo>
                    <a:pt x="0" y="10804"/>
                  </a:lnTo>
                  <a:lnTo>
                    <a:pt x="18933" y="10804"/>
                  </a:lnTo>
                  <a:lnTo>
                    <a:pt x="18933" y="982"/>
                  </a:lnTo>
                  <a:cubicBezTo>
                    <a:pt x="18933" y="442"/>
                    <a:pt x="18492" y="1"/>
                    <a:pt x="17951" y="1"/>
                  </a:cubicBezTo>
                  <a:close/>
                </a:path>
              </a:pathLst>
            </a:custGeom>
            <a:solidFill>
              <a:srgbClr val="FF9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0"/>
            <p:cNvSpPr/>
            <p:nvPr/>
          </p:nvSpPr>
          <p:spPr>
            <a:xfrm>
              <a:off x="3523403" y="2001298"/>
              <a:ext cx="368815" cy="210481"/>
            </a:xfrm>
            <a:custGeom>
              <a:avLst/>
              <a:gdLst/>
              <a:ahLst/>
              <a:cxnLst/>
              <a:rect l="l" t="t" r="r" b="b"/>
              <a:pathLst>
                <a:path w="18933" h="10805" extrusionOk="0">
                  <a:moveTo>
                    <a:pt x="953" y="1"/>
                  </a:moveTo>
                  <a:cubicBezTo>
                    <a:pt x="441" y="1"/>
                    <a:pt x="0" y="442"/>
                    <a:pt x="0" y="982"/>
                  </a:cubicBezTo>
                  <a:lnTo>
                    <a:pt x="0" y="10804"/>
                  </a:lnTo>
                  <a:lnTo>
                    <a:pt x="18933" y="10804"/>
                  </a:lnTo>
                  <a:lnTo>
                    <a:pt x="18933" y="982"/>
                  </a:lnTo>
                  <a:cubicBezTo>
                    <a:pt x="18933" y="442"/>
                    <a:pt x="18492" y="1"/>
                    <a:pt x="17951" y="1"/>
                  </a:cubicBezTo>
                  <a:close/>
                </a:path>
              </a:pathLst>
            </a:custGeom>
            <a:solidFill>
              <a:srgbClr val="FF9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0"/>
            <p:cNvSpPr/>
            <p:nvPr/>
          </p:nvSpPr>
          <p:spPr>
            <a:xfrm>
              <a:off x="3858320" y="2001298"/>
              <a:ext cx="33895" cy="210481"/>
            </a:xfrm>
            <a:custGeom>
              <a:avLst/>
              <a:gdLst/>
              <a:ahLst/>
              <a:cxnLst/>
              <a:rect l="l" t="t" r="r" b="b"/>
              <a:pathLst>
                <a:path w="1740" h="10805" extrusionOk="0">
                  <a:moveTo>
                    <a:pt x="0" y="1"/>
                  </a:moveTo>
                  <a:cubicBezTo>
                    <a:pt x="541" y="1"/>
                    <a:pt x="982" y="442"/>
                    <a:pt x="982" y="982"/>
                  </a:cubicBezTo>
                  <a:lnTo>
                    <a:pt x="982" y="10804"/>
                  </a:lnTo>
                  <a:lnTo>
                    <a:pt x="1740" y="10804"/>
                  </a:lnTo>
                  <a:lnTo>
                    <a:pt x="1740" y="982"/>
                  </a:lnTo>
                  <a:cubicBezTo>
                    <a:pt x="1740" y="442"/>
                    <a:pt x="1299" y="1"/>
                    <a:pt x="758" y="1"/>
                  </a:cubicBezTo>
                  <a:close/>
                </a:path>
              </a:pathLst>
            </a:custGeom>
            <a:solidFill>
              <a:srgbClr val="FF61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0"/>
            <p:cNvSpPr/>
            <p:nvPr/>
          </p:nvSpPr>
          <p:spPr>
            <a:xfrm>
              <a:off x="3858320" y="2211758"/>
              <a:ext cx="33895" cy="47648"/>
            </a:xfrm>
            <a:custGeom>
              <a:avLst/>
              <a:gdLst/>
              <a:ahLst/>
              <a:cxnLst/>
              <a:rect l="l" t="t" r="r" b="b"/>
              <a:pathLst>
                <a:path w="1740" h="2446" extrusionOk="0">
                  <a:moveTo>
                    <a:pt x="982" y="0"/>
                  </a:moveTo>
                  <a:lnTo>
                    <a:pt x="982" y="1470"/>
                  </a:lnTo>
                  <a:cubicBezTo>
                    <a:pt x="982" y="2005"/>
                    <a:pt x="541" y="2445"/>
                    <a:pt x="0" y="2445"/>
                  </a:cubicBezTo>
                  <a:lnTo>
                    <a:pt x="758" y="2445"/>
                  </a:lnTo>
                  <a:cubicBezTo>
                    <a:pt x="1299" y="2445"/>
                    <a:pt x="1740" y="2005"/>
                    <a:pt x="1740" y="1470"/>
                  </a:cubicBezTo>
                  <a:lnTo>
                    <a:pt x="1740" y="0"/>
                  </a:ln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0"/>
            <p:cNvSpPr/>
            <p:nvPr/>
          </p:nvSpPr>
          <p:spPr>
            <a:xfrm>
              <a:off x="3665606" y="2259386"/>
              <a:ext cx="83959" cy="57836"/>
            </a:xfrm>
            <a:custGeom>
              <a:avLst/>
              <a:gdLst/>
              <a:ahLst/>
              <a:cxnLst/>
              <a:rect l="l" t="t" r="r" b="b"/>
              <a:pathLst>
                <a:path w="4310" h="2969" extrusionOk="0">
                  <a:moveTo>
                    <a:pt x="318" y="0"/>
                  </a:moveTo>
                  <a:cubicBezTo>
                    <a:pt x="318" y="0"/>
                    <a:pt x="295" y="2158"/>
                    <a:pt x="1" y="2969"/>
                  </a:cubicBezTo>
                  <a:lnTo>
                    <a:pt x="4309" y="2969"/>
                  </a:lnTo>
                  <a:cubicBezTo>
                    <a:pt x="4039" y="2158"/>
                    <a:pt x="4015" y="0"/>
                    <a:pt x="4015" y="0"/>
                  </a:cubicBez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0"/>
            <p:cNvSpPr/>
            <p:nvPr/>
          </p:nvSpPr>
          <p:spPr>
            <a:xfrm>
              <a:off x="3671333" y="2259386"/>
              <a:ext cx="72953" cy="14902"/>
            </a:xfrm>
            <a:custGeom>
              <a:avLst/>
              <a:gdLst/>
              <a:ahLst/>
              <a:cxnLst/>
              <a:rect l="l" t="t" r="r" b="b"/>
              <a:pathLst>
                <a:path w="3745" h="765" extrusionOk="0">
                  <a:moveTo>
                    <a:pt x="24" y="0"/>
                  </a:moveTo>
                  <a:cubicBezTo>
                    <a:pt x="24" y="0"/>
                    <a:pt x="24" y="324"/>
                    <a:pt x="1" y="765"/>
                  </a:cubicBezTo>
                  <a:lnTo>
                    <a:pt x="3745" y="765"/>
                  </a:lnTo>
                  <a:cubicBezTo>
                    <a:pt x="3721" y="324"/>
                    <a:pt x="3721" y="0"/>
                    <a:pt x="3721"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0"/>
            <p:cNvSpPr/>
            <p:nvPr/>
          </p:nvSpPr>
          <p:spPr>
            <a:xfrm>
              <a:off x="3671333" y="2259386"/>
              <a:ext cx="72953" cy="14902"/>
            </a:xfrm>
            <a:custGeom>
              <a:avLst/>
              <a:gdLst/>
              <a:ahLst/>
              <a:cxnLst/>
              <a:rect l="l" t="t" r="r" b="b"/>
              <a:pathLst>
                <a:path w="3745" h="765" extrusionOk="0">
                  <a:moveTo>
                    <a:pt x="24" y="0"/>
                  </a:moveTo>
                  <a:cubicBezTo>
                    <a:pt x="24" y="0"/>
                    <a:pt x="24" y="324"/>
                    <a:pt x="1" y="765"/>
                  </a:cubicBezTo>
                  <a:lnTo>
                    <a:pt x="3745" y="765"/>
                  </a:lnTo>
                  <a:cubicBezTo>
                    <a:pt x="3721" y="324"/>
                    <a:pt x="3721" y="0"/>
                    <a:pt x="372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0"/>
            <p:cNvSpPr/>
            <p:nvPr/>
          </p:nvSpPr>
          <p:spPr>
            <a:xfrm>
              <a:off x="3546760" y="2027069"/>
              <a:ext cx="322102" cy="184709"/>
            </a:xfrm>
            <a:custGeom>
              <a:avLst/>
              <a:gdLst/>
              <a:ahLst/>
              <a:cxnLst/>
              <a:rect l="l" t="t" r="r" b="b"/>
              <a:pathLst>
                <a:path w="16535" h="9482" extrusionOk="0">
                  <a:moveTo>
                    <a:pt x="418" y="0"/>
                  </a:moveTo>
                  <a:cubicBezTo>
                    <a:pt x="171" y="0"/>
                    <a:pt x="0" y="200"/>
                    <a:pt x="0" y="418"/>
                  </a:cubicBezTo>
                  <a:lnTo>
                    <a:pt x="0" y="9481"/>
                  </a:lnTo>
                  <a:lnTo>
                    <a:pt x="16535" y="9481"/>
                  </a:lnTo>
                  <a:lnTo>
                    <a:pt x="16535" y="418"/>
                  </a:lnTo>
                  <a:cubicBezTo>
                    <a:pt x="16535" y="200"/>
                    <a:pt x="16335" y="0"/>
                    <a:pt x="16117" y="0"/>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0"/>
            <p:cNvSpPr/>
            <p:nvPr/>
          </p:nvSpPr>
          <p:spPr>
            <a:xfrm>
              <a:off x="3546760" y="2027069"/>
              <a:ext cx="322102" cy="33915"/>
            </a:xfrm>
            <a:custGeom>
              <a:avLst/>
              <a:gdLst/>
              <a:ahLst/>
              <a:cxnLst/>
              <a:rect l="l" t="t" r="r" b="b"/>
              <a:pathLst>
                <a:path w="16535" h="1741" extrusionOk="0">
                  <a:moveTo>
                    <a:pt x="418" y="0"/>
                  </a:moveTo>
                  <a:cubicBezTo>
                    <a:pt x="171" y="0"/>
                    <a:pt x="0" y="200"/>
                    <a:pt x="0" y="418"/>
                  </a:cubicBezTo>
                  <a:lnTo>
                    <a:pt x="0" y="1740"/>
                  </a:lnTo>
                  <a:lnTo>
                    <a:pt x="16535" y="1740"/>
                  </a:lnTo>
                  <a:lnTo>
                    <a:pt x="16535" y="418"/>
                  </a:lnTo>
                  <a:cubicBezTo>
                    <a:pt x="16535" y="200"/>
                    <a:pt x="16335" y="0"/>
                    <a:pt x="16117"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0"/>
            <p:cNvSpPr/>
            <p:nvPr/>
          </p:nvSpPr>
          <p:spPr>
            <a:xfrm>
              <a:off x="3845950" y="2027069"/>
              <a:ext cx="22908" cy="33915"/>
            </a:xfrm>
            <a:custGeom>
              <a:avLst/>
              <a:gdLst/>
              <a:ahLst/>
              <a:cxnLst/>
              <a:rect l="l" t="t" r="r" b="b"/>
              <a:pathLst>
                <a:path w="1176" h="1741" extrusionOk="0">
                  <a:moveTo>
                    <a:pt x="0" y="0"/>
                  </a:moveTo>
                  <a:cubicBezTo>
                    <a:pt x="218" y="0"/>
                    <a:pt x="412" y="200"/>
                    <a:pt x="412" y="418"/>
                  </a:cubicBezTo>
                  <a:lnTo>
                    <a:pt x="412" y="1740"/>
                  </a:lnTo>
                  <a:lnTo>
                    <a:pt x="1176" y="1740"/>
                  </a:lnTo>
                  <a:lnTo>
                    <a:pt x="1176" y="418"/>
                  </a:lnTo>
                  <a:cubicBezTo>
                    <a:pt x="1176" y="224"/>
                    <a:pt x="1029" y="24"/>
                    <a:pt x="805" y="0"/>
                  </a:cubicBez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0"/>
            <p:cNvSpPr/>
            <p:nvPr/>
          </p:nvSpPr>
          <p:spPr>
            <a:xfrm>
              <a:off x="3568285" y="2038523"/>
              <a:ext cx="11474" cy="11454"/>
            </a:xfrm>
            <a:custGeom>
              <a:avLst/>
              <a:gdLst/>
              <a:ahLst/>
              <a:cxnLst/>
              <a:rect l="l" t="t" r="r" b="b"/>
              <a:pathLst>
                <a:path w="589" h="588" extrusionOk="0">
                  <a:moveTo>
                    <a:pt x="294" y="0"/>
                  </a:moveTo>
                  <a:cubicBezTo>
                    <a:pt x="147" y="0"/>
                    <a:pt x="1" y="147"/>
                    <a:pt x="1" y="294"/>
                  </a:cubicBezTo>
                  <a:cubicBezTo>
                    <a:pt x="1" y="464"/>
                    <a:pt x="147" y="588"/>
                    <a:pt x="294" y="588"/>
                  </a:cubicBezTo>
                  <a:cubicBezTo>
                    <a:pt x="441" y="588"/>
                    <a:pt x="588" y="464"/>
                    <a:pt x="588" y="294"/>
                  </a:cubicBezTo>
                  <a:cubicBezTo>
                    <a:pt x="588" y="147"/>
                    <a:pt x="441" y="0"/>
                    <a:pt x="29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0"/>
            <p:cNvSpPr/>
            <p:nvPr/>
          </p:nvSpPr>
          <p:spPr>
            <a:xfrm>
              <a:off x="3590609" y="2038523"/>
              <a:ext cx="11006" cy="11454"/>
            </a:xfrm>
            <a:custGeom>
              <a:avLst/>
              <a:gdLst/>
              <a:ahLst/>
              <a:cxnLst/>
              <a:rect l="l" t="t" r="r" b="b"/>
              <a:pathLst>
                <a:path w="565" h="588" extrusionOk="0">
                  <a:moveTo>
                    <a:pt x="271" y="0"/>
                  </a:moveTo>
                  <a:cubicBezTo>
                    <a:pt x="124" y="0"/>
                    <a:pt x="1" y="147"/>
                    <a:pt x="1" y="294"/>
                  </a:cubicBezTo>
                  <a:cubicBezTo>
                    <a:pt x="1" y="464"/>
                    <a:pt x="124" y="588"/>
                    <a:pt x="271" y="588"/>
                  </a:cubicBezTo>
                  <a:cubicBezTo>
                    <a:pt x="442" y="588"/>
                    <a:pt x="565" y="464"/>
                    <a:pt x="565" y="294"/>
                  </a:cubicBezTo>
                  <a:cubicBezTo>
                    <a:pt x="565" y="147"/>
                    <a:pt x="442" y="0"/>
                    <a:pt x="27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0"/>
            <p:cNvSpPr/>
            <p:nvPr/>
          </p:nvSpPr>
          <p:spPr>
            <a:xfrm>
              <a:off x="3612601" y="2038523"/>
              <a:ext cx="11006" cy="11454"/>
            </a:xfrm>
            <a:custGeom>
              <a:avLst/>
              <a:gdLst/>
              <a:ahLst/>
              <a:cxnLst/>
              <a:rect l="l" t="t" r="r" b="b"/>
              <a:pathLst>
                <a:path w="565" h="588" extrusionOk="0">
                  <a:moveTo>
                    <a:pt x="294" y="0"/>
                  </a:moveTo>
                  <a:cubicBezTo>
                    <a:pt x="124" y="0"/>
                    <a:pt x="0" y="147"/>
                    <a:pt x="0" y="294"/>
                  </a:cubicBezTo>
                  <a:cubicBezTo>
                    <a:pt x="0" y="464"/>
                    <a:pt x="124" y="588"/>
                    <a:pt x="294" y="588"/>
                  </a:cubicBezTo>
                  <a:cubicBezTo>
                    <a:pt x="441" y="588"/>
                    <a:pt x="564" y="464"/>
                    <a:pt x="564" y="294"/>
                  </a:cubicBezTo>
                  <a:cubicBezTo>
                    <a:pt x="564" y="147"/>
                    <a:pt x="441" y="0"/>
                    <a:pt x="29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0"/>
            <p:cNvSpPr/>
            <p:nvPr/>
          </p:nvSpPr>
          <p:spPr>
            <a:xfrm>
              <a:off x="3612601" y="2095307"/>
              <a:ext cx="26240" cy="62998"/>
            </a:xfrm>
            <a:custGeom>
              <a:avLst/>
              <a:gdLst/>
              <a:ahLst/>
              <a:cxnLst/>
              <a:rect l="l" t="t" r="r" b="b"/>
              <a:pathLst>
                <a:path w="1347" h="3234" extrusionOk="0">
                  <a:moveTo>
                    <a:pt x="664" y="0"/>
                  </a:moveTo>
                  <a:cubicBezTo>
                    <a:pt x="517" y="0"/>
                    <a:pt x="394" y="124"/>
                    <a:pt x="394" y="271"/>
                  </a:cubicBezTo>
                  <a:lnTo>
                    <a:pt x="394" y="688"/>
                  </a:lnTo>
                  <a:lnTo>
                    <a:pt x="294" y="688"/>
                  </a:lnTo>
                  <a:cubicBezTo>
                    <a:pt x="124" y="688"/>
                    <a:pt x="0" y="812"/>
                    <a:pt x="0" y="982"/>
                  </a:cubicBezTo>
                  <a:cubicBezTo>
                    <a:pt x="0" y="1129"/>
                    <a:pt x="124" y="1252"/>
                    <a:pt x="294" y="1252"/>
                  </a:cubicBezTo>
                  <a:lnTo>
                    <a:pt x="394" y="1252"/>
                  </a:lnTo>
                  <a:lnTo>
                    <a:pt x="394" y="2939"/>
                  </a:lnTo>
                  <a:cubicBezTo>
                    <a:pt x="394" y="3110"/>
                    <a:pt x="517" y="3233"/>
                    <a:pt x="664" y="3233"/>
                  </a:cubicBezTo>
                  <a:cubicBezTo>
                    <a:pt x="835" y="3233"/>
                    <a:pt x="958" y="3110"/>
                    <a:pt x="958" y="2939"/>
                  </a:cubicBezTo>
                  <a:lnTo>
                    <a:pt x="958" y="1252"/>
                  </a:lnTo>
                  <a:lnTo>
                    <a:pt x="1052" y="1252"/>
                  </a:lnTo>
                  <a:cubicBezTo>
                    <a:pt x="1223" y="1252"/>
                    <a:pt x="1346" y="1129"/>
                    <a:pt x="1346" y="982"/>
                  </a:cubicBezTo>
                  <a:cubicBezTo>
                    <a:pt x="1346" y="812"/>
                    <a:pt x="1223" y="688"/>
                    <a:pt x="1052" y="688"/>
                  </a:cubicBezTo>
                  <a:lnTo>
                    <a:pt x="958" y="688"/>
                  </a:lnTo>
                  <a:lnTo>
                    <a:pt x="958" y="271"/>
                  </a:lnTo>
                  <a:cubicBezTo>
                    <a:pt x="958" y="124"/>
                    <a:pt x="835" y="0"/>
                    <a:pt x="66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0"/>
            <p:cNvSpPr/>
            <p:nvPr/>
          </p:nvSpPr>
          <p:spPr>
            <a:xfrm>
              <a:off x="3646496" y="2095307"/>
              <a:ext cx="25772" cy="62998"/>
            </a:xfrm>
            <a:custGeom>
              <a:avLst/>
              <a:gdLst/>
              <a:ahLst/>
              <a:cxnLst/>
              <a:rect l="l" t="t" r="r" b="b"/>
              <a:pathLst>
                <a:path w="1323" h="3234" extrusionOk="0">
                  <a:moveTo>
                    <a:pt x="658" y="0"/>
                  </a:moveTo>
                  <a:cubicBezTo>
                    <a:pt x="511" y="0"/>
                    <a:pt x="364" y="124"/>
                    <a:pt x="364" y="271"/>
                  </a:cubicBezTo>
                  <a:lnTo>
                    <a:pt x="364" y="688"/>
                  </a:lnTo>
                  <a:lnTo>
                    <a:pt x="270" y="688"/>
                  </a:lnTo>
                  <a:cubicBezTo>
                    <a:pt x="123" y="688"/>
                    <a:pt x="0" y="812"/>
                    <a:pt x="0" y="982"/>
                  </a:cubicBezTo>
                  <a:cubicBezTo>
                    <a:pt x="0" y="1129"/>
                    <a:pt x="123" y="1252"/>
                    <a:pt x="270" y="1252"/>
                  </a:cubicBezTo>
                  <a:lnTo>
                    <a:pt x="364" y="1252"/>
                  </a:lnTo>
                  <a:lnTo>
                    <a:pt x="364" y="2939"/>
                  </a:lnTo>
                  <a:cubicBezTo>
                    <a:pt x="364" y="3110"/>
                    <a:pt x="511" y="3233"/>
                    <a:pt x="658" y="3233"/>
                  </a:cubicBezTo>
                  <a:cubicBezTo>
                    <a:pt x="805" y="3233"/>
                    <a:pt x="952" y="3110"/>
                    <a:pt x="952" y="2939"/>
                  </a:cubicBezTo>
                  <a:lnTo>
                    <a:pt x="952" y="1252"/>
                  </a:lnTo>
                  <a:lnTo>
                    <a:pt x="1052" y="1252"/>
                  </a:lnTo>
                  <a:cubicBezTo>
                    <a:pt x="1199" y="1252"/>
                    <a:pt x="1323" y="1129"/>
                    <a:pt x="1323" y="982"/>
                  </a:cubicBezTo>
                  <a:cubicBezTo>
                    <a:pt x="1323" y="812"/>
                    <a:pt x="1199" y="688"/>
                    <a:pt x="1052" y="688"/>
                  </a:cubicBezTo>
                  <a:lnTo>
                    <a:pt x="952" y="688"/>
                  </a:lnTo>
                  <a:lnTo>
                    <a:pt x="952" y="271"/>
                  </a:lnTo>
                  <a:cubicBezTo>
                    <a:pt x="952" y="124"/>
                    <a:pt x="805" y="0"/>
                    <a:pt x="6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0"/>
            <p:cNvSpPr/>
            <p:nvPr/>
          </p:nvSpPr>
          <p:spPr>
            <a:xfrm>
              <a:off x="3727104" y="2111943"/>
              <a:ext cx="34811" cy="45895"/>
            </a:xfrm>
            <a:custGeom>
              <a:avLst/>
              <a:gdLst/>
              <a:ahLst/>
              <a:cxnLst/>
              <a:rect l="l" t="t" r="r" b="b"/>
              <a:pathLst>
                <a:path w="1787" h="2356" extrusionOk="0">
                  <a:moveTo>
                    <a:pt x="936" y="0"/>
                  </a:moveTo>
                  <a:cubicBezTo>
                    <a:pt x="840" y="0"/>
                    <a:pt x="738" y="15"/>
                    <a:pt x="635" y="52"/>
                  </a:cubicBezTo>
                  <a:cubicBezTo>
                    <a:pt x="370" y="128"/>
                    <a:pt x="170" y="346"/>
                    <a:pt x="147" y="592"/>
                  </a:cubicBezTo>
                  <a:cubicBezTo>
                    <a:pt x="123" y="763"/>
                    <a:pt x="170" y="1010"/>
                    <a:pt x="294" y="1133"/>
                  </a:cubicBezTo>
                  <a:cubicBezTo>
                    <a:pt x="488" y="1304"/>
                    <a:pt x="782" y="1374"/>
                    <a:pt x="1005" y="1451"/>
                  </a:cubicBezTo>
                  <a:cubicBezTo>
                    <a:pt x="1105" y="1498"/>
                    <a:pt x="1199" y="1574"/>
                    <a:pt x="1199" y="1621"/>
                  </a:cubicBezTo>
                  <a:cubicBezTo>
                    <a:pt x="1176" y="1692"/>
                    <a:pt x="1105" y="1791"/>
                    <a:pt x="929" y="1791"/>
                  </a:cubicBezTo>
                  <a:cubicBezTo>
                    <a:pt x="782" y="1791"/>
                    <a:pt x="635" y="1721"/>
                    <a:pt x="541" y="1621"/>
                  </a:cubicBezTo>
                  <a:cubicBezTo>
                    <a:pt x="473" y="1553"/>
                    <a:pt x="392" y="1516"/>
                    <a:pt x="311" y="1516"/>
                  </a:cubicBezTo>
                  <a:cubicBezTo>
                    <a:pt x="245" y="1516"/>
                    <a:pt x="179" y="1542"/>
                    <a:pt x="123" y="1598"/>
                  </a:cubicBezTo>
                  <a:cubicBezTo>
                    <a:pt x="0" y="1692"/>
                    <a:pt x="0" y="1868"/>
                    <a:pt x="100" y="1985"/>
                  </a:cubicBezTo>
                  <a:cubicBezTo>
                    <a:pt x="317" y="2232"/>
                    <a:pt x="611" y="2356"/>
                    <a:pt x="929" y="2356"/>
                  </a:cubicBezTo>
                  <a:cubicBezTo>
                    <a:pt x="1346" y="2356"/>
                    <a:pt x="1693" y="2085"/>
                    <a:pt x="1740" y="1721"/>
                  </a:cubicBezTo>
                  <a:cubicBezTo>
                    <a:pt x="1787" y="1451"/>
                    <a:pt x="1693" y="1104"/>
                    <a:pt x="1199" y="910"/>
                  </a:cubicBezTo>
                  <a:cubicBezTo>
                    <a:pt x="982" y="839"/>
                    <a:pt x="782" y="763"/>
                    <a:pt x="711" y="739"/>
                  </a:cubicBezTo>
                  <a:lnTo>
                    <a:pt x="711" y="692"/>
                  </a:lnTo>
                  <a:cubicBezTo>
                    <a:pt x="711" y="639"/>
                    <a:pt x="758" y="616"/>
                    <a:pt x="811" y="592"/>
                  </a:cubicBezTo>
                  <a:cubicBezTo>
                    <a:pt x="850" y="579"/>
                    <a:pt x="888" y="573"/>
                    <a:pt x="924" y="573"/>
                  </a:cubicBezTo>
                  <a:cubicBezTo>
                    <a:pt x="1092" y="573"/>
                    <a:pt x="1223" y="692"/>
                    <a:pt x="1223" y="692"/>
                  </a:cubicBezTo>
                  <a:cubicBezTo>
                    <a:pt x="1276" y="733"/>
                    <a:pt x="1344" y="752"/>
                    <a:pt x="1411" y="752"/>
                  </a:cubicBezTo>
                  <a:cubicBezTo>
                    <a:pt x="1499" y="752"/>
                    <a:pt x="1587" y="720"/>
                    <a:pt x="1640" y="663"/>
                  </a:cubicBezTo>
                  <a:cubicBezTo>
                    <a:pt x="1740" y="545"/>
                    <a:pt x="1716" y="346"/>
                    <a:pt x="1593" y="252"/>
                  </a:cubicBezTo>
                  <a:cubicBezTo>
                    <a:pt x="1482" y="141"/>
                    <a:pt x="1232" y="0"/>
                    <a:pt x="93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0"/>
            <p:cNvSpPr/>
            <p:nvPr/>
          </p:nvSpPr>
          <p:spPr>
            <a:xfrm>
              <a:off x="3571148" y="2095307"/>
              <a:ext cx="35746" cy="62998"/>
            </a:xfrm>
            <a:custGeom>
              <a:avLst/>
              <a:gdLst/>
              <a:ahLst/>
              <a:cxnLst/>
              <a:rect l="l" t="t" r="r" b="b"/>
              <a:pathLst>
                <a:path w="1835" h="3234" extrusionOk="0">
                  <a:moveTo>
                    <a:pt x="294" y="0"/>
                  </a:moveTo>
                  <a:cubicBezTo>
                    <a:pt x="118" y="0"/>
                    <a:pt x="0" y="124"/>
                    <a:pt x="0" y="271"/>
                  </a:cubicBezTo>
                  <a:lnTo>
                    <a:pt x="0" y="2939"/>
                  </a:lnTo>
                  <a:cubicBezTo>
                    <a:pt x="0" y="3110"/>
                    <a:pt x="118" y="3233"/>
                    <a:pt x="294" y="3233"/>
                  </a:cubicBezTo>
                  <a:cubicBezTo>
                    <a:pt x="441" y="3233"/>
                    <a:pt x="559" y="3110"/>
                    <a:pt x="559" y="2939"/>
                  </a:cubicBezTo>
                  <a:lnTo>
                    <a:pt x="559" y="2034"/>
                  </a:lnTo>
                  <a:cubicBezTo>
                    <a:pt x="559" y="1693"/>
                    <a:pt x="735" y="1446"/>
                    <a:pt x="953" y="1446"/>
                  </a:cubicBezTo>
                  <a:cubicBezTo>
                    <a:pt x="1100" y="1446"/>
                    <a:pt x="1123" y="1493"/>
                    <a:pt x="1147" y="1517"/>
                  </a:cubicBezTo>
                  <a:cubicBezTo>
                    <a:pt x="1200" y="1546"/>
                    <a:pt x="1270" y="1664"/>
                    <a:pt x="1270" y="2034"/>
                  </a:cubicBezTo>
                  <a:lnTo>
                    <a:pt x="1270" y="2939"/>
                  </a:lnTo>
                  <a:cubicBezTo>
                    <a:pt x="1270" y="3110"/>
                    <a:pt x="1393" y="3233"/>
                    <a:pt x="1540" y="3233"/>
                  </a:cubicBezTo>
                  <a:cubicBezTo>
                    <a:pt x="1711" y="3233"/>
                    <a:pt x="1834" y="3110"/>
                    <a:pt x="1834" y="2939"/>
                  </a:cubicBezTo>
                  <a:lnTo>
                    <a:pt x="1834" y="2034"/>
                  </a:lnTo>
                  <a:cubicBezTo>
                    <a:pt x="1834" y="1593"/>
                    <a:pt x="1734" y="1299"/>
                    <a:pt x="1564" y="1106"/>
                  </a:cubicBezTo>
                  <a:cubicBezTo>
                    <a:pt x="1417" y="959"/>
                    <a:pt x="1200" y="882"/>
                    <a:pt x="953" y="882"/>
                  </a:cubicBezTo>
                  <a:cubicBezTo>
                    <a:pt x="806" y="882"/>
                    <a:pt x="682" y="906"/>
                    <a:pt x="559" y="982"/>
                  </a:cubicBezTo>
                  <a:lnTo>
                    <a:pt x="559" y="271"/>
                  </a:lnTo>
                  <a:cubicBezTo>
                    <a:pt x="559" y="124"/>
                    <a:pt x="441" y="0"/>
                    <a:pt x="29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0"/>
            <p:cNvSpPr/>
            <p:nvPr/>
          </p:nvSpPr>
          <p:spPr>
            <a:xfrm>
              <a:off x="3790978" y="2105515"/>
              <a:ext cx="29688" cy="52791"/>
            </a:xfrm>
            <a:custGeom>
              <a:avLst/>
              <a:gdLst/>
              <a:ahLst/>
              <a:cxnLst/>
              <a:rect l="l" t="t" r="r" b="b"/>
              <a:pathLst>
                <a:path w="1524" h="2710" extrusionOk="0">
                  <a:moveTo>
                    <a:pt x="1203" y="0"/>
                  </a:moveTo>
                  <a:cubicBezTo>
                    <a:pt x="1085" y="0"/>
                    <a:pt x="972" y="72"/>
                    <a:pt x="935" y="188"/>
                  </a:cubicBezTo>
                  <a:lnTo>
                    <a:pt x="77" y="2315"/>
                  </a:lnTo>
                  <a:cubicBezTo>
                    <a:pt x="1" y="2515"/>
                    <a:pt x="148" y="2709"/>
                    <a:pt x="348" y="2709"/>
                  </a:cubicBezTo>
                  <a:cubicBezTo>
                    <a:pt x="471" y="2709"/>
                    <a:pt x="565" y="2639"/>
                    <a:pt x="618" y="2539"/>
                  </a:cubicBezTo>
                  <a:lnTo>
                    <a:pt x="1470" y="382"/>
                  </a:lnTo>
                  <a:cubicBezTo>
                    <a:pt x="1523" y="235"/>
                    <a:pt x="1447" y="88"/>
                    <a:pt x="1300" y="17"/>
                  </a:cubicBezTo>
                  <a:cubicBezTo>
                    <a:pt x="1268" y="6"/>
                    <a:pt x="1236" y="0"/>
                    <a:pt x="120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0"/>
            <p:cNvSpPr/>
            <p:nvPr/>
          </p:nvSpPr>
          <p:spPr>
            <a:xfrm>
              <a:off x="3815834" y="2105515"/>
              <a:ext cx="29103" cy="52791"/>
            </a:xfrm>
            <a:custGeom>
              <a:avLst/>
              <a:gdLst/>
              <a:ahLst/>
              <a:cxnLst/>
              <a:rect l="l" t="t" r="r" b="b"/>
              <a:pathLst>
                <a:path w="1494" h="2710" extrusionOk="0">
                  <a:moveTo>
                    <a:pt x="1182" y="0"/>
                  </a:moveTo>
                  <a:cubicBezTo>
                    <a:pt x="1069" y="0"/>
                    <a:pt x="966" y="72"/>
                    <a:pt x="906" y="188"/>
                  </a:cubicBezTo>
                  <a:lnTo>
                    <a:pt x="77" y="2315"/>
                  </a:lnTo>
                  <a:cubicBezTo>
                    <a:pt x="0" y="2462"/>
                    <a:pt x="77" y="2639"/>
                    <a:pt x="224" y="2686"/>
                  </a:cubicBezTo>
                  <a:cubicBezTo>
                    <a:pt x="247" y="2709"/>
                    <a:pt x="294" y="2709"/>
                    <a:pt x="318" y="2709"/>
                  </a:cubicBezTo>
                  <a:cubicBezTo>
                    <a:pt x="441" y="2709"/>
                    <a:pt x="541" y="2639"/>
                    <a:pt x="588" y="2539"/>
                  </a:cubicBezTo>
                  <a:lnTo>
                    <a:pt x="1446" y="382"/>
                  </a:lnTo>
                  <a:cubicBezTo>
                    <a:pt x="1493" y="235"/>
                    <a:pt x="1423" y="88"/>
                    <a:pt x="1276" y="17"/>
                  </a:cubicBezTo>
                  <a:cubicBezTo>
                    <a:pt x="1244" y="6"/>
                    <a:pt x="1213" y="0"/>
                    <a:pt x="11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0"/>
            <p:cNvSpPr/>
            <p:nvPr/>
          </p:nvSpPr>
          <p:spPr>
            <a:xfrm>
              <a:off x="3680372" y="2112021"/>
              <a:ext cx="42505" cy="62083"/>
            </a:xfrm>
            <a:custGeom>
              <a:avLst/>
              <a:gdLst/>
              <a:ahLst/>
              <a:cxnLst/>
              <a:rect l="l" t="t" r="r" b="b"/>
              <a:pathLst>
                <a:path w="2182" h="3187" extrusionOk="0">
                  <a:moveTo>
                    <a:pt x="1077" y="565"/>
                  </a:moveTo>
                  <a:cubicBezTo>
                    <a:pt x="1370" y="565"/>
                    <a:pt x="1617" y="806"/>
                    <a:pt x="1617" y="1076"/>
                  </a:cubicBezTo>
                  <a:cubicBezTo>
                    <a:pt x="1617" y="1370"/>
                    <a:pt x="1370" y="1594"/>
                    <a:pt x="1077" y="1594"/>
                  </a:cubicBezTo>
                  <a:cubicBezTo>
                    <a:pt x="806" y="1594"/>
                    <a:pt x="565" y="1370"/>
                    <a:pt x="565" y="1076"/>
                  </a:cubicBezTo>
                  <a:cubicBezTo>
                    <a:pt x="565" y="806"/>
                    <a:pt x="806" y="565"/>
                    <a:pt x="1077" y="565"/>
                  </a:cubicBezTo>
                  <a:close/>
                  <a:moveTo>
                    <a:pt x="295" y="1"/>
                  </a:moveTo>
                  <a:cubicBezTo>
                    <a:pt x="124" y="1"/>
                    <a:pt x="1" y="124"/>
                    <a:pt x="1" y="295"/>
                  </a:cubicBezTo>
                  <a:lnTo>
                    <a:pt x="1" y="2893"/>
                  </a:lnTo>
                  <a:cubicBezTo>
                    <a:pt x="1" y="3063"/>
                    <a:pt x="124" y="3186"/>
                    <a:pt x="295" y="3186"/>
                  </a:cubicBezTo>
                  <a:cubicBezTo>
                    <a:pt x="442" y="3186"/>
                    <a:pt x="565" y="3063"/>
                    <a:pt x="565" y="2893"/>
                  </a:cubicBezTo>
                  <a:lnTo>
                    <a:pt x="565" y="2034"/>
                  </a:lnTo>
                  <a:cubicBezTo>
                    <a:pt x="736" y="2128"/>
                    <a:pt x="906" y="2181"/>
                    <a:pt x="1077" y="2181"/>
                  </a:cubicBezTo>
                  <a:cubicBezTo>
                    <a:pt x="1688" y="2181"/>
                    <a:pt x="2182" y="1688"/>
                    <a:pt x="2182" y="1076"/>
                  </a:cubicBezTo>
                  <a:cubicBezTo>
                    <a:pt x="2182" y="489"/>
                    <a:pt x="1688" y="1"/>
                    <a:pt x="1077" y="1"/>
                  </a:cubicBezTo>
                  <a:cubicBezTo>
                    <a:pt x="883" y="1"/>
                    <a:pt x="712" y="48"/>
                    <a:pt x="536" y="148"/>
                  </a:cubicBezTo>
                  <a:cubicBezTo>
                    <a:pt x="489" y="48"/>
                    <a:pt x="389" y="1"/>
                    <a:pt x="29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0"/>
            <p:cNvSpPr/>
            <p:nvPr/>
          </p:nvSpPr>
          <p:spPr>
            <a:xfrm>
              <a:off x="3772433" y="2118215"/>
              <a:ext cx="11006" cy="11454"/>
            </a:xfrm>
            <a:custGeom>
              <a:avLst/>
              <a:gdLst/>
              <a:ahLst/>
              <a:cxnLst/>
              <a:rect l="l" t="t" r="r" b="b"/>
              <a:pathLst>
                <a:path w="565" h="588" extrusionOk="0">
                  <a:moveTo>
                    <a:pt x="295" y="0"/>
                  </a:moveTo>
                  <a:cubicBezTo>
                    <a:pt x="124" y="0"/>
                    <a:pt x="1" y="147"/>
                    <a:pt x="1" y="294"/>
                  </a:cubicBezTo>
                  <a:cubicBezTo>
                    <a:pt x="1" y="441"/>
                    <a:pt x="124" y="588"/>
                    <a:pt x="295" y="588"/>
                  </a:cubicBezTo>
                  <a:cubicBezTo>
                    <a:pt x="441" y="588"/>
                    <a:pt x="565" y="441"/>
                    <a:pt x="565" y="294"/>
                  </a:cubicBezTo>
                  <a:cubicBezTo>
                    <a:pt x="565" y="147"/>
                    <a:pt x="441" y="0"/>
                    <a:pt x="29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0"/>
            <p:cNvSpPr/>
            <p:nvPr/>
          </p:nvSpPr>
          <p:spPr>
            <a:xfrm>
              <a:off x="3772433" y="2140656"/>
              <a:ext cx="11006" cy="11006"/>
            </a:xfrm>
            <a:custGeom>
              <a:avLst/>
              <a:gdLst/>
              <a:ahLst/>
              <a:cxnLst/>
              <a:rect l="l" t="t" r="r" b="b"/>
              <a:pathLst>
                <a:path w="565" h="565" extrusionOk="0">
                  <a:moveTo>
                    <a:pt x="295" y="0"/>
                  </a:moveTo>
                  <a:cubicBezTo>
                    <a:pt x="124" y="0"/>
                    <a:pt x="1" y="124"/>
                    <a:pt x="1" y="270"/>
                  </a:cubicBezTo>
                  <a:cubicBezTo>
                    <a:pt x="1" y="441"/>
                    <a:pt x="124" y="564"/>
                    <a:pt x="295" y="564"/>
                  </a:cubicBezTo>
                  <a:cubicBezTo>
                    <a:pt x="441" y="564"/>
                    <a:pt x="565" y="441"/>
                    <a:pt x="565" y="270"/>
                  </a:cubicBezTo>
                  <a:cubicBezTo>
                    <a:pt x="565" y="124"/>
                    <a:pt x="441" y="0"/>
                    <a:pt x="29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0"/>
            <p:cNvSpPr/>
            <p:nvPr/>
          </p:nvSpPr>
          <p:spPr>
            <a:xfrm>
              <a:off x="3689430" y="2229835"/>
              <a:ext cx="36778" cy="11026"/>
            </a:xfrm>
            <a:custGeom>
              <a:avLst/>
              <a:gdLst/>
              <a:ahLst/>
              <a:cxnLst/>
              <a:rect l="l" t="t" r="r" b="b"/>
              <a:pathLst>
                <a:path w="1888" h="566" extrusionOk="0">
                  <a:moveTo>
                    <a:pt x="294" y="1"/>
                  </a:moveTo>
                  <a:cubicBezTo>
                    <a:pt x="124" y="1"/>
                    <a:pt x="0" y="124"/>
                    <a:pt x="0" y="295"/>
                  </a:cubicBezTo>
                  <a:cubicBezTo>
                    <a:pt x="0" y="442"/>
                    <a:pt x="124" y="565"/>
                    <a:pt x="294" y="565"/>
                  </a:cubicBezTo>
                  <a:lnTo>
                    <a:pt x="1593" y="565"/>
                  </a:lnTo>
                  <a:cubicBezTo>
                    <a:pt x="1740" y="565"/>
                    <a:pt x="1887" y="442"/>
                    <a:pt x="1887" y="295"/>
                  </a:cubicBezTo>
                  <a:cubicBezTo>
                    <a:pt x="1887" y="124"/>
                    <a:pt x="1740" y="1"/>
                    <a:pt x="159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0"/>
            <p:cNvSpPr/>
            <p:nvPr/>
          </p:nvSpPr>
          <p:spPr>
            <a:xfrm>
              <a:off x="3517676" y="1996038"/>
              <a:ext cx="379821" cy="326913"/>
            </a:xfrm>
            <a:custGeom>
              <a:avLst/>
              <a:gdLst/>
              <a:ahLst/>
              <a:cxnLst/>
              <a:rect l="l" t="t" r="r" b="b"/>
              <a:pathLst>
                <a:path w="19498" h="16782" extrusionOk="0">
                  <a:moveTo>
                    <a:pt x="17734" y="3627"/>
                  </a:moveTo>
                  <a:lnTo>
                    <a:pt x="17734" y="10780"/>
                  </a:lnTo>
                  <a:lnTo>
                    <a:pt x="1764" y="10780"/>
                  </a:lnTo>
                  <a:lnTo>
                    <a:pt x="1764" y="3627"/>
                  </a:lnTo>
                  <a:close/>
                  <a:moveTo>
                    <a:pt x="18933" y="11345"/>
                  </a:moveTo>
                  <a:lnTo>
                    <a:pt x="18933" y="12544"/>
                  </a:lnTo>
                  <a:cubicBezTo>
                    <a:pt x="18933" y="12932"/>
                    <a:pt x="18639" y="13225"/>
                    <a:pt x="18245" y="13225"/>
                  </a:cubicBezTo>
                  <a:lnTo>
                    <a:pt x="1247" y="13225"/>
                  </a:lnTo>
                  <a:cubicBezTo>
                    <a:pt x="882" y="13225"/>
                    <a:pt x="588" y="12932"/>
                    <a:pt x="588" y="12544"/>
                  </a:cubicBezTo>
                  <a:lnTo>
                    <a:pt x="588" y="11345"/>
                  </a:lnTo>
                  <a:close/>
                  <a:moveTo>
                    <a:pt x="11315" y="13790"/>
                  </a:moveTo>
                  <a:cubicBezTo>
                    <a:pt x="11339" y="14331"/>
                    <a:pt x="11386" y="15459"/>
                    <a:pt x="11533" y="16194"/>
                  </a:cubicBezTo>
                  <a:lnTo>
                    <a:pt x="7959" y="16194"/>
                  </a:lnTo>
                  <a:cubicBezTo>
                    <a:pt x="8130" y="15459"/>
                    <a:pt x="8182" y="14331"/>
                    <a:pt x="8182" y="13790"/>
                  </a:cubicBezTo>
                  <a:close/>
                  <a:moveTo>
                    <a:pt x="1247" y="0"/>
                  </a:moveTo>
                  <a:cubicBezTo>
                    <a:pt x="565" y="0"/>
                    <a:pt x="1" y="565"/>
                    <a:pt x="1" y="1252"/>
                  </a:cubicBezTo>
                  <a:lnTo>
                    <a:pt x="1" y="5096"/>
                  </a:lnTo>
                  <a:cubicBezTo>
                    <a:pt x="1" y="5243"/>
                    <a:pt x="147" y="5390"/>
                    <a:pt x="294" y="5390"/>
                  </a:cubicBezTo>
                  <a:cubicBezTo>
                    <a:pt x="465" y="5390"/>
                    <a:pt x="588" y="5243"/>
                    <a:pt x="588" y="5096"/>
                  </a:cubicBezTo>
                  <a:lnTo>
                    <a:pt x="588" y="1252"/>
                  </a:lnTo>
                  <a:cubicBezTo>
                    <a:pt x="588" y="882"/>
                    <a:pt x="882" y="565"/>
                    <a:pt x="1247" y="565"/>
                  </a:cubicBezTo>
                  <a:lnTo>
                    <a:pt x="18245" y="565"/>
                  </a:lnTo>
                  <a:cubicBezTo>
                    <a:pt x="18639" y="565"/>
                    <a:pt x="18933" y="882"/>
                    <a:pt x="18933" y="1252"/>
                  </a:cubicBezTo>
                  <a:lnTo>
                    <a:pt x="18933" y="10780"/>
                  </a:lnTo>
                  <a:lnTo>
                    <a:pt x="18322" y="10780"/>
                  </a:lnTo>
                  <a:lnTo>
                    <a:pt x="18322" y="2011"/>
                  </a:lnTo>
                  <a:cubicBezTo>
                    <a:pt x="18322" y="1617"/>
                    <a:pt x="17998" y="1299"/>
                    <a:pt x="17610" y="1299"/>
                  </a:cubicBezTo>
                  <a:lnTo>
                    <a:pt x="13326" y="1299"/>
                  </a:lnTo>
                  <a:cubicBezTo>
                    <a:pt x="13149" y="1299"/>
                    <a:pt x="13032" y="1446"/>
                    <a:pt x="13032" y="1593"/>
                  </a:cubicBezTo>
                  <a:cubicBezTo>
                    <a:pt x="13032" y="1740"/>
                    <a:pt x="13149" y="1887"/>
                    <a:pt x="13326" y="1887"/>
                  </a:cubicBezTo>
                  <a:lnTo>
                    <a:pt x="17610" y="1887"/>
                  </a:lnTo>
                  <a:cubicBezTo>
                    <a:pt x="17681" y="1887"/>
                    <a:pt x="17734" y="1940"/>
                    <a:pt x="17734" y="2011"/>
                  </a:cubicBezTo>
                  <a:lnTo>
                    <a:pt x="17734" y="3063"/>
                  </a:lnTo>
                  <a:lnTo>
                    <a:pt x="1764" y="3063"/>
                  </a:lnTo>
                  <a:lnTo>
                    <a:pt x="1764" y="2011"/>
                  </a:lnTo>
                  <a:cubicBezTo>
                    <a:pt x="1764" y="1940"/>
                    <a:pt x="1834" y="1887"/>
                    <a:pt x="1911" y="1887"/>
                  </a:cubicBezTo>
                  <a:lnTo>
                    <a:pt x="12003" y="1887"/>
                  </a:lnTo>
                  <a:cubicBezTo>
                    <a:pt x="12173" y="1887"/>
                    <a:pt x="12297" y="1740"/>
                    <a:pt x="12297" y="1593"/>
                  </a:cubicBezTo>
                  <a:cubicBezTo>
                    <a:pt x="12297" y="1446"/>
                    <a:pt x="12173" y="1299"/>
                    <a:pt x="12003" y="1299"/>
                  </a:cubicBezTo>
                  <a:lnTo>
                    <a:pt x="1911" y="1299"/>
                  </a:lnTo>
                  <a:cubicBezTo>
                    <a:pt x="1517" y="1299"/>
                    <a:pt x="1200" y="1617"/>
                    <a:pt x="1200" y="2011"/>
                  </a:cubicBezTo>
                  <a:lnTo>
                    <a:pt x="1200" y="10780"/>
                  </a:lnTo>
                  <a:lnTo>
                    <a:pt x="588" y="10780"/>
                  </a:lnTo>
                  <a:lnTo>
                    <a:pt x="588" y="6419"/>
                  </a:lnTo>
                  <a:cubicBezTo>
                    <a:pt x="588" y="6249"/>
                    <a:pt x="465" y="6125"/>
                    <a:pt x="294" y="6125"/>
                  </a:cubicBezTo>
                  <a:cubicBezTo>
                    <a:pt x="147" y="6125"/>
                    <a:pt x="1" y="6249"/>
                    <a:pt x="1" y="6419"/>
                  </a:cubicBezTo>
                  <a:lnTo>
                    <a:pt x="1" y="12544"/>
                  </a:lnTo>
                  <a:cubicBezTo>
                    <a:pt x="1" y="13255"/>
                    <a:pt x="565" y="13790"/>
                    <a:pt x="1247" y="13790"/>
                  </a:cubicBezTo>
                  <a:lnTo>
                    <a:pt x="7618" y="13790"/>
                  </a:lnTo>
                  <a:cubicBezTo>
                    <a:pt x="7595" y="14454"/>
                    <a:pt x="7542" y="15577"/>
                    <a:pt x="7395" y="16194"/>
                  </a:cubicBezTo>
                  <a:lnTo>
                    <a:pt x="6390" y="16194"/>
                  </a:lnTo>
                  <a:cubicBezTo>
                    <a:pt x="6243" y="16194"/>
                    <a:pt x="6096" y="16311"/>
                    <a:pt x="6096" y="16488"/>
                  </a:cubicBezTo>
                  <a:cubicBezTo>
                    <a:pt x="6096" y="16635"/>
                    <a:pt x="6243" y="16782"/>
                    <a:pt x="6390" y="16782"/>
                  </a:cubicBezTo>
                  <a:lnTo>
                    <a:pt x="13126" y="16782"/>
                  </a:lnTo>
                  <a:cubicBezTo>
                    <a:pt x="13273" y="16782"/>
                    <a:pt x="13396" y="16635"/>
                    <a:pt x="13396" y="16488"/>
                  </a:cubicBezTo>
                  <a:cubicBezTo>
                    <a:pt x="13396" y="16311"/>
                    <a:pt x="13273" y="16194"/>
                    <a:pt x="13126" y="16194"/>
                  </a:cubicBezTo>
                  <a:lnTo>
                    <a:pt x="12121" y="16194"/>
                  </a:lnTo>
                  <a:cubicBezTo>
                    <a:pt x="11974" y="15577"/>
                    <a:pt x="11927" y="14454"/>
                    <a:pt x="11903" y="13790"/>
                  </a:cubicBezTo>
                  <a:lnTo>
                    <a:pt x="18245" y="13790"/>
                  </a:lnTo>
                  <a:cubicBezTo>
                    <a:pt x="18933" y="13790"/>
                    <a:pt x="19497" y="13255"/>
                    <a:pt x="19497" y="12544"/>
                  </a:cubicBezTo>
                  <a:lnTo>
                    <a:pt x="19497" y="1252"/>
                  </a:lnTo>
                  <a:cubicBezTo>
                    <a:pt x="19497" y="565"/>
                    <a:pt x="18933" y="0"/>
                    <a:pt x="1824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036;p46">
            <a:extLst>
              <a:ext uri="{FF2B5EF4-FFF2-40B4-BE49-F238E27FC236}">
                <a16:creationId xmlns:a16="http://schemas.microsoft.com/office/drawing/2014/main" id="{FCA66410-4290-6E30-F0FE-C1BEFF32EBEA}"/>
              </a:ext>
            </a:extLst>
          </p:cNvPr>
          <p:cNvGrpSpPr/>
          <p:nvPr/>
        </p:nvGrpSpPr>
        <p:grpSpPr>
          <a:xfrm>
            <a:off x="2466848" y="1121195"/>
            <a:ext cx="691219" cy="703088"/>
            <a:chOff x="4096163" y="1061579"/>
            <a:chExt cx="3426087" cy="3184335"/>
          </a:xfrm>
        </p:grpSpPr>
        <p:sp>
          <p:nvSpPr>
            <p:cNvPr id="27" name="Google Shape;2037;p46">
              <a:extLst>
                <a:ext uri="{FF2B5EF4-FFF2-40B4-BE49-F238E27FC236}">
                  <a16:creationId xmlns:a16="http://schemas.microsoft.com/office/drawing/2014/main" id="{2F637743-BC42-AED2-64A6-F73417CF0375}"/>
                </a:ext>
              </a:extLst>
            </p:cNvPr>
            <p:cNvSpPr/>
            <p:nvPr/>
          </p:nvSpPr>
          <p:spPr>
            <a:xfrm>
              <a:off x="4107403" y="1078610"/>
              <a:ext cx="3056610" cy="3056315"/>
            </a:xfrm>
            <a:custGeom>
              <a:avLst/>
              <a:gdLst/>
              <a:ahLst/>
              <a:cxnLst/>
              <a:rect l="l" t="t" r="r" b="b"/>
              <a:pathLst>
                <a:path w="10051" h="10050" extrusionOk="0">
                  <a:moveTo>
                    <a:pt x="5028" y="0"/>
                  </a:moveTo>
                  <a:cubicBezTo>
                    <a:pt x="2255" y="0"/>
                    <a:pt x="0" y="2255"/>
                    <a:pt x="0" y="5027"/>
                  </a:cubicBezTo>
                  <a:cubicBezTo>
                    <a:pt x="0" y="7800"/>
                    <a:pt x="2255" y="10050"/>
                    <a:pt x="5028" y="10050"/>
                  </a:cubicBezTo>
                  <a:cubicBezTo>
                    <a:pt x="7800" y="10050"/>
                    <a:pt x="10050" y="7800"/>
                    <a:pt x="10050" y="5027"/>
                  </a:cubicBezTo>
                  <a:cubicBezTo>
                    <a:pt x="10050" y="2255"/>
                    <a:pt x="7800" y="0"/>
                    <a:pt x="50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38;p46">
              <a:extLst>
                <a:ext uri="{FF2B5EF4-FFF2-40B4-BE49-F238E27FC236}">
                  <a16:creationId xmlns:a16="http://schemas.microsoft.com/office/drawing/2014/main" id="{0746933C-6CAB-9D7D-89BF-42AED5842DC7}"/>
                </a:ext>
              </a:extLst>
            </p:cNvPr>
            <p:cNvSpPr/>
            <p:nvPr/>
          </p:nvSpPr>
          <p:spPr>
            <a:xfrm>
              <a:off x="4096163" y="1061579"/>
              <a:ext cx="3086109" cy="3091590"/>
            </a:xfrm>
            <a:custGeom>
              <a:avLst/>
              <a:gdLst/>
              <a:ahLst/>
              <a:cxnLst/>
              <a:rect l="l" t="t" r="r" b="b"/>
              <a:pathLst>
                <a:path w="10148" h="10166" extrusionOk="0">
                  <a:moveTo>
                    <a:pt x="5065" y="93"/>
                  </a:moveTo>
                  <a:cubicBezTo>
                    <a:pt x="7819" y="93"/>
                    <a:pt x="10032" y="2329"/>
                    <a:pt x="10032" y="5083"/>
                  </a:cubicBezTo>
                  <a:cubicBezTo>
                    <a:pt x="10032" y="7832"/>
                    <a:pt x="7819" y="10050"/>
                    <a:pt x="5065" y="10050"/>
                  </a:cubicBezTo>
                  <a:cubicBezTo>
                    <a:pt x="2329" y="10050"/>
                    <a:pt x="98" y="7832"/>
                    <a:pt x="98" y="5083"/>
                  </a:cubicBezTo>
                  <a:cubicBezTo>
                    <a:pt x="98" y="2329"/>
                    <a:pt x="2329" y="93"/>
                    <a:pt x="5065" y="93"/>
                  </a:cubicBezTo>
                  <a:close/>
                  <a:moveTo>
                    <a:pt x="5065" y="1"/>
                  </a:moveTo>
                  <a:cubicBezTo>
                    <a:pt x="2274" y="1"/>
                    <a:pt x="1" y="2269"/>
                    <a:pt x="1" y="5083"/>
                  </a:cubicBezTo>
                  <a:cubicBezTo>
                    <a:pt x="1" y="7892"/>
                    <a:pt x="2274" y="10166"/>
                    <a:pt x="5065" y="10166"/>
                  </a:cubicBezTo>
                  <a:cubicBezTo>
                    <a:pt x="7874" y="10166"/>
                    <a:pt x="10147" y="7892"/>
                    <a:pt x="10147" y="5083"/>
                  </a:cubicBezTo>
                  <a:cubicBezTo>
                    <a:pt x="10147" y="2269"/>
                    <a:pt x="7874" y="1"/>
                    <a:pt x="506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39;p46">
              <a:extLst>
                <a:ext uri="{FF2B5EF4-FFF2-40B4-BE49-F238E27FC236}">
                  <a16:creationId xmlns:a16="http://schemas.microsoft.com/office/drawing/2014/main" id="{8ACEE83E-5E79-BE3D-FFD8-EF540A01D2F8}"/>
                </a:ext>
              </a:extLst>
            </p:cNvPr>
            <p:cNvSpPr/>
            <p:nvPr/>
          </p:nvSpPr>
          <p:spPr>
            <a:xfrm>
              <a:off x="4231176" y="1195083"/>
              <a:ext cx="2810584" cy="2817585"/>
            </a:xfrm>
            <a:custGeom>
              <a:avLst/>
              <a:gdLst/>
              <a:ahLst/>
              <a:cxnLst/>
              <a:rect l="l" t="t" r="r" b="b"/>
              <a:pathLst>
                <a:path w="9242" h="9265" extrusionOk="0">
                  <a:moveTo>
                    <a:pt x="4621" y="1"/>
                  </a:moveTo>
                  <a:cubicBezTo>
                    <a:pt x="2061" y="1"/>
                    <a:pt x="0" y="2080"/>
                    <a:pt x="0" y="4644"/>
                  </a:cubicBezTo>
                  <a:cubicBezTo>
                    <a:pt x="0" y="7204"/>
                    <a:pt x="2061" y="9265"/>
                    <a:pt x="4621" y="9265"/>
                  </a:cubicBezTo>
                  <a:cubicBezTo>
                    <a:pt x="7180" y="9265"/>
                    <a:pt x="9241" y="7204"/>
                    <a:pt x="9241" y="4644"/>
                  </a:cubicBezTo>
                  <a:cubicBezTo>
                    <a:pt x="9241" y="2080"/>
                    <a:pt x="7180" y="1"/>
                    <a:pt x="46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41;p46">
              <a:extLst>
                <a:ext uri="{FF2B5EF4-FFF2-40B4-BE49-F238E27FC236}">
                  <a16:creationId xmlns:a16="http://schemas.microsoft.com/office/drawing/2014/main" id="{7C921C16-869D-A631-F5CE-8BB6240315E8}"/>
                </a:ext>
              </a:extLst>
            </p:cNvPr>
            <p:cNvSpPr/>
            <p:nvPr/>
          </p:nvSpPr>
          <p:spPr>
            <a:xfrm>
              <a:off x="4704672" y="1623575"/>
              <a:ext cx="1869060" cy="2019600"/>
            </a:xfrm>
            <a:custGeom>
              <a:avLst/>
              <a:gdLst/>
              <a:ahLst/>
              <a:cxnLst/>
              <a:rect l="l" t="t" r="r" b="b"/>
              <a:pathLst>
                <a:path w="6146" h="6641" extrusionOk="0">
                  <a:moveTo>
                    <a:pt x="3064" y="1"/>
                  </a:moveTo>
                  <a:cubicBezTo>
                    <a:pt x="1617" y="1"/>
                    <a:pt x="1599" y="1271"/>
                    <a:pt x="1599" y="1271"/>
                  </a:cubicBezTo>
                  <a:lnTo>
                    <a:pt x="347" y="1271"/>
                  </a:lnTo>
                  <a:cubicBezTo>
                    <a:pt x="347" y="1271"/>
                    <a:pt x="0" y="2519"/>
                    <a:pt x="772" y="4483"/>
                  </a:cubicBezTo>
                  <a:cubicBezTo>
                    <a:pt x="1525" y="6470"/>
                    <a:pt x="3064" y="6641"/>
                    <a:pt x="3064" y="6641"/>
                  </a:cubicBezTo>
                  <a:cubicBezTo>
                    <a:pt x="3064" y="6641"/>
                    <a:pt x="4602" y="6470"/>
                    <a:pt x="5374" y="4483"/>
                  </a:cubicBezTo>
                  <a:cubicBezTo>
                    <a:pt x="6146" y="2519"/>
                    <a:pt x="5799" y="1271"/>
                    <a:pt x="5799" y="1271"/>
                  </a:cubicBezTo>
                  <a:lnTo>
                    <a:pt x="4528" y="1271"/>
                  </a:lnTo>
                  <a:cubicBezTo>
                    <a:pt x="4528" y="1271"/>
                    <a:pt x="4505" y="1"/>
                    <a:pt x="30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042;p46">
              <a:extLst>
                <a:ext uri="{FF2B5EF4-FFF2-40B4-BE49-F238E27FC236}">
                  <a16:creationId xmlns:a16="http://schemas.microsoft.com/office/drawing/2014/main" id="{ED8B2F96-6AD7-3D62-2516-5AF37055F49A}"/>
                </a:ext>
              </a:extLst>
            </p:cNvPr>
            <p:cNvSpPr/>
            <p:nvPr/>
          </p:nvSpPr>
          <p:spPr>
            <a:xfrm>
              <a:off x="4762909" y="1605327"/>
              <a:ext cx="1745590" cy="2056092"/>
            </a:xfrm>
            <a:custGeom>
              <a:avLst/>
              <a:gdLst/>
              <a:ahLst/>
              <a:cxnLst/>
              <a:rect l="l" t="t" r="r" b="b"/>
              <a:pathLst>
                <a:path w="5740" h="6761" extrusionOk="0">
                  <a:moveTo>
                    <a:pt x="2870" y="98"/>
                  </a:moveTo>
                  <a:cubicBezTo>
                    <a:pt x="3581" y="98"/>
                    <a:pt x="3928" y="407"/>
                    <a:pt x="4103" y="712"/>
                  </a:cubicBezTo>
                  <a:cubicBezTo>
                    <a:pt x="4274" y="1022"/>
                    <a:pt x="4293" y="1331"/>
                    <a:pt x="4293" y="1331"/>
                  </a:cubicBezTo>
                  <a:lnTo>
                    <a:pt x="4293" y="1387"/>
                  </a:lnTo>
                  <a:lnTo>
                    <a:pt x="5563" y="1387"/>
                  </a:lnTo>
                  <a:cubicBezTo>
                    <a:pt x="5563" y="1405"/>
                    <a:pt x="5642" y="1678"/>
                    <a:pt x="5624" y="2195"/>
                  </a:cubicBezTo>
                  <a:cubicBezTo>
                    <a:pt x="5624" y="2755"/>
                    <a:pt x="5508" y="3563"/>
                    <a:pt x="5120" y="4543"/>
                  </a:cubicBezTo>
                  <a:cubicBezTo>
                    <a:pt x="4755" y="5508"/>
                    <a:pt x="4177" y="6026"/>
                    <a:pt x="3715" y="6317"/>
                  </a:cubicBezTo>
                  <a:cubicBezTo>
                    <a:pt x="3235" y="6604"/>
                    <a:pt x="2870" y="6645"/>
                    <a:pt x="2870" y="6645"/>
                  </a:cubicBezTo>
                  <a:cubicBezTo>
                    <a:pt x="2870" y="6645"/>
                    <a:pt x="2505" y="6604"/>
                    <a:pt x="2043" y="6317"/>
                  </a:cubicBezTo>
                  <a:cubicBezTo>
                    <a:pt x="1562" y="6026"/>
                    <a:pt x="1003" y="5508"/>
                    <a:pt x="615" y="4543"/>
                  </a:cubicBezTo>
                  <a:cubicBezTo>
                    <a:pt x="231" y="3563"/>
                    <a:pt x="134" y="2755"/>
                    <a:pt x="116" y="2195"/>
                  </a:cubicBezTo>
                  <a:cubicBezTo>
                    <a:pt x="116" y="1678"/>
                    <a:pt x="176" y="1405"/>
                    <a:pt x="194" y="1387"/>
                  </a:cubicBezTo>
                  <a:lnTo>
                    <a:pt x="1447" y="1387"/>
                  </a:lnTo>
                  <a:lnTo>
                    <a:pt x="1465" y="1331"/>
                  </a:lnTo>
                  <a:cubicBezTo>
                    <a:pt x="1465" y="1331"/>
                    <a:pt x="1465" y="1022"/>
                    <a:pt x="1636" y="712"/>
                  </a:cubicBezTo>
                  <a:cubicBezTo>
                    <a:pt x="1830" y="407"/>
                    <a:pt x="2177" y="98"/>
                    <a:pt x="2870" y="98"/>
                  </a:cubicBezTo>
                  <a:close/>
                  <a:moveTo>
                    <a:pt x="2870" y="1"/>
                  </a:moveTo>
                  <a:cubicBezTo>
                    <a:pt x="2140" y="1"/>
                    <a:pt x="1751" y="329"/>
                    <a:pt x="1562" y="675"/>
                  </a:cubicBezTo>
                  <a:cubicBezTo>
                    <a:pt x="1368" y="962"/>
                    <a:pt x="1368" y="1234"/>
                    <a:pt x="1368" y="1271"/>
                  </a:cubicBezTo>
                  <a:lnTo>
                    <a:pt x="97" y="1271"/>
                  </a:lnTo>
                  <a:lnTo>
                    <a:pt x="97" y="1308"/>
                  </a:lnTo>
                  <a:cubicBezTo>
                    <a:pt x="97" y="1308"/>
                    <a:pt x="0" y="1636"/>
                    <a:pt x="19" y="2195"/>
                  </a:cubicBezTo>
                  <a:cubicBezTo>
                    <a:pt x="37" y="2773"/>
                    <a:pt x="134" y="3582"/>
                    <a:pt x="522" y="4566"/>
                  </a:cubicBezTo>
                  <a:cubicBezTo>
                    <a:pt x="906" y="5564"/>
                    <a:pt x="1502" y="6104"/>
                    <a:pt x="1983" y="6414"/>
                  </a:cubicBezTo>
                  <a:cubicBezTo>
                    <a:pt x="2463" y="6701"/>
                    <a:pt x="2870" y="6761"/>
                    <a:pt x="2870" y="6761"/>
                  </a:cubicBezTo>
                  <a:cubicBezTo>
                    <a:pt x="2870" y="6761"/>
                    <a:pt x="3272" y="6701"/>
                    <a:pt x="3757" y="6414"/>
                  </a:cubicBezTo>
                  <a:cubicBezTo>
                    <a:pt x="4256" y="6104"/>
                    <a:pt x="4833" y="5564"/>
                    <a:pt x="5217" y="4566"/>
                  </a:cubicBezTo>
                  <a:cubicBezTo>
                    <a:pt x="5605" y="3582"/>
                    <a:pt x="5721" y="2773"/>
                    <a:pt x="5721" y="2195"/>
                  </a:cubicBezTo>
                  <a:cubicBezTo>
                    <a:pt x="5739" y="1636"/>
                    <a:pt x="5642" y="1308"/>
                    <a:pt x="5642" y="1308"/>
                  </a:cubicBezTo>
                  <a:lnTo>
                    <a:pt x="5642" y="1271"/>
                  </a:lnTo>
                  <a:lnTo>
                    <a:pt x="4371" y="1271"/>
                  </a:lnTo>
                  <a:cubicBezTo>
                    <a:pt x="4371" y="1234"/>
                    <a:pt x="4371" y="962"/>
                    <a:pt x="4196" y="675"/>
                  </a:cubicBezTo>
                  <a:cubicBezTo>
                    <a:pt x="3988" y="329"/>
                    <a:pt x="3600" y="1"/>
                    <a:pt x="287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43;p46">
              <a:extLst>
                <a:ext uri="{FF2B5EF4-FFF2-40B4-BE49-F238E27FC236}">
                  <a16:creationId xmlns:a16="http://schemas.microsoft.com/office/drawing/2014/main" id="{D3C5A39E-2CA5-1308-0550-26D3476A8F9F}"/>
                </a:ext>
              </a:extLst>
            </p:cNvPr>
            <p:cNvSpPr/>
            <p:nvPr/>
          </p:nvSpPr>
          <p:spPr>
            <a:xfrm>
              <a:off x="4852166" y="1686829"/>
              <a:ext cx="1568293" cy="1880620"/>
            </a:xfrm>
            <a:custGeom>
              <a:avLst/>
              <a:gdLst/>
              <a:ahLst/>
              <a:cxnLst/>
              <a:rect l="l" t="t" r="r" b="b"/>
              <a:pathLst>
                <a:path w="5157" h="6184" extrusionOk="0">
                  <a:moveTo>
                    <a:pt x="2579" y="1"/>
                  </a:moveTo>
                  <a:cubicBezTo>
                    <a:pt x="1923" y="1"/>
                    <a:pt x="1655" y="255"/>
                    <a:pt x="1502" y="523"/>
                  </a:cubicBezTo>
                  <a:cubicBezTo>
                    <a:pt x="1345" y="791"/>
                    <a:pt x="1345" y="1063"/>
                    <a:pt x="1345" y="1063"/>
                  </a:cubicBezTo>
                  <a:cubicBezTo>
                    <a:pt x="1326" y="1179"/>
                    <a:pt x="1229" y="1271"/>
                    <a:pt x="1114" y="1271"/>
                  </a:cubicBezTo>
                  <a:lnTo>
                    <a:pt x="37" y="1271"/>
                  </a:lnTo>
                  <a:cubicBezTo>
                    <a:pt x="19" y="1410"/>
                    <a:pt x="0" y="1599"/>
                    <a:pt x="0" y="1927"/>
                  </a:cubicBezTo>
                  <a:cubicBezTo>
                    <a:pt x="19" y="2450"/>
                    <a:pt x="116" y="3235"/>
                    <a:pt x="481" y="4201"/>
                  </a:cubicBezTo>
                  <a:cubicBezTo>
                    <a:pt x="846" y="5125"/>
                    <a:pt x="1387" y="5624"/>
                    <a:pt x="1826" y="5892"/>
                  </a:cubicBezTo>
                  <a:cubicBezTo>
                    <a:pt x="2251" y="6146"/>
                    <a:pt x="2542" y="6183"/>
                    <a:pt x="2579" y="6183"/>
                  </a:cubicBezTo>
                  <a:cubicBezTo>
                    <a:pt x="2616" y="6183"/>
                    <a:pt x="2907" y="6146"/>
                    <a:pt x="3327" y="5892"/>
                  </a:cubicBezTo>
                  <a:cubicBezTo>
                    <a:pt x="3771" y="5624"/>
                    <a:pt x="4311" y="5125"/>
                    <a:pt x="4676" y="4201"/>
                  </a:cubicBezTo>
                  <a:cubicBezTo>
                    <a:pt x="5041" y="3235"/>
                    <a:pt x="5157" y="2450"/>
                    <a:pt x="5157" y="1927"/>
                  </a:cubicBezTo>
                  <a:cubicBezTo>
                    <a:pt x="5157" y="1599"/>
                    <a:pt x="5138" y="1410"/>
                    <a:pt x="5120" y="1271"/>
                  </a:cubicBezTo>
                  <a:lnTo>
                    <a:pt x="4043" y="1271"/>
                  </a:lnTo>
                  <a:cubicBezTo>
                    <a:pt x="3928" y="1271"/>
                    <a:pt x="3831" y="1179"/>
                    <a:pt x="3831" y="1063"/>
                  </a:cubicBezTo>
                  <a:cubicBezTo>
                    <a:pt x="3831" y="1063"/>
                    <a:pt x="3812" y="791"/>
                    <a:pt x="3655" y="523"/>
                  </a:cubicBezTo>
                  <a:cubicBezTo>
                    <a:pt x="3503" y="255"/>
                    <a:pt x="3235" y="1"/>
                    <a:pt x="25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44;p46">
              <a:extLst>
                <a:ext uri="{FF2B5EF4-FFF2-40B4-BE49-F238E27FC236}">
                  <a16:creationId xmlns:a16="http://schemas.microsoft.com/office/drawing/2014/main" id="{F28CC940-538C-BC28-A320-7A6579606082}"/>
                </a:ext>
              </a:extLst>
            </p:cNvPr>
            <p:cNvSpPr/>
            <p:nvPr/>
          </p:nvSpPr>
          <p:spPr>
            <a:xfrm>
              <a:off x="5787911" y="2073353"/>
              <a:ext cx="632548" cy="1447566"/>
            </a:xfrm>
            <a:custGeom>
              <a:avLst/>
              <a:gdLst/>
              <a:ahLst/>
              <a:cxnLst/>
              <a:rect l="l" t="t" r="r" b="b"/>
              <a:pathLst>
                <a:path w="2080" h="4760" extrusionOk="0">
                  <a:moveTo>
                    <a:pt x="1" y="4760"/>
                  </a:moveTo>
                  <a:lnTo>
                    <a:pt x="1" y="4760"/>
                  </a:lnTo>
                  <a:lnTo>
                    <a:pt x="1" y="4760"/>
                  </a:lnTo>
                  <a:close/>
                  <a:moveTo>
                    <a:pt x="2061" y="157"/>
                  </a:moveTo>
                  <a:cubicBezTo>
                    <a:pt x="2080" y="273"/>
                    <a:pt x="2080" y="425"/>
                    <a:pt x="2080" y="656"/>
                  </a:cubicBezTo>
                  <a:cubicBezTo>
                    <a:pt x="2080" y="1179"/>
                    <a:pt x="1964" y="1964"/>
                    <a:pt x="1599" y="2930"/>
                  </a:cubicBezTo>
                  <a:cubicBezTo>
                    <a:pt x="1234" y="3854"/>
                    <a:pt x="694" y="4353"/>
                    <a:pt x="250" y="4621"/>
                  </a:cubicBezTo>
                  <a:cubicBezTo>
                    <a:pt x="176" y="4681"/>
                    <a:pt x="79" y="4718"/>
                    <a:pt x="1" y="4760"/>
                  </a:cubicBezTo>
                  <a:cubicBezTo>
                    <a:pt x="79" y="4718"/>
                    <a:pt x="176" y="4681"/>
                    <a:pt x="250" y="4621"/>
                  </a:cubicBezTo>
                  <a:cubicBezTo>
                    <a:pt x="694" y="4353"/>
                    <a:pt x="1234" y="3854"/>
                    <a:pt x="1599" y="2930"/>
                  </a:cubicBezTo>
                  <a:cubicBezTo>
                    <a:pt x="1964" y="1964"/>
                    <a:pt x="2080" y="1179"/>
                    <a:pt x="2080" y="656"/>
                  </a:cubicBezTo>
                  <a:cubicBezTo>
                    <a:pt x="2080" y="425"/>
                    <a:pt x="2080" y="273"/>
                    <a:pt x="2061" y="157"/>
                  </a:cubicBezTo>
                  <a:close/>
                  <a:moveTo>
                    <a:pt x="2043" y="0"/>
                  </a:moveTo>
                  <a:lnTo>
                    <a:pt x="1059" y="0"/>
                  </a:lnTo>
                  <a:lnTo>
                    <a:pt x="1059" y="0"/>
                  </a:lnTo>
                  <a:lnTo>
                    <a:pt x="2043" y="0"/>
                  </a:lnTo>
                  <a:close/>
                </a:path>
              </a:pathLst>
            </a:custGeom>
            <a:solidFill>
              <a:srgbClr val="8585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45;p46">
              <a:extLst>
                <a:ext uri="{FF2B5EF4-FFF2-40B4-BE49-F238E27FC236}">
                  <a16:creationId xmlns:a16="http://schemas.microsoft.com/office/drawing/2014/main" id="{1549E220-C144-A5EF-F1E0-E492BC42153A}"/>
                </a:ext>
              </a:extLst>
            </p:cNvPr>
            <p:cNvSpPr/>
            <p:nvPr/>
          </p:nvSpPr>
          <p:spPr>
            <a:xfrm>
              <a:off x="4852166" y="2073353"/>
              <a:ext cx="292552" cy="1159575"/>
            </a:xfrm>
            <a:custGeom>
              <a:avLst/>
              <a:gdLst/>
              <a:ahLst/>
              <a:cxnLst/>
              <a:rect l="l" t="t" r="r" b="b"/>
              <a:pathLst>
                <a:path w="962" h="3813" extrusionOk="0">
                  <a:moveTo>
                    <a:pt x="961" y="3812"/>
                  </a:moveTo>
                  <a:lnTo>
                    <a:pt x="961" y="3812"/>
                  </a:lnTo>
                  <a:lnTo>
                    <a:pt x="961" y="3812"/>
                  </a:lnTo>
                  <a:close/>
                  <a:moveTo>
                    <a:pt x="961" y="3794"/>
                  </a:moveTo>
                  <a:lnTo>
                    <a:pt x="961" y="3794"/>
                  </a:lnTo>
                  <a:lnTo>
                    <a:pt x="961" y="3794"/>
                  </a:lnTo>
                  <a:close/>
                  <a:moveTo>
                    <a:pt x="481" y="2930"/>
                  </a:moveTo>
                  <a:cubicBezTo>
                    <a:pt x="615" y="3276"/>
                    <a:pt x="786" y="3563"/>
                    <a:pt x="943" y="3794"/>
                  </a:cubicBezTo>
                  <a:cubicBezTo>
                    <a:pt x="786" y="3563"/>
                    <a:pt x="615" y="3276"/>
                    <a:pt x="481" y="2930"/>
                  </a:cubicBezTo>
                  <a:close/>
                  <a:moveTo>
                    <a:pt x="0" y="656"/>
                  </a:moveTo>
                  <a:cubicBezTo>
                    <a:pt x="19" y="1179"/>
                    <a:pt x="116" y="1927"/>
                    <a:pt x="462" y="2833"/>
                  </a:cubicBezTo>
                  <a:cubicBezTo>
                    <a:pt x="116" y="1927"/>
                    <a:pt x="19" y="1179"/>
                    <a:pt x="0" y="656"/>
                  </a:cubicBezTo>
                  <a:close/>
                  <a:moveTo>
                    <a:pt x="767" y="0"/>
                  </a:moveTo>
                  <a:lnTo>
                    <a:pt x="37" y="0"/>
                  </a:lnTo>
                  <a:cubicBezTo>
                    <a:pt x="19" y="139"/>
                    <a:pt x="0" y="328"/>
                    <a:pt x="0" y="638"/>
                  </a:cubicBezTo>
                  <a:cubicBezTo>
                    <a:pt x="0" y="328"/>
                    <a:pt x="19" y="139"/>
                    <a:pt x="37" y="0"/>
                  </a:cubicBezTo>
                  <a:lnTo>
                    <a:pt x="767" y="0"/>
                  </a:lnTo>
                  <a:close/>
                </a:path>
              </a:pathLst>
            </a:custGeom>
            <a:solidFill>
              <a:srgbClr val="B3C2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47;p46">
              <a:extLst>
                <a:ext uri="{FF2B5EF4-FFF2-40B4-BE49-F238E27FC236}">
                  <a16:creationId xmlns:a16="http://schemas.microsoft.com/office/drawing/2014/main" id="{6F3A86D9-7416-EF55-BB65-E6F9BC07F0A5}"/>
                </a:ext>
              </a:extLst>
            </p:cNvPr>
            <p:cNvSpPr/>
            <p:nvPr/>
          </p:nvSpPr>
          <p:spPr>
            <a:xfrm>
              <a:off x="5425412" y="2243350"/>
              <a:ext cx="427581" cy="562300"/>
            </a:xfrm>
            <a:custGeom>
              <a:avLst/>
              <a:gdLst/>
              <a:ahLst/>
              <a:cxnLst/>
              <a:rect l="l" t="t" r="r" b="b"/>
              <a:pathLst>
                <a:path w="1406" h="1849" extrusionOk="0">
                  <a:moveTo>
                    <a:pt x="694" y="213"/>
                  </a:moveTo>
                  <a:cubicBezTo>
                    <a:pt x="980" y="213"/>
                    <a:pt x="1193" y="426"/>
                    <a:pt x="1193" y="694"/>
                  </a:cubicBezTo>
                  <a:lnTo>
                    <a:pt x="1193" y="1137"/>
                  </a:lnTo>
                  <a:cubicBezTo>
                    <a:pt x="1193" y="1428"/>
                    <a:pt x="980" y="1636"/>
                    <a:pt x="694" y="1636"/>
                  </a:cubicBezTo>
                  <a:cubicBezTo>
                    <a:pt x="426" y="1636"/>
                    <a:pt x="195" y="1428"/>
                    <a:pt x="195" y="1137"/>
                  </a:cubicBezTo>
                  <a:lnTo>
                    <a:pt x="195" y="694"/>
                  </a:lnTo>
                  <a:cubicBezTo>
                    <a:pt x="195" y="426"/>
                    <a:pt x="426" y="213"/>
                    <a:pt x="694" y="213"/>
                  </a:cubicBezTo>
                  <a:close/>
                  <a:moveTo>
                    <a:pt x="694" y="0"/>
                  </a:moveTo>
                  <a:cubicBezTo>
                    <a:pt x="310" y="0"/>
                    <a:pt x="1" y="310"/>
                    <a:pt x="1" y="694"/>
                  </a:cubicBezTo>
                  <a:lnTo>
                    <a:pt x="1" y="1137"/>
                  </a:lnTo>
                  <a:cubicBezTo>
                    <a:pt x="1" y="1521"/>
                    <a:pt x="310" y="1849"/>
                    <a:pt x="694" y="1849"/>
                  </a:cubicBezTo>
                  <a:cubicBezTo>
                    <a:pt x="1077" y="1849"/>
                    <a:pt x="1405" y="1521"/>
                    <a:pt x="1405" y="1137"/>
                  </a:cubicBezTo>
                  <a:lnTo>
                    <a:pt x="1405" y="694"/>
                  </a:lnTo>
                  <a:cubicBezTo>
                    <a:pt x="1405" y="310"/>
                    <a:pt x="1077" y="0"/>
                    <a:pt x="6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48;p46">
              <a:extLst>
                <a:ext uri="{FF2B5EF4-FFF2-40B4-BE49-F238E27FC236}">
                  <a16:creationId xmlns:a16="http://schemas.microsoft.com/office/drawing/2014/main" id="{9A55F158-540C-6A72-3DB6-9D024A05A761}"/>
                </a:ext>
              </a:extLst>
            </p:cNvPr>
            <p:cNvSpPr/>
            <p:nvPr/>
          </p:nvSpPr>
          <p:spPr>
            <a:xfrm>
              <a:off x="5410691" y="2226626"/>
              <a:ext cx="457076" cy="591799"/>
            </a:xfrm>
            <a:custGeom>
              <a:avLst/>
              <a:gdLst/>
              <a:ahLst/>
              <a:cxnLst/>
              <a:rect l="l" t="t" r="r" b="b"/>
              <a:pathLst>
                <a:path w="1503" h="1946" extrusionOk="0">
                  <a:moveTo>
                    <a:pt x="754" y="305"/>
                  </a:moveTo>
                  <a:cubicBezTo>
                    <a:pt x="1003" y="305"/>
                    <a:pt x="1197" y="499"/>
                    <a:pt x="1197" y="749"/>
                  </a:cubicBezTo>
                  <a:lnTo>
                    <a:pt x="1197" y="1192"/>
                  </a:lnTo>
                  <a:cubicBezTo>
                    <a:pt x="1197" y="1442"/>
                    <a:pt x="1003" y="1636"/>
                    <a:pt x="754" y="1636"/>
                  </a:cubicBezTo>
                  <a:cubicBezTo>
                    <a:pt x="504" y="1636"/>
                    <a:pt x="310" y="1442"/>
                    <a:pt x="310" y="1192"/>
                  </a:cubicBezTo>
                  <a:lnTo>
                    <a:pt x="310" y="749"/>
                  </a:lnTo>
                  <a:cubicBezTo>
                    <a:pt x="310" y="499"/>
                    <a:pt x="504" y="305"/>
                    <a:pt x="754" y="305"/>
                  </a:cubicBezTo>
                  <a:close/>
                  <a:moveTo>
                    <a:pt x="754" y="213"/>
                  </a:moveTo>
                  <a:cubicBezTo>
                    <a:pt x="444" y="213"/>
                    <a:pt x="213" y="462"/>
                    <a:pt x="213" y="749"/>
                  </a:cubicBezTo>
                  <a:lnTo>
                    <a:pt x="213" y="1192"/>
                  </a:lnTo>
                  <a:cubicBezTo>
                    <a:pt x="213" y="1502"/>
                    <a:pt x="444" y="1733"/>
                    <a:pt x="754" y="1733"/>
                  </a:cubicBezTo>
                  <a:cubicBezTo>
                    <a:pt x="1063" y="1733"/>
                    <a:pt x="1313" y="1502"/>
                    <a:pt x="1313" y="1192"/>
                  </a:cubicBezTo>
                  <a:lnTo>
                    <a:pt x="1313" y="749"/>
                  </a:lnTo>
                  <a:cubicBezTo>
                    <a:pt x="1313" y="462"/>
                    <a:pt x="1063" y="213"/>
                    <a:pt x="754" y="213"/>
                  </a:cubicBezTo>
                  <a:close/>
                  <a:moveTo>
                    <a:pt x="754" y="116"/>
                  </a:moveTo>
                  <a:cubicBezTo>
                    <a:pt x="1119" y="116"/>
                    <a:pt x="1410" y="402"/>
                    <a:pt x="1410" y="749"/>
                  </a:cubicBezTo>
                  <a:lnTo>
                    <a:pt x="1410" y="1192"/>
                  </a:lnTo>
                  <a:cubicBezTo>
                    <a:pt x="1410" y="1557"/>
                    <a:pt x="1119" y="1848"/>
                    <a:pt x="754" y="1848"/>
                  </a:cubicBezTo>
                  <a:cubicBezTo>
                    <a:pt x="389" y="1848"/>
                    <a:pt x="98" y="1557"/>
                    <a:pt x="98" y="1192"/>
                  </a:cubicBezTo>
                  <a:lnTo>
                    <a:pt x="98" y="749"/>
                  </a:lnTo>
                  <a:cubicBezTo>
                    <a:pt x="98" y="402"/>
                    <a:pt x="389" y="116"/>
                    <a:pt x="754" y="116"/>
                  </a:cubicBezTo>
                  <a:close/>
                  <a:moveTo>
                    <a:pt x="754" y="0"/>
                  </a:moveTo>
                  <a:cubicBezTo>
                    <a:pt x="347" y="0"/>
                    <a:pt x="1" y="347"/>
                    <a:pt x="1" y="749"/>
                  </a:cubicBezTo>
                  <a:lnTo>
                    <a:pt x="1" y="1192"/>
                  </a:lnTo>
                  <a:cubicBezTo>
                    <a:pt x="1" y="1617"/>
                    <a:pt x="347" y="1945"/>
                    <a:pt x="754" y="1945"/>
                  </a:cubicBezTo>
                  <a:cubicBezTo>
                    <a:pt x="1179" y="1945"/>
                    <a:pt x="1502" y="1617"/>
                    <a:pt x="1502" y="1192"/>
                  </a:cubicBezTo>
                  <a:lnTo>
                    <a:pt x="1502" y="749"/>
                  </a:lnTo>
                  <a:cubicBezTo>
                    <a:pt x="1502" y="347"/>
                    <a:pt x="1179" y="0"/>
                    <a:pt x="7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50;p46">
              <a:extLst>
                <a:ext uri="{FF2B5EF4-FFF2-40B4-BE49-F238E27FC236}">
                  <a16:creationId xmlns:a16="http://schemas.microsoft.com/office/drawing/2014/main" id="{A77F8335-37FF-8FAF-09F1-6B19FC1BC8EC}"/>
                </a:ext>
              </a:extLst>
            </p:cNvPr>
            <p:cNvSpPr/>
            <p:nvPr/>
          </p:nvSpPr>
          <p:spPr>
            <a:xfrm>
              <a:off x="5296167" y="2524348"/>
              <a:ext cx="680292" cy="650798"/>
            </a:xfrm>
            <a:custGeom>
              <a:avLst/>
              <a:gdLst/>
              <a:ahLst/>
              <a:cxnLst/>
              <a:rect l="l" t="t" r="r" b="b"/>
              <a:pathLst>
                <a:path w="2237" h="2140" extrusionOk="0">
                  <a:moveTo>
                    <a:pt x="1890" y="98"/>
                  </a:moveTo>
                  <a:cubicBezTo>
                    <a:pt x="2024" y="98"/>
                    <a:pt x="2140" y="213"/>
                    <a:pt x="2140" y="347"/>
                  </a:cubicBezTo>
                  <a:lnTo>
                    <a:pt x="2140" y="1793"/>
                  </a:lnTo>
                  <a:cubicBezTo>
                    <a:pt x="2140" y="1927"/>
                    <a:pt x="2024" y="2043"/>
                    <a:pt x="1890" y="2043"/>
                  </a:cubicBezTo>
                  <a:lnTo>
                    <a:pt x="347" y="2043"/>
                  </a:lnTo>
                  <a:cubicBezTo>
                    <a:pt x="213" y="2043"/>
                    <a:pt x="116" y="1927"/>
                    <a:pt x="116" y="1793"/>
                  </a:cubicBezTo>
                  <a:lnTo>
                    <a:pt x="116" y="347"/>
                  </a:lnTo>
                  <a:cubicBezTo>
                    <a:pt x="116" y="213"/>
                    <a:pt x="213" y="98"/>
                    <a:pt x="347" y="98"/>
                  </a:cubicBezTo>
                  <a:close/>
                  <a:moveTo>
                    <a:pt x="347" y="1"/>
                  </a:moveTo>
                  <a:cubicBezTo>
                    <a:pt x="158" y="1"/>
                    <a:pt x="0" y="158"/>
                    <a:pt x="0" y="347"/>
                  </a:cubicBezTo>
                  <a:lnTo>
                    <a:pt x="0" y="1793"/>
                  </a:lnTo>
                  <a:cubicBezTo>
                    <a:pt x="0" y="1983"/>
                    <a:pt x="158" y="2140"/>
                    <a:pt x="347" y="2140"/>
                  </a:cubicBezTo>
                  <a:lnTo>
                    <a:pt x="1890" y="2140"/>
                  </a:lnTo>
                  <a:cubicBezTo>
                    <a:pt x="2080" y="2140"/>
                    <a:pt x="2237" y="1983"/>
                    <a:pt x="2237" y="1793"/>
                  </a:cubicBezTo>
                  <a:lnTo>
                    <a:pt x="2237" y="347"/>
                  </a:lnTo>
                  <a:cubicBezTo>
                    <a:pt x="2237" y="158"/>
                    <a:pt x="2080" y="1"/>
                    <a:pt x="189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51;p46">
              <a:extLst>
                <a:ext uri="{FF2B5EF4-FFF2-40B4-BE49-F238E27FC236}">
                  <a16:creationId xmlns:a16="http://schemas.microsoft.com/office/drawing/2014/main" id="{91541477-9EB5-3595-575A-1E8665C95585}"/>
                </a:ext>
              </a:extLst>
            </p:cNvPr>
            <p:cNvSpPr/>
            <p:nvPr/>
          </p:nvSpPr>
          <p:spPr>
            <a:xfrm>
              <a:off x="5571688" y="2612846"/>
              <a:ext cx="135025" cy="298332"/>
            </a:xfrm>
            <a:custGeom>
              <a:avLst/>
              <a:gdLst/>
              <a:ahLst/>
              <a:cxnLst/>
              <a:rect l="l" t="t" r="r" b="b"/>
              <a:pathLst>
                <a:path w="444" h="981" extrusionOk="0">
                  <a:moveTo>
                    <a:pt x="0" y="1"/>
                  </a:moveTo>
                  <a:lnTo>
                    <a:pt x="79" y="980"/>
                  </a:lnTo>
                  <a:lnTo>
                    <a:pt x="347" y="980"/>
                  </a:lnTo>
                  <a:lnTo>
                    <a:pt x="4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52;p46">
              <a:extLst>
                <a:ext uri="{FF2B5EF4-FFF2-40B4-BE49-F238E27FC236}">
                  <a16:creationId xmlns:a16="http://schemas.microsoft.com/office/drawing/2014/main" id="{8AB26A35-2C4A-C2C4-1F57-7CC1A9DE86DC}"/>
                </a:ext>
              </a:extLst>
            </p:cNvPr>
            <p:cNvSpPr/>
            <p:nvPr/>
          </p:nvSpPr>
          <p:spPr>
            <a:xfrm>
              <a:off x="5557559" y="2594598"/>
              <a:ext cx="163307" cy="334825"/>
            </a:xfrm>
            <a:custGeom>
              <a:avLst/>
              <a:gdLst/>
              <a:ahLst/>
              <a:cxnLst/>
              <a:rect l="l" t="t" r="r" b="b"/>
              <a:pathLst>
                <a:path w="537" h="1101" extrusionOk="0">
                  <a:moveTo>
                    <a:pt x="440" y="116"/>
                  </a:moveTo>
                  <a:lnTo>
                    <a:pt x="366" y="1003"/>
                  </a:lnTo>
                  <a:lnTo>
                    <a:pt x="190" y="1003"/>
                  </a:lnTo>
                  <a:lnTo>
                    <a:pt x="116" y="116"/>
                  </a:lnTo>
                  <a:close/>
                  <a:moveTo>
                    <a:pt x="1" y="1"/>
                  </a:moveTo>
                  <a:lnTo>
                    <a:pt x="1" y="61"/>
                  </a:lnTo>
                  <a:lnTo>
                    <a:pt x="93" y="1100"/>
                  </a:lnTo>
                  <a:lnTo>
                    <a:pt x="440" y="1100"/>
                  </a:lnTo>
                  <a:lnTo>
                    <a:pt x="53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53;p46">
              <a:extLst>
                <a:ext uri="{FF2B5EF4-FFF2-40B4-BE49-F238E27FC236}">
                  <a16:creationId xmlns:a16="http://schemas.microsoft.com/office/drawing/2014/main" id="{483F6498-B5B3-5572-1C71-F63BE1E13B0E}"/>
                </a:ext>
              </a:extLst>
            </p:cNvPr>
            <p:cNvSpPr/>
            <p:nvPr/>
          </p:nvSpPr>
          <p:spPr>
            <a:xfrm>
              <a:off x="5525162" y="2829369"/>
              <a:ext cx="228081" cy="227778"/>
            </a:xfrm>
            <a:custGeom>
              <a:avLst/>
              <a:gdLst/>
              <a:ahLst/>
              <a:cxnLst/>
              <a:rect l="l" t="t" r="r" b="b"/>
              <a:pathLst>
                <a:path w="750" h="749" extrusionOk="0">
                  <a:moveTo>
                    <a:pt x="366" y="0"/>
                  </a:moveTo>
                  <a:cubicBezTo>
                    <a:pt x="153" y="0"/>
                    <a:pt x="1" y="171"/>
                    <a:pt x="1" y="365"/>
                  </a:cubicBezTo>
                  <a:cubicBezTo>
                    <a:pt x="1" y="578"/>
                    <a:pt x="153" y="749"/>
                    <a:pt x="366" y="749"/>
                  </a:cubicBezTo>
                  <a:cubicBezTo>
                    <a:pt x="578" y="749"/>
                    <a:pt x="749" y="578"/>
                    <a:pt x="749" y="365"/>
                  </a:cubicBezTo>
                  <a:cubicBezTo>
                    <a:pt x="749" y="171"/>
                    <a:pt x="578" y="0"/>
                    <a:pt x="3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54;p46">
              <a:extLst>
                <a:ext uri="{FF2B5EF4-FFF2-40B4-BE49-F238E27FC236}">
                  <a16:creationId xmlns:a16="http://schemas.microsoft.com/office/drawing/2014/main" id="{C2EAB9AF-966F-DDA9-6118-9EE8F92353FD}"/>
                </a:ext>
              </a:extLst>
            </p:cNvPr>
            <p:cNvSpPr/>
            <p:nvPr/>
          </p:nvSpPr>
          <p:spPr>
            <a:xfrm>
              <a:off x="5509815" y="2811125"/>
              <a:ext cx="258798" cy="258799"/>
            </a:xfrm>
            <a:custGeom>
              <a:avLst/>
              <a:gdLst/>
              <a:ahLst/>
              <a:cxnLst/>
              <a:rect l="l" t="t" r="r" b="b"/>
              <a:pathLst>
                <a:path w="851" h="851" extrusionOk="0">
                  <a:moveTo>
                    <a:pt x="426" y="97"/>
                  </a:moveTo>
                  <a:cubicBezTo>
                    <a:pt x="620" y="97"/>
                    <a:pt x="754" y="254"/>
                    <a:pt x="754" y="425"/>
                  </a:cubicBezTo>
                  <a:cubicBezTo>
                    <a:pt x="754" y="619"/>
                    <a:pt x="620" y="753"/>
                    <a:pt x="426" y="753"/>
                  </a:cubicBezTo>
                  <a:cubicBezTo>
                    <a:pt x="250" y="753"/>
                    <a:pt x="98" y="619"/>
                    <a:pt x="98" y="425"/>
                  </a:cubicBezTo>
                  <a:cubicBezTo>
                    <a:pt x="98" y="254"/>
                    <a:pt x="250" y="97"/>
                    <a:pt x="426" y="97"/>
                  </a:cubicBezTo>
                  <a:close/>
                  <a:moveTo>
                    <a:pt x="426" y="0"/>
                  </a:moveTo>
                  <a:cubicBezTo>
                    <a:pt x="195" y="0"/>
                    <a:pt x="1" y="194"/>
                    <a:pt x="1" y="425"/>
                  </a:cubicBezTo>
                  <a:cubicBezTo>
                    <a:pt x="1" y="675"/>
                    <a:pt x="195" y="850"/>
                    <a:pt x="426" y="850"/>
                  </a:cubicBezTo>
                  <a:cubicBezTo>
                    <a:pt x="657" y="850"/>
                    <a:pt x="851" y="675"/>
                    <a:pt x="851" y="425"/>
                  </a:cubicBezTo>
                  <a:cubicBezTo>
                    <a:pt x="851" y="194"/>
                    <a:pt x="657" y="0"/>
                    <a:pt x="42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061;p46">
              <a:extLst>
                <a:ext uri="{FF2B5EF4-FFF2-40B4-BE49-F238E27FC236}">
                  <a16:creationId xmlns:a16="http://schemas.microsoft.com/office/drawing/2014/main" id="{C66F5C85-3966-A6A7-BD39-EB49D8ECE0BB}"/>
                </a:ext>
              </a:extLst>
            </p:cNvPr>
            <p:cNvSpPr/>
            <p:nvPr/>
          </p:nvSpPr>
          <p:spPr>
            <a:xfrm>
              <a:off x="5665659" y="4140389"/>
              <a:ext cx="1856591" cy="105525"/>
            </a:xfrm>
            <a:custGeom>
              <a:avLst/>
              <a:gdLst/>
              <a:ahLst/>
              <a:cxnLst/>
              <a:rect l="l" t="t" r="r" b="b"/>
              <a:pathLst>
                <a:path w="6105" h="347" extrusionOk="0">
                  <a:moveTo>
                    <a:pt x="6104" y="347"/>
                  </a:moveTo>
                  <a:lnTo>
                    <a:pt x="1" y="0"/>
                  </a:lnTo>
                  <a:close/>
                </a:path>
              </a:pathLst>
            </a:custGeom>
            <a:solidFill>
              <a:srgbClr val="9DA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2040;p46">
            <a:extLst>
              <a:ext uri="{FF2B5EF4-FFF2-40B4-BE49-F238E27FC236}">
                <a16:creationId xmlns:a16="http://schemas.microsoft.com/office/drawing/2014/main" id="{70755D21-3DCD-A72D-B228-3C30AFB6224E}"/>
              </a:ext>
            </a:extLst>
          </p:cNvPr>
          <p:cNvSpPr/>
          <p:nvPr/>
        </p:nvSpPr>
        <p:spPr>
          <a:xfrm>
            <a:off x="2485704" y="1153432"/>
            <a:ext cx="593908" cy="628355"/>
          </a:xfrm>
          <a:custGeom>
            <a:avLst/>
            <a:gdLst/>
            <a:ahLst/>
            <a:cxnLst/>
            <a:rect l="l" t="t" r="r" b="b"/>
            <a:pathLst>
              <a:path w="9357" h="9358" extrusionOk="0">
                <a:moveTo>
                  <a:pt x="4681" y="98"/>
                </a:moveTo>
                <a:cubicBezTo>
                  <a:pt x="7204" y="98"/>
                  <a:pt x="9264" y="2158"/>
                  <a:pt x="9264" y="4681"/>
                </a:cubicBezTo>
                <a:cubicBezTo>
                  <a:pt x="9264" y="7199"/>
                  <a:pt x="7204" y="9260"/>
                  <a:pt x="4681" y="9260"/>
                </a:cubicBezTo>
                <a:cubicBezTo>
                  <a:pt x="2158" y="9260"/>
                  <a:pt x="116" y="7199"/>
                  <a:pt x="116" y="4681"/>
                </a:cubicBezTo>
                <a:cubicBezTo>
                  <a:pt x="116" y="2158"/>
                  <a:pt x="2158" y="98"/>
                  <a:pt x="4681" y="98"/>
                </a:cubicBezTo>
                <a:close/>
                <a:moveTo>
                  <a:pt x="4681" y="1"/>
                </a:moveTo>
                <a:cubicBezTo>
                  <a:pt x="2102" y="1"/>
                  <a:pt x="0" y="2098"/>
                  <a:pt x="0" y="4681"/>
                </a:cubicBezTo>
                <a:cubicBezTo>
                  <a:pt x="0" y="7259"/>
                  <a:pt x="2102" y="9357"/>
                  <a:pt x="4681" y="9357"/>
                </a:cubicBezTo>
                <a:cubicBezTo>
                  <a:pt x="7259" y="9357"/>
                  <a:pt x="9357" y="7259"/>
                  <a:pt x="9357" y="4681"/>
                </a:cubicBezTo>
                <a:cubicBezTo>
                  <a:pt x="9357" y="2098"/>
                  <a:pt x="7259" y="1"/>
                  <a:pt x="468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046;p46">
            <a:extLst>
              <a:ext uri="{FF2B5EF4-FFF2-40B4-BE49-F238E27FC236}">
                <a16:creationId xmlns:a16="http://schemas.microsoft.com/office/drawing/2014/main" id="{35602D31-C30F-EFDE-3FB7-E04814573E19}"/>
              </a:ext>
            </a:extLst>
          </p:cNvPr>
          <p:cNvSpPr/>
          <p:nvPr/>
        </p:nvSpPr>
        <p:spPr>
          <a:xfrm>
            <a:off x="2620668" y="1255554"/>
            <a:ext cx="335006" cy="422620"/>
          </a:xfrm>
          <a:custGeom>
            <a:avLst/>
            <a:gdLst/>
            <a:ahLst/>
            <a:cxnLst/>
            <a:rect l="l" t="t" r="r" b="b"/>
            <a:pathLst>
              <a:path w="5278" h="6294" extrusionOk="0">
                <a:moveTo>
                  <a:pt x="2639" y="97"/>
                </a:moveTo>
                <a:cubicBezTo>
                  <a:pt x="3272" y="97"/>
                  <a:pt x="3526" y="347"/>
                  <a:pt x="3678" y="596"/>
                </a:cubicBezTo>
                <a:cubicBezTo>
                  <a:pt x="3831" y="864"/>
                  <a:pt x="3831" y="1118"/>
                  <a:pt x="3831" y="1118"/>
                </a:cubicBezTo>
                <a:cubicBezTo>
                  <a:pt x="3831" y="1252"/>
                  <a:pt x="3965" y="1386"/>
                  <a:pt x="4103" y="1386"/>
                </a:cubicBezTo>
                <a:lnTo>
                  <a:pt x="5143" y="1386"/>
                </a:lnTo>
                <a:cubicBezTo>
                  <a:pt x="5162" y="1502"/>
                  <a:pt x="5180" y="1673"/>
                  <a:pt x="5180" y="1964"/>
                </a:cubicBezTo>
                <a:cubicBezTo>
                  <a:pt x="5162" y="2505"/>
                  <a:pt x="5064" y="3272"/>
                  <a:pt x="4699" y="4237"/>
                </a:cubicBezTo>
                <a:cubicBezTo>
                  <a:pt x="4334" y="5161"/>
                  <a:pt x="3794" y="5642"/>
                  <a:pt x="3369" y="5910"/>
                </a:cubicBezTo>
                <a:cubicBezTo>
                  <a:pt x="2967" y="6159"/>
                  <a:pt x="2676" y="6201"/>
                  <a:pt x="2639" y="6201"/>
                </a:cubicBezTo>
                <a:cubicBezTo>
                  <a:pt x="2602" y="6201"/>
                  <a:pt x="2329" y="6159"/>
                  <a:pt x="1927" y="5910"/>
                </a:cubicBezTo>
                <a:cubicBezTo>
                  <a:pt x="1484" y="5642"/>
                  <a:pt x="961" y="5161"/>
                  <a:pt x="596" y="4237"/>
                </a:cubicBezTo>
                <a:cubicBezTo>
                  <a:pt x="231" y="3272"/>
                  <a:pt x="116" y="2505"/>
                  <a:pt x="116" y="1964"/>
                </a:cubicBezTo>
                <a:cubicBezTo>
                  <a:pt x="116" y="1673"/>
                  <a:pt x="134" y="1502"/>
                  <a:pt x="153" y="1386"/>
                </a:cubicBezTo>
                <a:lnTo>
                  <a:pt x="1174" y="1386"/>
                </a:lnTo>
                <a:cubicBezTo>
                  <a:pt x="1331" y="1386"/>
                  <a:pt x="1447" y="1252"/>
                  <a:pt x="1447" y="1118"/>
                </a:cubicBezTo>
                <a:cubicBezTo>
                  <a:pt x="1447" y="1118"/>
                  <a:pt x="1465" y="864"/>
                  <a:pt x="1599" y="596"/>
                </a:cubicBezTo>
                <a:cubicBezTo>
                  <a:pt x="1752" y="347"/>
                  <a:pt x="2001" y="97"/>
                  <a:pt x="2639" y="97"/>
                </a:cubicBezTo>
                <a:close/>
                <a:moveTo>
                  <a:pt x="2639" y="0"/>
                </a:moveTo>
                <a:cubicBezTo>
                  <a:pt x="1983" y="0"/>
                  <a:pt x="1678" y="287"/>
                  <a:pt x="1520" y="559"/>
                </a:cubicBezTo>
                <a:cubicBezTo>
                  <a:pt x="1350" y="827"/>
                  <a:pt x="1350" y="1118"/>
                  <a:pt x="1350" y="1118"/>
                </a:cubicBezTo>
                <a:cubicBezTo>
                  <a:pt x="1350" y="1192"/>
                  <a:pt x="1271" y="1271"/>
                  <a:pt x="1174" y="1271"/>
                </a:cubicBezTo>
                <a:lnTo>
                  <a:pt x="60" y="1271"/>
                </a:lnTo>
                <a:lnTo>
                  <a:pt x="60" y="1326"/>
                </a:lnTo>
                <a:cubicBezTo>
                  <a:pt x="19" y="1442"/>
                  <a:pt x="0" y="1654"/>
                  <a:pt x="19" y="1982"/>
                </a:cubicBezTo>
                <a:cubicBezTo>
                  <a:pt x="19" y="2523"/>
                  <a:pt x="116" y="3290"/>
                  <a:pt x="499" y="4274"/>
                </a:cubicBezTo>
                <a:cubicBezTo>
                  <a:pt x="869" y="5217"/>
                  <a:pt x="1405" y="5716"/>
                  <a:pt x="1867" y="5989"/>
                </a:cubicBezTo>
                <a:cubicBezTo>
                  <a:pt x="2292" y="6257"/>
                  <a:pt x="2602" y="6293"/>
                  <a:pt x="2639" y="6293"/>
                </a:cubicBezTo>
                <a:lnTo>
                  <a:pt x="2657" y="6293"/>
                </a:lnTo>
                <a:cubicBezTo>
                  <a:pt x="2694" y="6293"/>
                  <a:pt x="2985" y="6257"/>
                  <a:pt x="3410" y="5989"/>
                </a:cubicBezTo>
                <a:cubicBezTo>
                  <a:pt x="3872" y="5716"/>
                  <a:pt x="4408" y="5217"/>
                  <a:pt x="4773" y="4274"/>
                </a:cubicBezTo>
                <a:cubicBezTo>
                  <a:pt x="5162" y="3290"/>
                  <a:pt x="5259" y="2523"/>
                  <a:pt x="5277" y="1982"/>
                </a:cubicBezTo>
                <a:cubicBezTo>
                  <a:pt x="5277" y="1654"/>
                  <a:pt x="5259" y="1442"/>
                  <a:pt x="5235" y="1326"/>
                </a:cubicBezTo>
                <a:lnTo>
                  <a:pt x="5217" y="1271"/>
                </a:lnTo>
                <a:lnTo>
                  <a:pt x="4103" y="1271"/>
                </a:lnTo>
                <a:cubicBezTo>
                  <a:pt x="4025" y="1271"/>
                  <a:pt x="3946" y="1192"/>
                  <a:pt x="3928" y="1118"/>
                </a:cubicBezTo>
                <a:cubicBezTo>
                  <a:pt x="3928" y="1118"/>
                  <a:pt x="3928" y="827"/>
                  <a:pt x="3775" y="559"/>
                </a:cubicBezTo>
                <a:cubicBezTo>
                  <a:pt x="3600" y="287"/>
                  <a:pt x="3313" y="0"/>
                  <a:pt x="263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049;p46">
            <a:extLst>
              <a:ext uri="{FF2B5EF4-FFF2-40B4-BE49-F238E27FC236}">
                <a16:creationId xmlns:a16="http://schemas.microsoft.com/office/drawing/2014/main" id="{6DEB50A4-64F0-8A1A-622C-EA412FD223AB}"/>
              </a:ext>
            </a:extLst>
          </p:cNvPr>
          <p:cNvSpPr/>
          <p:nvPr/>
        </p:nvSpPr>
        <p:spPr>
          <a:xfrm>
            <a:off x="2724211" y="1447231"/>
            <a:ext cx="134370" cy="135636"/>
          </a:xfrm>
          <a:custGeom>
            <a:avLst/>
            <a:gdLst/>
            <a:ahLst/>
            <a:cxnLst/>
            <a:rect l="l" t="t" r="r" b="b"/>
            <a:pathLst>
              <a:path w="2117" h="2020" extrusionOk="0">
                <a:moveTo>
                  <a:pt x="287" y="1"/>
                </a:moveTo>
                <a:cubicBezTo>
                  <a:pt x="135" y="1"/>
                  <a:pt x="1" y="116"/>
                  <a:pt x="1" y="287"/>
                </a:cubicBezTo>
                <a:lnTo>
                  <a:pt x="1" y="1733"/>
                </a:lnTo>
                <a:cubicBezTo>
                  <a:pt x="1" y="1904"/>
                  <a:pt x="135" y="2020"/>
                  <a:pt x="287" y="2020"/>
                </a:cubicBezTo>
                <a:lnTo>
                  <a:pt x="1830" y="2020"/>
                </a:lnTo>
                <a:cubicBezTo>
                  <a:pt x="2001" y="2020"/>
                  <a:pt x="2117" y="1904"/>
                  <a:pt x="2117" y="1733"/>
                </a:cubicBezTo>
                <a:lnTo>
                  <a:pt x="2117" y="287"/>
                </a:lnTo>
                <a:cubicBezTo>
                  <a:pt x="2117" y="116"/>
                  <a:pt x="2001" y="1"/>
                  <a:pt x="1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6" name="Group 1415">
            <a:extLst>
              <a:ext uri="{FF2B5EF4-FFF2-40B4-BE49-F238E27FC236}">
                <a16:creationId xmlns:a16="http://schemas.microsoft.com/office/drawing/2014/main" id="{416CF9C7-255F-7540-57FE-9666A6F3A0DF}"/>
              </a:ext>
            </a:extLst>
          </p:cNvPr>
          <p:cNvGrpSpPr/>
          <p:nvPr/>
        </p:nvGrpSpPr>
        <p:grpSpPr>
          <a:xfrm>
            <a:off x="6046325" y="1182977"/>
            <a:ext cx="657391" cy="616800"/>
            <a:chOff x="2477611" y="2969619"/>
            <a:chExt cx="507498" cy="476162"/>
          </a:xfrm>
        </p:grpSpPr>
        <p:sp>
          <p:nvSpPr>
            <p:cNvPr id="53" name="Google Shape;1373;p39">
              <a:extLst>
                <a:ext uri="{FF2B5EF4-FFF2-40B4-BE49-F238E27FC236}">
                  <a16:creationId xmlns:a16="http://schemas.microsoft.com/office/drawing/2014/main" id="{1AC1E0D1-7F00-9C0E-A520-EC939DA4C78B}"/>
                </a:ext>
              </a:extLst>
            </p:cNvPr>
            <p:cNvSpPr/>
            <p:nvPr/>
          </p:nvSpPr>
          <p:spPr>
            <a:xfrm>
              <a:off x="2477611" y="2969619"/>
              <a:ext cx="507498" cy="476162"/>
            </a:xfrm>
            <a:prstGeom prst="ellipse">
              <a:avLst/>
            </a:prstGeom>
            <a:solidFill>
              <a:srgbClr val="AEE2F4">
                <a:alpha val="30820"/>
              </a:srgb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1380;p39">
              <a:extLst>
                <a:ext uri="{FF2B5EF4-FFF2-40B4-BE49-F238E27FC236}">
                  <a16:creationId xmlns:a16="http://schemas.microsoft.com/office/drawing/2014/main" id="{DC7FA5BA-4CAC-69B6-49FD-6CD12FA88A7F}"/>
                </a:ext>
              </a:extLst>
            </p:cNvPr>
            <p:cNvGrpSpPr/>
            <p:nvPr/>
          </p:nvGrpSpPr>
          <p:grpSpPr>
            <a:xfrm>
              <a:off x="2575111" y="3095351"/>
              <a:ext cx="312498" cy="224702"/>
              <a:chOff x="2365483" y="2837605"/>
              <a:chExt cx="379802" cy="291070"/>
            </a:xfrm>
          </p:grpSpPr>
          <p:sp>
            <p:nvSpPr>
              <p:cNvPr id="55" name="Google Shape;1381;p39">
                <a:extLst>
                  <a:ext uri="{FF2B5EF4-FFF2-40B4-BE49-F238E27FC236}">
                    <a16:creationId xmlns:a16="http://schemas.microsoft.com/office/drawing/2014/main" id="{89B42A68-EE0B-B378-C60F-5091BC2E899F}"/>
                  </a:ext>
                </a:extLst>
              </p:cNvPr>
              <p:cNvSpPr/>
              <p:nvPr/>
            </p:nvSpPr>
            <p:spPr>
              <a:xfrm>
                <a:off x="2371191" y="3071870"/>
                <a:ext cx="368834" cy="51077"/>
              </a:xfrm>
              <a:custGeom>
                <a:avLst/>
                <a:gdLst/>
                <a:ahLst/>
                <a:cxnLst/>
                <a:rect l="l" t="t" r="r" b="b"/>
                <a:pathLst>
                  <a:path w="18934" h="2622" extrusionOk="0">
                    <a:moveTo>
                      <a:pt x="471" y="0"/>
                    </a:moveTo>
                    <a:cubicBezTo>
                      <a:pt x="224" y="0"/>
                      <a:pt x="1" y="224"/>
                      <a:pt x="1" y="494"/>
                    </a:cubicBezTo>
                    <a:cubicBezTo>
                      <a:pt x="1" y="1670"/>
                      <a:pt x="959" y="2622"/>
                      <a:pt x="2135" y="2622"/>
                    </a:cubicBezTo>
                    <a:lnTo>
                      <a:pt x="16782" y="2622"/>
                    </a:lnTo>
                    <a:cubicBezTo>
                      <a:pt x="17981" y="2622"/>
                      <a:pt x="18933" y="1670"/>
                      <a:pt x="18933" y="494"/>
                    </a:cubicBezTo>
                    <a:cubicBezTo>
                      <a:pt x="18933" y="224"/>
                      <a:pt x="18716" y="0"/>
                      <a:pt x="18446" y="0"/>
                    </a:cubicBez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82;p39">
                <a:extLst>
                  <a:ext uri="{FF2B5EF4-FFF2-40B4-BE49-F238E27FC236}">
                    <a16:creationId xmlns:a16="http://schemas.microsoft.com/office/drawing/2014/main" id="{66EC9F7C-6570-7845-80D7-4ABBA03C69B1}"/>
                  </a:ext>
                </a:extLst>
              </p:cNvPr>
              <p:cNvSpPr/>
              <p:nvPr/>
            </p:nvSpPr>
            <p:spPr>
              <a:xfrm>
                <a:off x="2680355" y="3071870"/>
                <a:ext cx="59667" cy="51077"/>
              </a:xfrm>
              <a:custGeom>
                <a:avLst/>
                <a:gdLst/>
                <a:ahLst/>
                <a:cxnLst/>
                <a:rect l="l" t="t" r="r" b="b"/>
                <a:pathLst>
                  <a:path w="3063" h="2622" extrusionOk="0">
                    <a:moveTo>
                      <a:pt x="1669" y="0"/>
                    </a:moveTo>
                    <a:cubicBezTo>
                      <a:pt x="1940" y="0"/>
                      <a:pt x="2157" y="224"/>
                      <a:pt x="2157" y="494"/>
                    </a:cubicBezTo>
                    <a:cubicBezTo>
                      <a:pt x="2157" y="1082"/>
                      <a:pt x="1910" y="1617"/>
                      <a:pt x="1522" y="1987"/>
                    </a:cubicBezTo>
                    <a:cubicBezTo>
                      <a:pt x="1129" y="2375"/>
                      <a:pt x="588" y="2622"/>
                      <a:pt x="0" y="2622"/>
                    </a:cubicBezTo>
                    <a:lnTo>
                      <a:pt x="911" y="2622"/>
                    </a:lnTo>
                    <a:cubicBezTo>
                      <a:pt x="1499" y="2622"/>
                      <a:pt x="2034" y="2375"/>
                      <a:pt x="2428" y="1987"/>
                    </a:cubicBezTo>
                    <a:cubicBezTo>
                      <a:pt x="2821" y="1617"/>
                      <a:pt x="3062" y="1082"/>
                      <a:pt x="3062" y="494"/>
                    </a:cubicBezTo>
                    <a:cubicBezTo>
                      <a:pt x="3062" y="224"/>
                      <a:pt x="2845" y="0"/>
                      <a:pt x="257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83;p39">
                <a:extLst>
                  <a:ext uri="{FF2B5EF4-FFF2-40B4-BE49-F238E27FC236}">
                    <a16:creationId xmlns:a16="http://schemas.microsoft.com/office/drawing/2014/main" id="{DF3F5F3A-351D-20F3-1855-D557C27F7824}"/>
                  </a:ext>
                </a:extLst>
              </p:cNvPr>
              <p:cNvSpPr/>
              <p:nvPr/>
            </p:nvSpPr>
            <p:spPr>
              <a:xfrm>
                <a:off x="2392268" y="2843333"/>
                <a:ext cx="326348" cy="228559"/>
              </a:xfrm>
              <a:custGeom>
                <a:avLst/>
                <a:gdLst/>
                <a:ahLst/>
                <a:cxnLst/>
                <a:rect l="l" t="t" r="r" b="b"/>
                <a:pathLst>
                  <a:path w="16753" h="11733" extrusionOk="0">
                    <a:moveTo>
                      <a:pt x="859" y="0"/>
                    </a:moveTo>
                    <a:cubicBezTo>
                      <a:pt x="388" y="0"/>
                      <a:pt x="0" y="371"/>
                      <a:pt x="0" y="858"/>
                    </a:cubicBezTo>
                    <a:lnTo>
                      <a:pt x="0" y="10874"/>
                    </a:lnTo>
                    <a:cubicBezTo>
                      <a:pt x="0" y="11368"/>
                      <a:pt x="388" y="11732"/>
                      <a:pt x="859" y="11732"/>
                    </a:cubicBezTo>
                    <a:lnTo>
                      <a:pt x="15894" y="11732"/>
                    </a:lnTo>
                    <a:cubicBezTo>
                      <a:pt x="16382" y="11732"/>
                      <a:pt x="16752" y="11368"/>
                      <a:pt x="16752" y="10874"/>
                    </a:cubicBezTo>
                    <a:lnTo>
                      <a:pt x="16752" y="858"/>
                    </a:lnTo>
                    <a:cubicBezTo>
                      <a:pt x="16752" y="371"/>
                      <a:pt x="16382" y="0"/>
                      <a:pt x="15894"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84;p39">
                <a:extLst>
                  <a:ext uri="{FF2B5EF4-FFF2-40B4-BE49-F238E27FC236}">
                    <a16:creationId xmlns:a16="http://schemas.microsoft.com/office/drawing/2014/main" id="{A46EFAD9-4CD8-8051-42C6-414FE1358094}"/>
                  </a:ext>
                </a:extLst>
              </p:cNvPr>
              <p:cNvSpPr/>
              <p:nvPr/>
            </p:nvSpPr>
            <p:spPr>
              <a:xfrm>
                <a:off x="2687095" y="2843333"/>
                <a:ext cx="31519" cy="228559"/>
              </a:xfrm>
              <a:custGeom>
                <a:avLst/>
                <a:gdLst/>
                <a:ahLst/>
                <a:cxnLst/>
                <a:rect l="l" t="t" r="r" b="b"/>
                <a:pathLst>
                  <a:path w="1618" h="11733" extrusionOk="0">
                    <a:moveTo>
                      <a:pt x="1" y="0"/>
                    </a:moveTo>
                    <a:cubicBezTo>
                      <a:pt x="465" y="0"/>
                      <a:pt x="859" y="371"/>
                      <a:pt x="859" y="858"/>
                    </a:cubicBezTo>
                    <a:lnTo>
                      <a:pt x="859" y="10874"/>
                    </a:lnTo>
                    <a:cubicBezTo>
                      <a:pt x="859" y="11368"/>
                      <a:pt x="465" y="11732"/>
                      <a:pt x="1" y="11732"/>
                    </a:cubicBezTo>
                    <a:lnTo>
                      <a:pt x="759" y="11732"/>
                    </a:lnTo>
                    <a:cubicBezTo>
                      <a:pt x="1247" y="11732"/>
                      <a:pt x="1617" y="11368"/>
                      <a:pt x="1617" y="10874"/>
                    </a:cubicBezTo>
                    <a:lnTo>
                      <a:pt x="1617" y="858"/>
                    </a:lnTo>
                    <a:cubicBezTo>
                      <a:pt x="1617" y="371"/>
                      <a:pt x="1247" y="0"/>
                      <a:pt x="759" y="0"/>
                    </a:cubicBez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85;p39">
                <a:extLst>
                  <a:ext uri="{FF2B5EF4-FFF2-40B4-BE49-F238E27FC236}">
                    <a16:creationId xmlns:a16="http://schemas.microsoft.com/office/drawing/2014/main" id="{491573DD-36DA-848E-A65D-0E0D5CF2E3D8}"/>
                  </a:ext>
                </a:extLst>
              </p:cNvPr>
              <p:cNvSpPr/>
              <p:nvPr/>
            </p:nvSpPr>
            <p:spPr>
              <a:xfrm>
                <a:off x="2416092" y="2863358"/>
                <a:ext cx="278583" cy="188488"/>
              </a:xfrm>
              <a:custGeom>
                <a:avLst/>
                <a:gdLst/>
                <a:ahLst/>
                <a:cxnLst/>
                <a:rect l="l" t="t" r="r" b="b"/>
                <a:pathLst>
                  <a:path w="14301" h="9676" extrusionOk="0">
                    <a:moveTo>
                      <a:pt x="317" y="1"/>
                    </a:moveTo>
                    <a:cubicBezTo>
                      <a:pt x="147" y="1"/>
                      <a:pt x="0" y="148"/>
                      <a:pt x="0" y="324"/>
                    </a:cubicBezTo>
                    <a:lnTo>
                      <a:pt x="0" y="9358"/>
                    </a:lnTo>
                    <a:cubicBezTo>
                      <a:pt x="0" y="9529"/>
                      <a:pt x="147" y="9676"/>
                      <a:pt x="317" y="9676"/>
                    </a:cubicBezTo>
                    <a:lnTo>
                      <a:pt x="13983" y="9676"/>
                    </a:lnTo>
                    <a:cubicBezTo>
                      <a:pt x="14154" y="9676"/>
                      <a:pt x="14301" y="9529"/>
                      <a:pt x="14301" y="9358"/>
                    </a:cubicBezTo>
                    <a:lnTo>
                      <a:pt x="14301" y="324"/>
                    </a:lnTo>
                    <a:cubicBezTo>
                      <a:pt x="14301" y="148"/>
                      <a:pt x="14154" y="1"/>
                      <a:pt x="13983" y="1"/>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86;p39">
                <a:extLst>
                  <a:ext uri="{FF2B5EF4-FFF2-40B4-BE49-F238E27FC236}">
                    <a16:creationId xmlns:a16="http://schemas.microsoft.com/office/drawing/2014/main" id="{97633EBE-1A3E-BCB0-B3CD-2C68D52DA830}"/>
                  </a:ext>
                </a:extLst>
              </p:cNvPr>
              <p:cNvSpPr/>
              <p:nvPr/>
            </p:nvSpPr>
            <p:spPr>
              <a:xfrm>
                <a:off x="2673713" y="2863358"/>
                <a:ext cx="20960" cy="188488"/>
              </a:xfrm>
              <a:custGeom>
                <a:avLst/>
                <a:gdLst/>
                <a:ahLst/>
                <a:cxnLst/>
                <a:rect l="l" t="t" r="r" b="b"/>
                <a:pathLst>
                  <a:path w="1076" h="9676" extrusionOk="0">
                    <a:moveTo>
                      <a:pt x="0" y="1"/>
                    </a:moveTo>
                    <a:cubicBezTo>
                      <a:pt x="171" y="1"/>
                      <a:pt x="318" y="148"/>
                      <a:pt x="318" y="324"/>
                    </a:cubicBezTo>
                    <a:lnTo>
                      <a:pt x="318" y="9358"/>
                    </a:lnTo>
                    <a:cubicBezTo>
                      <a:pt x="318" y="9529"/>
                      <a:pt x="171" y="9676"/>
                      <a:pt x="0" y="9676"/>
                    </a:cubicBezTo>
                    <a:lnTo>
                      <a:pt x="758" y="9676"/>
                    </a:lnTo>
                    <a:cubicBezTo>
                      <a:pt x="929" y="9676"/>
                      <a:pt x="1076" y="9529"/>
                      <a:pt x="1076" y="9358"/>
                    </a:cubicBezTo>
                    <a:lnTo>
                      <a:pt x="1076" y="324"/>
                    </a:lnTo>
                    <a:cubicBezTo>
                      <a:pt x="1076" y="148"/>
                      <a:pt x="929" y="1"/>
                      <a:pt x="758" y="1"/>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87;p39">
                <a:extLst>
                  <a:ext uri="{FF2B5EF4-FFF2-40B4-BE49-F238E27FC236}">
                    <a16:creationId xmlns:a16="http://schemas.microsoft.com/office/drawing/2014/main" id="{6A7DB953-F34C-55E0-53F5-388D296AC93D}"/>
                  </a:ext>
                </a:extLst>
              </p:cNvPr>
              <p:cNvSpPr/>
              <p:nvPr/>
            </p:nvSpPr>
            <p:spPr>
              <a:xfrm>
                <a:off x="2416092" y="2863358"/>
                <a:ext cx="278583" cy="42973"/>
              </a:xfrm>
              <a:custGeom>
                <a:avLst/>
                <a:gdLst/>
                <a:ahLst/>
                <a:cxnLst/>
                <a:rect l="l" t="t" r="r" b="b"/>
                <a:pathLst>
                  <a:path w="14301" h="2206" extrusionOk="0">
                    <a:moveTo>
                      <a:pt x="317" y="1"/>
                    </a:moveTo>
                    <a:cubicBezTo>
                      <a:pt x="147" y="1"/>
                      <a:pt x="0" y="148"/>
                      <a:pt x="0" y="324"/>
                    </a:cubicBezTo>
                    <a:lnTo>
                      <a:pt x="0" y="2205"/>
                    </a:lnTo>
                    <a:lnTo>
                      <a:pt x="14301" y="2205"/>
                    </a:lnTo>
                    <a:lnTo>
                      <a:pt x="14301" y="324"/>
                    </a:lnTo>
                    <a:cubicBezTo>
                      <a:pt x="14301" y="148"/>
                      <a:pt x="14154" y="1"/>
                      <a:pt x="13983" y="1"/>
                    </a:cubicBezTo>
                    <a:close/>
                  </a:path>
                </a:pathLst>
              </a:custGeom>
              <a:solidFill>
                <a:srgbClr val="FF9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88;p39">
                <a:extLst>
                  <a:ext uri="{FF2B5EF4-FFF2-40B4-BE49-F238E27FC236}">
                    <a16:creationId xmlns:a16="http://schemas.microsoft.com/office/drawing/2014/main" id="{D4CA83B6-F57C-8150-F796-E50D6A9B1280}"/>
                  </a:ext>
                </a:extLst>
              </p:cNvPr>
              <p:cNvSpPr/>
              <p:nvPr/>
            </p:nvSpPr>
            <p:spPr>
              <a:xfrm>
                <a:off x="2673713" y="2863358"/>
                <a:ext cx="20960" cy="42973"/>
              </a:xfrm>
              <a:custGeom>
                <a:avLst/>
                <a:gdLst/>
                <a:ahLst/>
                <a:cxnLst/>
                <a:rect l="l" t="t" r="r" b="b"/>
                <a:pathLst>
                  <a:path w="1076" h="2206" extrusionOk="0">
                    <a:moveTo>
                      <a:pt x="0" y="1"/>
                    </a:moveTo>
                    <a:cubicBezTo>
                      <a:pt x="171" y="1"/>
                      <a:pt x="318" y="148"/>
                      <a:pt x="318" y="324"/>
                    </a:cubicBezTo>
                    <a:lnTo>
                      <a:pt x="318" y="2205"/>
                    </a:lnTo>
                    <a:lnTo>
                      <a:pt x="1076" y="2205"/>
                    </a:lnTo>
                    <a:lnTo>
                      <a:pt x="1076" y="324"/>
                    </a:lnTo>
                    <a:cubicBezTo>
                      <a:pt x="1076" y="148"/>
                      <a:pt x="929" y="1"/>
                      <a:pt x="758" y="1"/>
                    </a:cubicBezTo>
                    <a:close/>
                  </a:path>
                </a:pathLst>
              </a:custGeom>
              <a:solidFill>
                <a:srgbClr val="FF61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89;p39">
                <a:extLst>
                  <a:ext uri="{FF2B5EF4-FFF2-40B4-BE49-F238E27FC236}">
                    <a16:creationId xmlns:a16="http://schemas.microsoft.com/office/drawing/2014/main" id="{39A691EC-E24A-01F2-7FC8-89D8C2DFF9E8}"/>
                  </a:ext>
                </a:extLst>
              </p:cNvPr>
              <p:cNvSpPr/>
              <p:nvPr/>
            </p:nvSpPr>
            <p:spPr>
              <a:xfrm>
                <a:off x="2521536" y="3071870"/>
                <a:ext cx="68258" cy="21993"/>
              </a:xfrm>
              <a:custGeom>
                <a:avLst/>
                <a:gdLst/>
                <a:ahLst/>
                <a:cxnLst/>
                <a:rect l="l" t="t" r="r" b="b"/>
                <a:pathLst>
                  <a:path w="3504" h="1129" extrusionOk="0">
                    <a:moveTo>
                      <a:pt x="1" y="0"/>
                    </a:moveTo>
                    <a:lnTo>
                      <a:pt x="1" y="565"/>
                    </a:lnTo>
                    <a:cubicBezTo>
                      <a:pt x="1" y="882"/>
                      <a:pt x="247" y="1129"/>
                      <a:pt x="565" y="1129"/>
                    </a:cubicBezTo>
                    <a:lnTo>
                      <a:pt x="2939" y="1129"/>
                    </a:lnTo>
                    <a:cubicBezTo>
                      <a:pt x="3233" y="1129"/>
                      <a:pt x="3504" y="882"/>
                      <a:pt x="3504" y="565"/>
                    </a:cubicBezTo>
                    <a:lnTo>
                      <a:pt x="3504" y="0"/>
                    </a:ln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390;p39">
                <a:extLst>
                  <a:ext uri="{FF2B5EF4-FFF2-40B4-BE49-F238E27FC236}">
                    <a16:creationId xmlns:a16="http://schemas.microsoft.com/office/drawing/2014/main" id="{424D97C2-C49C-7E60-2F47-7E315BACA385}"/>
                  </a:ext>
                </a:extLst>
              </p:cNvPr>
              <p:cNvSpPr/>
              <p:nvPr/>
            </p:nvSpPr>
            <p:spPr>
              <a:xfrm>
                <a:off x="2487193" y="2889130"/>
                <a:ext cx="136496" cy="136964"/>
              </a:xfrm>
              <a:custGeom>
                <a:avLst/>
                <a:gdLst/>
                <a:ahLst/>
                <a:cxnLst/>
                <a:rect l="l" t="t" r="r" b="b"/>
                <a:pathLst>
                  <a:path w="7007" h="7031" extrusionOk="0">
                    <a:moveTo>
                      <a:pt x="3503" y="0"/>
                    </a:moveTo>
                    <a:cubicBezTo>
                      <a:pt x="1570" y="0"/>
                      <a:pt x="0" y="1570"/>
                      <a:pt x="0" y="3527"/>
                    </a:cubicBezTo>
                    <a:cubicBezTo>
                      <a:pt x="0" y="5467"/>
                      <a:pt x="1570" y="7030"/>
                      <a:pt x="3503" y="7030"/>
                    </a:cubicBezTo>
                    <a:cubicBezTo>
                      <a:pt x="5437" y="7030"/>
                      <a:pt x="7007" y="5467"/>
                      <a:pt x="7007" y="3527"/>
                    </a:cubicBezTo>
                    <a:cubicBezTo>
                      <a:pt x="7007" y="2598"/>
                      <a:pt x="6636" y="1693"/>
                      <a:pt x="5978" y="1029"/>
                    </a:cubicBezTo>
                    <a:cubicBezTo>
                      <a:pt x="5337" y="371"/>
                      <a:pt x="4432" y="0"/>
                      <a:pt x="3503" y="0"/>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391;p39">
                <a:extLst>
                  <a:ext uri="{FF2B5EF4-FFF2-40B4-BE49-F238E27FC236}">
                    <a16:creationId xmlns:a16="http://schemas.microsoft.com/office/drawing/2014/main" id="{142A1D1E-876C-E300-6B72-9A8D6D4D3FA5}"/>
                  </a:ext>
                </a:extLst>
              </p:cNvPr>
              <p:cNvSpPr/>
              <p:nvPr/>
            </p:nvSpPr>
            <p:spPr>
              <a:xfrm>
                <a:off x="2365483" y="2837605"/>
                <a:ext cx="379802" cy="291070"/>
              </a:xfrm>
              <a:custGeom>
                <a:avLst/>
                <a:gdLst/>
                <a:ahLst/>
                <a:cxnLst/>
                <a:rect l="l" t="t" r="r" b="b"/>
                <a:pathLst>
                  <a:path w="19497" h="14942" extrusionOk="0">
                    <a:moveTo>
                      <a:pt x="11221" y="12320"/>
                    </a:moveTo>
                    <a:lnTo>
                      <a:pt x="11221" y="12591"/>
                    </a:lnTo>
                    <a:cubicBezTo>
                      <a:pt x="11221" y="12738"/>
                      <a:pt x="11097" y="12885"/>
                      <a:pt x="10950" y="12885"/>
                    </a:cubicBezTo>
                    <a:lnTo>
                      <a:pt x="8576" y="12885"/>
                    </a:lnTo>
                    <a:cubicBezTo>
                      <a:pt x="8429" y="12885"/>
                      <a:pt x="8282" y="12738"/>
                      <a:pt x="8282" y="12591"/>
                    </a:cubicBezTo>
                    <a:lnTo>
                      <a:pt x="8282" y="12320"/>
                    </a:lnTo>
                    <a:close/>
                    <a:moveTo>
                      <a:pt x="2234" y="0"/>
                    </a:moveTo>
                    <a:cubicBezTo>
                      <a:pt x="1616" y="0"/>
                      <a:pt x="1105" y="518"/>
                      <a:pt x="1105" y="1152"/>
                    </a:cubicBezTo>
                    <a:lnTo>
                      <a:pt x="1105" y="11168"/>
                    </a:lnTo>
                    <a:cubicBezTo>
                      <a:pt x="1105" y="11392"/>
                      <a:pt x="1152" y="11586"/>
                      <a:pt x="1252" y="11732"/>
                    </a:cubicBezTo>
                    <a:lnTo>
                      <a:pt x="764" y="11732"/>
                    </a:lnTo>
                    <a:cubicBezTo>
                      <a:pt x="347" y="11732"/>
                      <a:pt x="0" y="12079"/>
                      <a:pt x="0" y="12520"/>
                    </a:cubicBezTo>
                    <a:cubicBezTo>
                      <a:pt x="0" y="13843"/>
                      <a:pt x="1105" y="14942"/>
                      <a:pt x="2428" y="14942"/>
                    </a:cubicBezTo>
                    <a:lnTo>
                      <a:pt x="3674" y="14942"/>
                    </a:lnTo>
                    <a:cubicBezTo>
                      <a:pt x="3821" y="14942"/>
                      <a:pt x="3968" y="14795"/>
                      <a:pt x="3968" y="14648"/>
                    </a:cubicBezTo>
                    <a:cubicBezTo>
                      <a:pt x="3968" y="14501"/>
                      <a:pt x="3821" y="14354"/>
                      <a:pt x="3674" y="14354"/>
                    </a:cubicBezTo>
                    <a:lnTo>
                      <a:pt x="2428" y="14354"/>
                    </a:lnTo>
                    <a:cubicBezTo>
                      <a:pt x="1399" y="14354"/>
                      <a:pt x="588" y="13519"/>
                      <a:pt x="588" y="12520"/>
                    </a:cubicBezTo>
                    <a:cubicBezTo>
                      <a:pt x="588" y="12397"/>
                      <a:pt x="664" y="12320"/>
                      <a:pt x="764" y="12320"/>
                    </a:cubicBezTo>
                    <a:lnTo>
                      <a:pt x="7718" y="12320"/>
                    </a:lnTo>
                    <a:lnTo>
                      <a:pt x="7718" y="12591"/>
                    </a:lnTo>
                    <a:cubicBezTo>
                      <a:pt x="7718" y="13055"/>
                      <a:pt x="8111" y="13449"/>
                      <a:pt x="8576" y="13449"/>
                    </a:cubicBezTo>
                    <a:lnTo>
                      <a:pt x="10950" y="13449"/>
                    </a:lnTo>
                    <a:cubicBezTo>
                      <a:pt x="11415" y="13449"/>
                      <a:pt x="11785" y="13055"/>
                      <a:pt x="11785" y="12591"/>
                    </a:cubicBezTo>
                    <a:lnTo>
                      <a:pt x="11785" y="12320"/>
                    </a:lnTo>
                    <a:lnTo>
                      <a:pt x="18739" y="12320"/>
                    </a:lnTo>
                    <a:cubicBezTo>
                      <a:pt x="18838" y="12320"/>
                      <a:pt x="18932" y="12397"/>
                      <a:pt x="18932" y="12520"/>
                    </a:cubicBezTo>
                    <a:cubicBezTo>
                      <a:pt x="18932" y="13519"/>
                      <a:pt x="18104" y="14354"/>
                      <a:pt x="17075" y="14354"/>
                    </a:cubicBezTo>
                    <a:lnTo>
                      <a:pt x="4996" y="14354"/>
                    </a:lnTo>
                    <a:cubicBezTo>
                      <a:pt x="4826" y="14354"/>
                      <a:pt x="4702" y="14501"/>
                      <a:pt x="4702" y="14648"/>
                    </a:cubicBezTo>
                    <a:cubicBezTo>
                      <a:pt x="4702" y="14795"/>
                      <a:pt x="4826" y="14942"/>
                      <a:pt x="4996" y="14942"/>
                    </a:cubicBezTo>
                    <a:lnTo>
                      <a:pt x="17075" y="14942"/>
                    </a:lnTo>
                    <a:cubicBezTo>
                      <a:pt x="18421" y="14942"/>
                      <a:pt x="19497" y="13843"/>
                      <a:pt x="19497" y="12520"/>
                    </a:cubicBezTo>
                    <a:cubicBezTo>
                      <a:pt x="19497" y="12079"/>
                      <a:pt x="19156" y="11732"/>
                      <a:pt x="18739" y="11732"/>
                    </a:cubicBezTo>
                    <a:lnTo>
                      <a:pt x="18274" y="11732"/>
                    </a:lnTo>
                    <a:cubicBezTo>
                      <a:pt x="18368" y="11586"/>
                      <a:pt x="18421" y="11392"/>
                      <a:pt x="18421" y="11168"/>
                    </a:cubicBezTo>
                    <a:lnTo>
                      <a:pt x="18421" y="1152"/>
                    </a:lnTo>
                    <a:cubicBezTo>
                      <a:pt x="18421" y="518"/>
                      <a:pt x="17904" y="0"/>
                      <a:pt x="17269" y="0"/>
                    </a:cubicBezTo>
                    <a:lnTo>
                      <a:pt x="14601" y="0"/>
                    </a:lnTo>
                    <a:cubicBezTo>
                      <a:pt x="14430" y="0"/>
                      <a:pt x="14307" y="124"/>
                      <a:pt x="14307" y="294"/>
                    </a:cubicBezTo>
                    <a:cubicBezTo>
                      <a:pt x="14307" y="441"/>
                      <a:pt x="14430" y="588"/>
                      <a:pt x="14601" y="588"/>
                    </a:cubicBezTo>
                    <a:lnTo>
                      <a:pt x="17269" y="588"/>
                    </a:lnTo>
                    <a:cubicBezTo>
                      <a:pt x="17586" y="588"/>
                      <a:pt x="17833" y="835"/>
                      <a:pt x="17833" y="1152"/>
                    </a:cubicBezTo>
                    <a:lnTo>
                      <a:pt x="17833" y="11168"/>
                    </a:lnTo>
                    <a:cubicBezTo>
                      <a:pt x="17833" y="11491"/>
                      <a:pt x="17586" y="11732"/>
                      <a:pt x="17269" y="11732"/>
                    </a:cubicBezTo>
                    <a:lnTo>
                      <a:pt x="2234" y="11732"/>
                    </a:lnTo>
                    <a:cubicBezTo>
                      <a:pt x="1910" y="11732"/>
                      <a:pt x="1669" y="11491"/>
                      <a:pt x="1669" y="11168"/>
                    </a:cubicBezTo>
                    <a:lnTo>
                      <a:pt x="1669" y="1152"/>
                    </a:lnTo>
                    <a:cubicBezTo>
                      <a:pt x="1669" y="835"/>
                      <a:pt x="1910" y="588"/>
                      <a:pt x="2234" y="588"/>
                    </a:cubicBezTo>
                    <a:lnTo>
                      <a:pt x="13255" y="588"/>
                    </a:lnTo>
                    <a:cubicBezTo>
                      <a:pt x="13425" y="588"/>
                      <a:pt x="13548" y="441"/>
                      <a:pt x="13548" y="294"/>
                    </a:cubicBezTo>
                    <a:cubicBezTo>
                      <a:pt x="13548" y="124"/>
                      <a:pt x="13425" y="0"/>
                      <a:pt x="1325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392;p39">
                <a:extLst>
                  <a:ext uri="{FF2B5EF4-FFF2-40B4-BE49-F238E27FC236}">
                    <a16:creationId xmlns:a16="http://schemas.microsoft.com/office/drawing/2014/main" id="{D5B21CCD-9A8C-9677-C1C5-19E4A7E5C5D8}"/>
                  </a:ext>
                </a:extLst>
              </p:cNvPr>
              <p:cNvSpPr/>
              <p:nvPr/>
            </p:nvSpPr>
            <p:spPr>
              <a:xfrm>
                <a:off x="2442312" y="2879623"/>
                <a:ext cx="11006" cy="11006"/>
              </a:xfrm>
              <a:custGeom>
                <a:avLst/>
                <a:gdLst/>
                <a:ahLst/>
                <a:cxnLst/>
                <a:rect l="l" t="t" r="r" b="b"/>
                <a:pathLst>
                  <a:path w="565" h="565" extrusionOk="0">
                    <a:moveTo>
                      <a:pt x="270" y="1"/>
                    </a:moveTo>
                    <a:cubicBezTo>
                      <a:pt x="123" y="1"/>
                      <a:pt x="0" y="124"/>
                      <a:pt x="0" y="271"/>
                    </a:cubicBezTo>
                    <a:cubicBezTo>
                      <a:pt x="0" y="441"/>
                      <a:pt x="123" y="565"/>
                      <a:pt x="270" y="565"/>
                    </a:cubicBezTo>
                    <a:cubicBezTo>
                      <a:pt x="441" y="565"/>
                      <a:pt x="564" y="441"/>
                      <a:pt x="564" y="271"/>
                    </a:cubicBezTo>
                    <a:cubicBezTo>
                      <a:pt x="564" y="124"/>
                      <a:pt x="441" y="1"/>
                      <a:pt x="27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393;p39">
                <a:extLst>
                  <a:ext uri="{FF2B5EF4-FFF2-40B4-BE49-F238E27FC236}">
                    <a16:creationId xmlns:a16="http://schemas.microsoft.com/office/drawing/2014/main" id="{57320D39-F099-1BD3-717E-B8C44837C2D9}"/>
                  </a:ext>
                </a:extLst>
              </p:cNvPr>
              <p:cNvSpPr/>
              <p:nvPr/>
            </p:nvSpPr>
            <p:spPr>
              <a:xfrm>
                <a:off x="2464285" y="2879623"/>
                <a:ext cx="11006" cy="11006"/>
              </a:xfrm>
              <a:custGeom>
                <a:avLst/>
                <a:gdLst/>
                <a:ahLst/>
                <a:cxnLst/>
                <a:rect l="l" t="t" r="r" b="b"/>
                <a:pathLst>
                  <a:path w="565" h="565" extrusionOk="0">
                    <a:moveTo>
                      <a:pt x="271" y="1"/>
                    </a:moveTo>
                    <a:cubicBezTo>
                      <a:pt x="124" y="1"/>
                      <a:pt x="1" y="124"/>
                      <a:pt x="1" y="271"/>
                    </a:cubicBezTo>
                    <a:cubicBezTo>
                      <a:pt x="1" y="441"/>
                      <a:pt x="124" y="565"/>
                      <a:pt x="271" y="565"/>
                    </a:cubicBezTo>
                    <a:cubicBezTo>
                      <a:pt x="441" y="565"/>
                      <a:pt x="565" y="441"/>
                      <a:pt x="565" y="271"/>
                    </a:cubicBezTo>
                    <a:cubicBezTo>
                      <a:pt x="565" y="124"/>
                      <a:pt x="441" y="1"/>
                      <a:pt x="27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394;p39">
                <a:extLst>
                  <a:ext uri="{FF2B5EF4-FFF2-40B4-BE49-F238E27FC236}">
                    <a16:creationId xmlns:a16="http://schemas.microsoft.com/office/drawing/2014/main" id="{33AEECBE-810E-6E02-1E94-E182309FDF46}"/>
                  </a:ext>
                </a:extLst>
              </p:cNvPr>
              <p:cNvSpPr/>
              <p:nvPr/>
            </p:nvSpPr>
            <p:spPr>
              <a:xfrm>
                <a:off x="2486278" y="2879623"/>
                <a:ext cx="10889" cy="11006"/>
              </a:xfrm>
              <a:custGeom>
                <a:avLst/>
                <a:gdLst/>
                <a:ahLst/>
                <a:cxnLst/>
                <a:rect l="l" t="t" r="r" b="b"/>
                <a:pathLst>
                  <a:path w="559" h="565" extrusionOk="0">
                    <a:moveTo>
                      <a:pt x="294" y="1"/>
                    </a:moveTo>
                    <a:cubicBezTo>
                      <a:pt x="118" y="1"/>
                      <a:pt x="0" y="124"/>
                      <a:pt x="0" y="271"/>
                    </a:cubicBezTo>
                    <a:cubicBezTo>
                      <a:pt x="0" y="441"/>
                      <a:pt x="118" y="565"/>
                      <a:pt x="294" y="565"/>
                    </a:cubicBezTo>
                    <a:cubicBezTo>
                      <a:pt x="441" y="565"/>
                      <a:pt x="559" y="441"/>
                      <a:pt x="559" y="271"/>
                    </a:cubicBezTo>
                    <a:cubicBezTo>
                      <a:pt x="559" y="124"/>
                      <a:pt x="441" y="1"/>
                      <a:pt x="29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395;p39">
                <a:extLst>
                  <a:ext uri="{FF2B5EF4-FFF2-40B4-BE49-F238E27FC236}">
                    <a16:creationId xmlns:a16="http://schemas.microsoft.com/office/drawing/2014/main" id="{D25DA8D1-F736-5B67-E0F5-9F61144F4BB2}"/>
                  </a:ext>
                </a:extLst>
              </p:cNvPr>
              <p:cNvSpPr/>
              <p:nvPr/>
            </p:nvSpPr>
            <p:spPr>
              <a:xfrm>
                <a:off x="2410813" y="2858215"/>
                <a:ext cx="289590" cy="198910"/>
              </a:xfrm>
              <a:custGeom>
                <a:avLst/>
                <a:gdLst/>
                <a:ahLst/>
                <a:cxnLst/>
                <a:rect l="l" t="t" r="r" b="b"/>
                <a:pathLst>
                  <a:path w="14866" h="10211" extrusionOk="0">
                    <a:moveTo>
                      <a:pt x="14254" y="559"/>
                    </a:moveTo>
                    <a:cubicBezTo>
                      <a:pt x="14278" y="559"/>
                      <a:pt x="14278" y="588"/>
                      <a:pt x="14278" y="588"/>
                    </a:cubicBezTo>
                    <a:lnTo>
                      <a:pt x="14278" y="2175"/>
                    </a:lnTo>
                    <a:lnTo>
                      <a:pt x="9846" y="2175"/>
                    </a:lnTo>
                    <a:cubicBezTo>
                      <a:pt x="9188" y="1640"/>
                      <a:pt x="8353" y="1323"/>
                      <a:pt x="7424" y="1323"/>
                    </a:cubicBezTo>
                    <a:cubicBezTo>
                      <a:pt x="6519" y="1323"/>
                      <a:pt x="5661" y="1640"/>
                      <a:pt x="5020" y="2175"/>
                    </a:cubicBezTo>
                    <a:lnTo>
                      <a:pt x="565" y="2175"/>
                    </a:lnTo>
                    <a:lnTo>
                      <a:pt x="565" y="588"/>
                    </a:lnTo>
                    <a:lnTo>
                      <a:pt x="588" y="559"/>
                    </a:lnTo>
                    <a:close/>
                    <a:moveTo>
                      <a:pt x="7424" y="1881"/>
                    </a:moveTo>
                    <a:cubicBezTo>
                      <a:pt x="9211" y="1881"/>
                      <a:pt x="10657" y="3327"/>
                      <a:pt x="10657" y="5114"/>
                    </a:cubicBezTo>
                    <a:cubicBezTo>
                      <a:pt x="10657" y="6877"/>
                      <a:pt x="9211" y="8323"/>
                      <a:pt x="7424" y="8323"/>
                    </a:cubicBezTo>
                    <a:cubicBezTo>
                      <a:pt x="5661" y="8323"/>
                      <a:pt x="4215" y="6877"/>
                      <a:pt x="4215" y="5114"/>
                    </a:cubicBezTo>
                    <a:cubicBezTo>
                      <a:pt x="4215" y="3327"/>
                      <a:pt x="5661" y="1881"/>
                      <a:pt x="7424" y="1881"/>
                    </a:cubicBezTo>
                    <a:close/>
                    <a:moveTo>
                      <a:pt x="14278" y="2763"/>
                    </a:moveTo>
                    <a:lnTo>
                      <a:pt x="14278" y="9622"/>
                    </a:lnTo>
                    <a:cubicBezTo>
                      <a:pt x="14278" y="9622"/>
                      <a:pt x="14278" y="9646"/>
                      <a:pt x="14254" y="9646"/>
                    </a:cubicBezTo>
                    <a:lnTo>
                      <a:pt x="588" y="9646"/>
                    </a:lnTo>
                    <a:lnTo>
                      <a:pt x="565" y="9622"/>
                    </a:lnTo>
                    <a:lnTo>
                      <a:pt x="565" y="2763"/>
                    </a:lnTo>
                    <a:lnTo>
                      <a:pt x="4462" y="2763"/>
                    </a:lnTo>
                    <a:cubicBezTo>
                      <a:pt x="3945" y="3404"/>
                      <a:pt x="3627" y="4209"/>
                      <a:pt x="3627" y="5114"/>
                    </a:cubicBezTo>
                    <a:cubicBezTo>
                      <a:pt x="3627" y="7201"/>
                      <a:pt x="5344" y="8888"/>
                      <a:pt x="7424" y="8888"/>
                    </a:cubicBezTo>
                    <a:cubicBezTo>
                      <a:pt x="9529" y="8888"/>
                      <a:pt x="11221" y="7201"/>
                      <a:pt x="11221" y="5114"/>
                    </a:cubicBezTo>
                    <a:cubicBezTo>
                      <a:pt x="11221" y="4209"/>
                      <a:pt x="10928" y="3404"/>
                      <a:pt x="10410" y="2763"/>
                    </a:cubicBezTo>
                    <a:close/>
                    <a:moveTo>
                      <a:pt x="588" y="0"/>
                    </a:moveTo>
                    <a:cubicBezTo>
                      <a:pt x="271" y="0"/>
                      <a:pt x="1" y="265"/>
                      <a:pt x="1" y="588"/>
                    </a:cubicBezTo>
                    <a:lnTo>
                      <a:pt x="1" y="9622"/>
                    </a:lnTo>
                    <a:cubicBezTo>
                      <a:pt x="1" y="9940"/>
                      <a:pt x="271" y="10210"/>
                      <a:pt x="588" y="10210"/>
                    </a:cubicBezTo>
                    <a:lnTo>
                      <a:pt x="14254" y="10210"/>
                    </a:lnTo>
                    <a:cubicBezTo>
                      <a:pt x="14601" y="10210"/>
                      <a:pt x="14866" y="9940"/>
                      <a:pt x="14866" y="9622"/>
                    </a:cubicBezTo>
                    <a:lnTo>
                      <a:pt x="14866" y="588"/>
                    </a:lnTo>
                    <a:cubicBezTo>
                      <a:pt x="14866" y="265"/>
                      <a:pt x="14601" y="0"/>
                      <a:pt x="142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396;p39">
                <a:extLst>
                  <a:ext uri="{FF2B5EF4-FFF2-40B4-BE49-F238E27FC236}">
                    <a16:creationId xmlns:a16="http://schemas.microsoft.com/office/drawing/2014/main" id="{D2367B36-F5F8-CF14-9964-2874135364F1}"/>
                  </a:ext>
                </a:extLst>
              </p:cNvPr>
              <p:cNvSpPr/>
              <p:nvPr/>
            </p:nvSpPr>
            <p:spPr>
              <a:xfrm>
                <a:off x="2520056" y="2911103"/>
                <a:ext cx="90699" cy="63466"/>
              </a:xfrm>
              <a:custGeom>
                <a:avLst/>
                <a:gdLst/>
                <a:ahLst/>
                <a:cxnLst/>
                <a:rect l="l" t="t" r="r" b="b"/>
                <a:pathLst>
                  <a:path w="4656" h="3258" extrusionOk="0">
                    <a:moveTo>
                      <a:pt x="1763" y="1"/>
                    </a:moveTo>
                    <a:cubicBezTo>
                      <a:pt x="1152" y="1"/>
                      <a:pt x="564" y="248"/>
                      <a:pt x="124" y="665"/>
                    </a:cubicBezTo>
                    <a:cubicBezTo>
                      <a:pt x="29" y="783"/>
                      <a:pt x="0" y="959"/>
                      <a:pt x="124" y="1077"/>
                    </a:cubicBezTo>
                    <a:cubicBezTo>
                      <a:pt x="173" y="1138"/>
                      <a:pt x="247" y="1169"/>
                      <a:pt x="320" y="1169"/>
                    </a:cubicBezTo>
                    <a:cubicBezTo>
                      <a:pt x="394" y="1169"/>
                      <a:pt x="467" y="1138"/>
                      <a:pt x="517" y="1077"/>
                    </a:cubicBezTo>
                    <a:cubicBezTo>
                      <a:pt x="858" y="759"/>
                      <a:pt x="1299" y="589"/>
                      <a:pt x="1763" y="589"/>
                    </a:cubicBezTo>
                    <a:cubicBezTo>
                      <a:pt x="2675" y="589"/>
                      <a:pt x="3409" y="1276"/>
                      <a:pt x="3503" y="2158"/>
                    </a:cubicBezTo>
                    <a:lnTo>
                      <a:pt x="3409" y="2035"/>
                    </a:lnTo>
                    <a:cubicBezTo>
                      <a:pt x="3351" y="1963"/>
                      <a:pt x="3270" y="1925"/>
                      <a:pt x="3188" y="1925"/>
                    </a:cubicBezTo>
                    <a:cubicBezTo>
                      <a:pt x="3128" y="1925"/>
                      <a:pt x="3067" y="1945"/>
                      <a:pt x="3015" y="1988"/>
                    </a:cubicBezTo>
                    <a:cubicBezTo>
                      <a:pt x="2892" y="2082"/>
                      <a:pt x="2868" y="2252"/>
                      <a:pt x="2968" y="2376"/>
                    </a:cubicBezTo>
                    <a:lnTo>
                      <a:pt x="3527" y="3134"/>
                    </a:lnTo>
                    <a:cubicBezTo>
                      <a:pt x="3580" y="3210"/>
                      <a:pt x="3674" y="3257"/>
                      <a:pt x="3750" y="3257"/>
                    </a:cubicBezTo>
                    <a:cubicBezTo>
                      <a:pt x="3850" y="3257"/>
                      <a:pt x="3921" y="3210"/>
                      <a:pt x="3997" y="3134"/>
                    </a:cubicBezTo>
                    <a:lnTo>
                      <a:pt x="4555" y="2376"/>
                    </a:lnTo>
                    <a:cubicBezTo>
                      <a:pt x="4655" y="2252"/>
                      <a:pt x="4632" y="2082"/>
                      <a:pt x="4508" y="1988"/>
                    </a:cubicBezTo>
                    <a:cubicBezTo>
                      <a:pt x="4456" y="1945"/>
                      <a:pt x="4392" y="1925"/>
                      <a:pt x="4329" y="1925"/>
                    </a:cubicBezTo>
                    <a:cubicBezTo>
                      <a:pt x="4242" y="1925"/>
                      <a:pt x="4159" y="1963"/>
                      <a:pt x="4115" y="2035"/>
                    </a:cubicBezTo>
                    <a:lnTo>
                      <a:pt x="4068" y="2082"/>
                    </a:lnTo>
                    <a:cubicBezTo>
                      <a:pt x="3944" y="906"/>
                      <a:pt x="2939" y="1"/>
                      <a:pt x="176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397;p39">
                <a:extLst>
                  <a:ext uri="{FF2B5EF4-FFF2-40B4-BE49-F238E27FC236}">
                    <a16:creationId xmlns:a16="http://schemas.microsoft.com/office/drawing/2014/main" id="{941B67D8-5946-9C7B-C83E-80B33D066363}"/>
                  </a:ext>
                </a:extLst>
              </p:cNvPr>
              <p:cNvSpPr/>
              <p:nvPr/>
            </p:nvSpPr>
            <p:spPr>
              <a:xfrm>
                <a:off x="2500011" y="2940654"/>
                <a:ext cx="90699" cy="63563"/>
              </a:xfrm>
              <a:custGeom>
                <a:avLst/>
                <a:gdLst/>
                <a:ahLst/>
                <a:cxnLst/>
                <a:rect l="l" t="t" r="r" b="b"/>
                <a:pathLst>
                  <a:path w="4656" h="3263" extrusionOk="0">
                    <a:moveTo>
                      <a:pt x="912" y="0"/>
                    </a:moveTo>
                    <a:cubicBezTo>
                      <a:pt x="835" y="0"/>
                      <a:pt x="735" y="53"/>
                      <a:pt x="688" y="124"/>
                    </a:cubicBezTo>
                    <a:lnTo>
                      <a:pt x="100" y="882"/>
                    </a:lnTo>
                    <a:cubicBezTo>
                      <a:pt x="0" y="1005"/>
                      <a:pt x="30" y="1176"/>
                      <a:pt x="177" y="1276"/>
                    </a:cubicBezTo>
                    <a:cubicBezTo>
                      <a:pt x="224" y="1323"/>
                      <a:pt x="271" y="1352"/>
                      <a:pt x="347" y="1352"/>
                    </a:cubicBezTo>
                    <a:cubicBezTo>
                      <a:pt x="418" y="1352"/>
                      <a:pt x="518" y="1299"/>
                      <a:pt x="565" y="1229"/>
                    </a:cubicBezTo>
                    <a:lnTo>
                      <a:pt x="588" y="1176"/>
                    </a:lnTo>
                    <a:cubicBezTo>
                      <a:pt x="735" y="2352"/>
                      <a:pt x="1717" y="3263"/>
                      <a:pt x="2916" y="3263"/>
                    </a:cubicBezTo>
                    <a:cubicBezTo>
                      <a:pt x="3527" y="3263"/>
                      <a:pt x="4091" y="3016"/>
                      <a:pt x="4532" y="2598"/>
                    </a:cubicBezTo>
                    <a:cubicBezTo>
                      <a:pt x="4656" y="2475"/>
                      <a:pt x="4656" y="2304"/>
                      <a:pt x="4556" y="2181"/>
                    </a:cubicBezTo>
                    <a:cubicBezTo>
                      <a:pt x="4497" y="2119"/>
                      <a:pt x="4424" y="2088"/>
                      <a:pt x="4350" y="2088"/>
                    </a:cubicBezTo>
                    <a:cubicBezTo>
                      <a:pt x="4277" y="2088"/>
                      <a:pt x="4203" y="2119"/>
                      <a:pt x="4144" y="2181"/>
                    </a:cubicBezTo>
                    <a:cubicBezTo>
                      <a:pt x="3821" y="2498"/>
                      <a:pt x="3380" y="2675"/>
                      <a:pt x="2916" y="2675"/>
                    </a:cubicBezTo>
                    <a:cubicBezTo>
                      <a:pt x="2011" y="2675"/>
                      <a:pt x="1252" y="1987"/>
                      <a:pt x="1153" y="1105"/>
                    </a:cubicBezTo>
                    <a:lnTo>
                      <a:pt x="1153" y="1105"/>
                    </a:lnTo>
                    <a:lnTo>
                      <a:pt x="1252" y="1229"/>
                    </a:lnTo>
                    <a:cubicBezTo>
                      <a:pt x="1310" y="1300"/>
                      <a:pt x="1399" y="1338"/>
                      <a:pt x="1488" y="1338"/>
                    </a:cubicBezTo>
                    <a:cubicBezTo>
                      <a:pt x="1553" y="1338"/>
                      <a:pt x="1618" y="1318"/>
                      <a:pt x="1670" y="1276"/>
                    </a:cubicBezTo>
                    <a:cubicBezTo>
                      <a:pt x="1793" y="1176"/>
                      <a:pt x="1817" y="1005"/>
                      <a:pt x="1717" y="882"/>
                    </a:cubicBezTo>
                    <a:lnTo>
                      <a:pt x="1129" y="124"/>
                    </a:lnTo>
                    <a:cubicBezTo>
                      <a:pt x="1082" y="53"/>
                      <a:pt x="1006" y="0"/>
                      <a:pt x="91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38" name="Group 1537">
            <a:extLst>
              <a:ext uri="{FF2B5EF4-FFF2-40B4-BE49-F238E27FC236}">
                <a16:creationId xmlns:a16="http://schemas.microsoft.com/office/drawing/2014/main" id="{441AE222-6FD7-28AA-B97F-BC41FC6D8E3F}"/>
              </a:ext>
            </a:extLst>
          </p:cNvPr>
          <p:cNvGrpSpPr/>
          <p:nvPr/>
        </p:nvGrpSpPr>
        <p:grpSpPr>
          <a:xfrm>
            <a:off x="6119310" y="2971344"/>
            <a:ext cx="629449" cy="648670"/>
            <a:chOff x="1885678" y="3286856"/>
            <a:chExt cx="487140" cy="459476"/>
          </a:xfrm>
        </p:grpSpPr>
        <p:sp>
          <p:nvSpPr>
            <p:cNvPr id="1417" name="Google Shape;1546;p41">
              <a:extLst>
                <a:ext uri="{FF2B5EF4-FFF2-40B4-BE49-F238E27FC236}">
                  <a16:creationId xmlns:a16="http://schemas.microsoft.com/office/drawing/2014/main" id="{536C5915-7FB9-E01C-A0E8-9391FE9DD75D}"/>
                </a:ext>
              </a:extLst>
            </p:cNvPr>
            <p:cNvSpPr/>
            <p:nvPr/>
          </p:nvSpPr>
          <p:spPr>
            <a:xfrm>
              <a:off x="1885678" y="3286856"/>
              <a:ext cx="487140" cy="459476"/>
            </a:xfrm>
            <a:prstGeom prst="ellipse">
              <a:avLst/>
            </a:prstGeom>
            <a:solidFill>
              <a:srgbClr val="AEE2F4">
                <a:alpha val="30820"/>
              </a:srgbClr>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8" name="Google Shape;1547;p41">
              <a:extLst>
                <a:ext uri="{FF2B5EF4-FFF2-40B4-BE49-F238E27FC236}">
                  <a16:creationId xmlns:a16="http://schemas.microsoft.com/office/drawing/2014/main" id="{C7392AA4-5EF9-D6B7-F3AD-05880778DB67}"/>
                </a:ext>
              </a:extLst>
            </p:cNvPr>
            <p:cNvGrpSpPr/>
            <p:nvPr/>
          </p:nvGrpSpPr>
          <p:grpSpPr>
            <a:xfrm>
              <a:off x="1992369" y="3394829"/>
              <a:ext cx="299962" cy="243529"/>
              <a:chOff x="5822432" y="1996038"/>
              <a:chExt cx="379802" cy="326913"/>
            </a:xfrm>
          </p:grpSpPr>
          <p:sp>
            <p:nvSpPr>
              <p:cNvPr id="1419" name="Google Shape;1548;p41">
                <a:extLst>
                  <a:ext uri="{FF2B5EF4-FFF2-40B4-BE49-F238E27FC236}">
                    <a16:creationId xmlns:a16="http://schemas.microsoft.com/office/drawing/2014/main" id="{F87C628F-C7EE-575E-8D82-F09EB5596015}"/>
                  </a:ext>
                </a:extLst>
              </p:cNvPr>
              <p:cNvSpPr/>
              <p:nvPr/>
            </p:nvSpPr>
            <p:spPr>
              <a:xfrm>
                <a:off x="5827692" y="2211758"/>
                <a:ext cx="368815" cy="47648"/>
              </a:xfrm>
              <a:custGeom>
                <a:avLst/>
                <a:gdLst/>
                <a:ahLst/>
                <a:cxnLst/>
                <a:rect l="l" t="t" r="r" b="b"/>
                <a:pathLst>
                  <a:path w="18933" h="2446" extrusionOk="0">
                    <a:moveTo>
                      <a:pt x="0" y="0"/>
                    </a:moveTo>
                    <a:lnTo>
                      <a:pt x="0" y="1470"/>
                    </a:lnTo>
                    <a:cubicBezTo>
                      <a:pt x="0" y="2005"/>
                      <a:pt x="441" y="2445"/>
                      <a:pt x="982" y="2445"/>
                    </a:cubicBezTo>
                    <a:lnTo>
                      <a:pt x="17975" y="2445"/>
                    </a:lnTo>
                    <a:cubicBezTo>
                      <a:pt x="18492" y="2445"/>
                      <a:pt x="18933" y="2005"/>
                      <a:pt x="18933" y="1470"/>
                    </a:cubicBezTo>
                    <a:lnTo>
                      <a:pt x="18933" y="0"/>
                    </a:ln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549;p41">
                <a:extLst>
                  <a:ext uri="{FF2B5EF4-FFF2-40B4-BE49-F238E27FC236}">
                    <a16:creationId xmlns:a16="http://schemas.microsoft.com/office/drawing/2014/main" id="{460AC10A-96AB-173D-A10E-A3407084DA67}"/>
                  </a:ext>
                </a:extLst>
              </p:cNvPr>
              <p:cNvSpPr/>
              <p:nvPr/>
            </p:nvSpPr>
            <p:spPr>
              <a:xfrm>
                <a:off x="5827692" y="2001298"/>
                <a:ext cx="368815" cy="210481"/>
              </a:xfrm>
              <a:custGeom>
                <a:avLst/>
                <a:gdLst/>
                <a:ahLst/>
                <a:cxnLst/>
                <a:rect l="l" t="t" r="r" b="b"/>
                <a:pathLst>
                  <a:path w="18933" h="10805" extrusionOk="0">
                    <a:moveTo>
                      <a:pt x="982" y="1"/>
                    </a:moveTo>
                    <a:cubicBezTo>
                      <a:pt x="441" y="1"/>
                      <a:pt x="0" y="442"/>
                      <a:pt x="0" y="982"/>
                    </a:cubicBezTo>
                    <a:lnTo>
                      <a:pt x="0" y="10804"/>
                    </a:lnTo>
                    <a:lnTo>
                      <a:pt x="18933" y="10804"/>
                    </a:lnTo>
                    <a:lnTo>
                      <a:pt x="18933" y="982"/>
                    </a:lnTo>
                    <a:cubicBezTo>
                      <a:pt x="18933" y="442"/>
                      <a:pt x="18492" y="1"/>
                      <a:pt x="17975" y="1"/>
                    </a:cubicBezTo>
                    <a:close/>
                  </a:path>
                </a:pathLst>
              </a:custGeom>
              <a:solidFill>
                <a:srgbClr val="FF9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550;p41">
                <a:extLst>
                  <a:ext uri="{FF2B5EF4-FFF2-40B4-BE49-F238E27FC236}">
                    <a16:creationId xmlns:a16="http://schemas.microsoft.com/office/drawing/2014/main" id="{F55FBD93-395B-361D-B050-889F7ED11F2E}"/>
                  </a:ext>
                </a:extLst>
              </p:cNvPr>
              <p:cNvSpPr/>
              <p:nvPr/>
            </p:nvSpPr>
            <p:spPr>
              <a:xfrm>
                <a:off x="5827692" y="2001298"/>
                <a:ext cx="368815" cy="210481"/>
              </a:xfrm>
              <a:custGeom>
                <a:avLst/>
                <a:gdLst/>
                <a:ahLst/>
                <a:cxnLst/>
                <a:rect l="l" t="t" r="r" b="b"/>
                <a:pathLst>
                  <a:path w="18933" h="10805" extrusionOk="0">
                    <a:moveTo>
                      <a:pt x="982" y="1"/>
                    </a:moveTo>
                    <a:cubicBezTo>
                      <a:pt x="441" y="1"/>
                      <a:pt x="0" y="442"/>
                      <a:pt x="0" y="982"/>
                    </a:cubicBezTo>
                    <a:lnTo>
                      <a:pt x="0" y="10804"/>
                    </a:lnTo>
                    <a:lnTo>
                      <a:pt x="18933" y="10804"/>
                    </a:lnTo>
                    <a:lnTo>
                      <a:pt x="18933" y="982"/>
                    </a:lnTo>
                    <a:cubicBezTo>
                      <a:pt x="18933" y="442"/>
                      <a:pt x="18492" y="1"/>
                      <a:pt x="17975" y="1"/>
                    </a:cubicBezTo>
                    <a:close/>
                  </a:path>
                </a:pathLst>
              </a:custGeom>
              <a:solidFill>
                <a:srgbClr val="FF9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551;p41">
                <a:extLst>
                  <a:ext uri="{FF2B5EF4-FFF2-40B4-BE49-F238E27FC236}">
                    <a16:creationId xmlns:a16="http://schemas.microsoft.com/office/drawing/2014/main" id="{C3D8EB91-0710-DB8A-EFD8-5F0AAAA7E202}"/>
                  </a:ext>
                </a:extLst>
              </p:cNvPr>
              <p:cNvSpPr/>
              <p:nvPr/>
            </p:nvSpPr>
            <p:spPr>
              <a:xfrm>
                <a:off x="6163056" y="2001298"/>
                <a:ext cx="33447" cy="210481"/>
              </a:xfrm>
              <a:custGeom>
                <a:avLst/>
                <a:gdLst/>
                <a:ahLst/>
                <a:cxnLst/>
                <a:rect l="l" t="t" r="r" b="b"/>
                <a:pathLst>
                  <a:path w="1717" h="10805" extrusionOk="0">
                    <a:moveTo>
                      <a:pt x="1" y="1"/>
                    </a:moveTo>
                    <a:cubicBezTo>
                      <a:pt x="518" y="1"/>
                      <a:pt x="959" y="442"/>
                      <a:pt x="959" y="982"/>
                    </a:cubicBezTo>
                    <a:lnTo>
                      <a:pt x="959" y="10804"/>
                    </a:lnTo>
                    <a:lnTo>
                      <a:pt x="1717" y="10804"/>
                    </a:lnTo>
                    <a:lnTo>
                      <a:pt x="1717" y="982"/>
                    </a:lnTo>
                    <a:cubicBezTo>
                      <a:pt x="1717" y="442"/>
                      <a:pt x="1276" y="1"/>
                      <a:pt x="759" y="1"/>
                    </a:cubicBezTo>
                    <a:close/>
                  </a:path>
                </a:pathLst>
              </a:custGeom>
              <a:solidFill>
                <a:srgbClr val="FF61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552;p41">
                <a:extLst>
                  <a:ext uri="{FF2B5EF4-FFF2-40B4-BE49-F238E27FC236}">
                    <a16:creationId xmlns:a16="http://schemas.microsoft.com/office/drawing/2014/main" id="{01C6FA91-C5E5-6C0C-2BCB-7FF029BDEAEF}"/>
                  </a:ext>
                </a:extLst>
              </p:cNvPr>
              <p:cNvSpPr/>
              <p:nvPr/>
            </p:nvSpPr>
            <p:spPr>
              <a:xfrm>
                <a:off x="6163056" y="2211758"/>
                <a:ext cx="33447" cy="47648"/>
              </a:xfrm>
              <a:custGeom>
                <a:avLst/>
                <a:gdLst/>
                <a:ahLst/>
                <a:cxnLst/>
                <a:rect l="l" t="t" r="r" b="b"/>
                <a:pathLst>
                  <a:path w="1717" h="2446" extrusionOk="0">
                    <a:moveTo>
                      <a:pt x="959" y="0"/>
                    </a:moveTo>
                    <a:lnTo>
                      <a:pt x="959" y="1470"/>
                    </a:lnTo>
                    <a:cubicBezTo>
                      <a:pt x="959" y="2005"/>
                      <a:pt x="518" y="2445"/>
                      <a:pt x="1" y="2445"/>
                    </a:cubicBezTo>
                    <a:lnTo>
                      <a:pt x="759" y="2445"/>
                    </a:lnTo>
                    <a:cubicBezTo>
                      <a:pt x="1276" y="2445"/>
                      <a:pt x="1717" y="2005"/>
                      <a:pt x="1717" y="1470"/>
                    </a:cubicBezTo>
                    <a:lnTo>
                      <a:pt x="1717" y="0"/>
                    </a:ln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553;p41">
                <a:extLst>
                  <a:ext uri="{FF2B5EF4-FFF2-40B4-BE49-F238E27FC236}">
                    <a16:creationId xmlns:a16="http://schemas.microsoft.com/office/drawing/2014/main" id="{F8FF107D-DC51-B782-4E57-DBD764066CAA}"/>
                  </a:ext>
                </a:extLst>
              </p:cNvPr>
              <p:cNvSpPr/>
              <p:nvPr/>
            </p:nvSpPr>
            <p:spPr>
              <a:xfrm>
                <a:off x="5970362" y="2259386"/>
                <a:ext cx="83939" cy="57836"/>
              </a:xfrm>
              <a:custGeom>
                <a:avLst/>
                <a:gdLst/>
                <a:ahLst/>
                <a:cxnLst/>
                <a:rect l="l" t="t" r="r" b="b"/>
                <a:pathLst>
                  <a:path w="4309" h="2969" extrusionOk="0">
                    <a:moveTo>
                      <a:pt x="294" y="0"/>
                    </a:moveTo>
                    <a:cubicBezTo>
                      <a:pt x="294" y="0"/>
                      <a:pt x="271" y="2158"/>
                      <a:pt x="0" y="2969"/>
                    </a:cubicBezTo>
                    <a:lnTo>
                      <a:pt x="4309" y="2969"/>
                    </a:lnTo>
                    <a:cubicBezTo>
                      <a:pt x="4038" y="2158"/>
                      <a:pt x="3991" y="0"/>
                      <a:pt x="3991" y="0"/>
                    </a:cubicBezTo>
                    <a:close/>
                  </a:path>
                </a:pathLst>
              </a:custGeom>
              <a:solidFill>
                <a:srgbClr val="866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554;p41">
                <a:extLst>
                  <a:ext uri="{FF2B5EF4-FFF2-40B4-BE49-F238E27FC236}">
                    <a16:creationId xmlns:a16="http://schemas.microsoft.com/office/drawing/2014/main" id="{089A02B8-183A-93D0-BAF9-F9B82E3C9AD6}"/>
                  </a:ext>
                </a:extLst>
              </p:cNvPr>
              <p:cNvSpPr/>
              <p:nvPr/>
            </p:nvSpPr>
            <p:spPr>
              <a:xfrm>
                <a:off x="5975621" y="2259386"/>
                <a:ext cx="72953" cy="14902"/>
              </a:xfrm>
              <a:custGeom>
                <a:avLst/>
                <a:gdLst/>
                <a:ahLst/>
                <a:cxnLst/>
                <a:rect l="l" t="t" r="r" b="b"/>
                <a:pathLst>
                  <a:path w="3745" h="765" extrusionOk="0">
                    <a:moveTo>
                      <a:pt x="24" y="0"/>
                    </a:moveTo>
                    <a:cubicBezTo>
                      <a:pt x="24" y="0"/>
                      <a:pt x="24" y="324"/>
                      <a:pt x="1" y="765"/>
                    </a:cubicBezTo>
                    <a:lnTo>
                      <a:pt x="3745" y="765"/>
                    </a:lnTo>
                    <a:cubicBezTo>
                      <a:pt x="3721" y="324"/>
                      <a:pt x="3721" y="0"/>
                      <a:pt x="3721"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555;p41">
                <a:extLst>
                  <a:ext uri="{FF2B5EF4-FFF2-40B4-BE49-F238E27FC236}">
                    <a16:creationId xmlns:a16="http://schemas.microsoft.com/office/drawing/2014/main" id="{29BFAD17-7540-2A0D-2931-52A68AA1B4F5}"/>
                  </a:ext>
                </a:extLst>
              </p:cNvPr>
              <p:cNvSpPr/>
              <p:nvPr/>
            </p:nvSpPr>
            <p:spPr>
              <a:xfrm>
                <a:off x="5975621" y="2259386"/>
                <a:ext cx="72953" cy="14902"/>
              </a:xfrm>
              <a:custGeom>
                <a:avLst/>
                <a:gdLst/>
                <a:ahLst/>
                <a:cxnLst/>
                <a:rect l="l" t="t" r="r" b="b"/>
                <a:pathLst>
                  <a:path w="3745" h="765" extrusionOk="0">
                    <a:moveTo>
                      <a:pt x="24" y="0"/>
                    </a:moveTo>
                    <a:cubicBezTo>
                      <a:pt x="24" y="0"/>
                      <a:pt x="24" y="324"/>
                      <a:pt x="1" y="765"/>
                    </a:cubicBezTo>
                    <a:lnTo>
                      <a:pt x="3745" y="765"/>
                    </a:lnTo>
                    <a:cubicBezTo>
                      <a:pt x="3721" y="324"/>
                      <a:pt x="3721" y="0"/>
                      <a:pt x="372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556;p41">
                <a:extLst>
                  <a:ext uri="{FF2B5EF4-FFF2-40B4-BE49-F238E27FC236}">
                    <a16:creationId xmlns:a16="http://schemas.microsoft.com/office/drawing/2014/main" id="{562DF099-8667-3001-DB7A-B7263D2FC838}"/>
                  </a:ext>
                </a:extLst>
              </p:cNvPr>
              <p:cNvSpPr/>
              <p:nvPr/>
            </p:nvSpPr>
            <p:spPr>
              <a:xfrm>
                <a:off x="5851048" y="2027069"/>
                <a:ext cx="322102" cy="184709"/>
              </a:xfrm>
              <a:custGeom>
                <a:avLst/>
                <a:gdLst/>
                <a:ahLst/>
                <a:cxnLst/>
                <a:rect l="l" t="t" r="r" b="b"/>
                <a:pathLst>
                  <a:path w="16535" h="9482" extrusionOk="0">
                    <a:moveTo>
                      <a:pt x="418" y="0"/>
                    </a:moveTo>
                    <a:cubicBezTo>
                      <a:pt x="194" y="0"/>
                      <a:pt x="1" y="200"/>
                      <a:pt x="1" y="418"/>
                    </a:cubicBezTo>
                    <a:lnTo>
                      <a:pt x="1" y="9481"/>
                    </a:lnTo>
                    <a:lnTo>
                      <a:pt x="16535" y="9481"/>
                    </a:lnTo>
                    <a:lnTo>
                      <a:pt x="16535" y="418"/>
                    </a:lnTo>
                    <a:cubicBezTo>
                      <a:pt x="16535" y="200"/>
                      <a:pt x="16358" y="0"/>
                      <a:pt x="16117"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557;p41">
                <a:extLst>
                  <a:ext uri="{FF2B5EF4-FFF2-40B4-BE49-F238E27FC236}">
                    <a16:creationId xmlns:a16="http://schemas.microsoft.com/office/drawing/2014/main" id="{EFAE7F01-AE1B-C8DF-1ABE-07438F8D2FD7}"/>
                  </a:ext>
                </a:extLst>
              </p:cNvPr>
              <p:cNvSpPr/>
              <p:nvPr/>
            </p:nvSpPr>
            <p:spPr>
              <a:xfrm>
                <a:off x="6150239" y="2027069"/>
                <a:ext cx="22908" cy="184709"/>
              </a:xfrm>
              <a:custGeom>
                <a:avLst/>
                <a:gdLst/>
                <a:ahLst/>
                <a:cxnLst/>
                <a:rect l="l" t="t" r="r" b="b"/>
                <a:pathLst>
                  <a:path w="1176" h="9482" extrusionOk="0">
                    <a:moveTo>
                      <a:pt x="0" y="0"/>
                    </a:moveTo>
                    <a:cubicBezTo>
                      <a:pt x="241" y="0"/>
                      <a:pt x="412" y="200"/>
                      <a:pt x="412" y="418"/>
                    </a:cubicBezTo>
                    <a:lnTo>
                      <a:pt x="412" y="9481"/>
                    </a:lnTo>
                    <a:lnTo>
                      <a:pt x="1176" y="9481"/>
                    </a:lnTo>
                    <a:lnTo>
                      <a:pt x="1176" y="418"/>
                    </a:lnTo>
                    <a:cubicBezTo>
                      <a:pt x="1176" y="200"/>
                      <a:pt x="999" y="0"/>
                      <a:pt x="758" y="0"/>
                    </a:cubicBezTo>
                    <a:close/>
                  </a:path>
                </a:pathLst>
              </a:custGeom>
              <a:solidFill>
                <a:srgbClr val="AEE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558;p41">
                <a:extLst>
                  <a:ext uri="{FF2B5EF4-FFF2-40B4-BE49-F238E27FC236}">
                    <a16:creationId xmlns:a16="http://schemas.microsoft.com/office/drawing/2014/main" id="{F0031B7B-B35C-69FA-3869-E1CED83BC552}"/>
                  </a:ext>
                </a:extLst>
              </p:cNvPr>
              <p:cNvSpPr/>
              <p:nvPr/>
            </p:nvSpPr>
            <p:spPr>
              <a:xfrm>
                <a:off x="5965083" y="2051906"/>
                <a:ext cx="94030" cy="41473"/>
              </a:xfrm>
              <a:custGeom>
                <a:avLst/>
                <a:gdLst/>
                <a:ahLst/>
                <a:cxnLst/>
                <a:rect l="l" t="t" r="r" b="b"/>
                <a:pathLst>
                  <a:path w="4827" h="2129" extrusionOk="0">
                    <a:moveTo>
                      <a:pt x="248" y="1"/>
                    </a:moveTo>
                    <a:cubicBezTo>
                      <a:pt x="101" y="1"/>
                      <a:pt x="1" y="101"/>
                      <a:pt x="1" y="218"/>
                    </a:cubicBezTo>
                    <a:lnTo>
                      <a:pt x="1" y="1911"/>
                    </a:lnTo>
                    <a:cubicBezTo>
                      <a:pt x="1" y="2035"/>
                      <a:pt x="101" y="2129"/>
                      <a:pt x="248" y="2129"/>
                    </a:cubicBezTo>
                    <a:lnTo>
                      <a:pt x="4603" y="2129"/>
                    </a:lnTo>
                    <a:cubicBezTo>
                      <a:pt x="4727" y="2129"/>
                      <a:pt x="4827" y="2035"/>
                      <a:pt x="4827" y="1911"/>
                    </a:cubicBezTo>
                    <a:lnTo>
                      <a:pt x="4827" y="218"/>
                    </a:lnTo>
                    <a:cubicBezTo>
                      <a:pt x="4827" y="101"/>
                      <a:pt x="4727" y="1"/>
                      <a:pt x="4603" y="1"/>
                    </a:cubicBezTo>
                    <a:close/>
                  </a:path>
                </a:pathLst>
              </a:custGeom>
              <a:solidFill>
                <a:srgbClr val="00C7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59;p41">
                <a:extLst>
                  <a:ext uri="{FF2B5EF4-FFF2-40B4-BE49-F238E27FC236}">
                    <a16:creationId xmlns:a16="http://schemas.microsoft.com/office/drawing/2014/main" id="{0D33203D-8007-9404-8049-7E38C542A6E1}"/>
                  </a:ext>
                </a:extLst>
              </p:cNvPr>
              <p:cNvSpPr/>
              <p:nvPr/>
            </p:nvSpPr>
            <p:spPr>
              <a:xfrm>
                <a:off x="5901656" y="2141572"/>
                <a:ext cx="94030" cy="42038"/>
              </a:xfrm>
              <a:custGeom>
                <a:avLst/>
                <a:gdLst/>
                <a:ahLst/>
                <a:cxnLst/>
                <a:rect l="l" t="t" r="r" b="b"/>
                <a:pathLst>
                  <a:path w="4827" h="2158" extrusionOk="0">
                    <a:moveTo>
                      <a:pt x="241" y="0"/>
                    </a:moveTo>
                    <a:cubicBezTo>
                      <a:pt x="95" y="0"/>
                      <a:pt x="1" y="124"/>
                      <a:pt x="1" y="247"/>
                    </a:cubicBezTo>
                    <a:lnTo>
                      <a:pt x="1" y="1910"/>
                    </a:lnTo>
                    <a:cubicBezTo>
                      <a:pt x="1" y="2034"/>
                      <a:pt x="95" y="2157"/>
                      <a:pt x="241" y="2157"/>
                    </a:cubicBezTo>
                    <a:lnTo>
                      <a:pt x="4603" y="2157"/>
                    </a:lnTo>
                    <a:cubicBezTo>
                      <a:pt x="4726" y="2157"/>
                      <a:pt x="4826" y="2034"/>
                      <a:pt x="4826" y="1910"/>
                    </a:cubicBezTo>
                    <a:lnTo>
                      <a:pt x="4826" y="247"/>
                    </a:lnTo>
                    <a:cubicBezTo>
                      <a:pt x="4826" y="124"/>
                      <a:pt x="4726" y="0"/>
                      <a:pt x="4603" y="0"/>
                    </a:cubicBezTo>
                    <a:close/>
                  </a:path>
                </a:pathLst>
              </a:custGeom>
              <a:solidFill>
                <a:srgbClr val="FFE1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60;p41">
                <a:extLst>
                  <a:ext uri="{FF2B5EF4-FFF2-40B4-BE49-F238E27FC236}">
                    <a16:creationId xmlns:a16="http://schemas.microsoft.com/office/drawing/2014/main" id="{5FFC88AF-BC37-DAE5-7AAC-9254C351BFF3}"/>
                  </a:ext>
                </a:extLst>
              </p:cNvPr>
              <p:cNvSpPr/>
              <p:nvPr/>
            </p:nvSpPr>
            <p:spPr>
              <a:xfrm>
                <a:off x="6028529" y="2141572"/>
                <a:ext cx="94010" cy="42038"/>
              </a:xfrm>
              <a:custGeom>
                <a:avLst/>
                <a:gdLst/>
                <a:ahLst/>
                <a:cxnLst/>
                <a:rect l="l" t="t" r="r" b="b"/>
                <a:pathLst>
                  <a:path w="4826" h="2158" extrusionOk="0">
                    <a:moveTo>
                      <a:pt x="247" y="0"/>
                    </a:moveTo>
                    <a:cubicBezTo>
                      <a:pt x="100" y="0"/>
                      <a:pt x="0" y="124"/>
                      <a:pt x="0" y="247"/>
                    </a:cubicBezTo>
                    <a:lnTo>
                      <a:pt x="0" y="1910"/>
                    </a:lnTo>
                    <a:cubicBezTo>
                      <a:pt x="0" y="2034"/>
                      <a:pt x="100" y="2157"/>
                      <a:pt x="247" y="2157"/>
                    </a:cubicBezTo>
                    <a:lnTo>
                      <a:pt x="4602" y="2157"/>
                    </a:lnTo>
                    <a:cubicBezTo>
                      <a:pt x="4726" y="2157"/>
                      <a:pt x="4826" y="2034"/>
                      <a:pt x="4826" y="1910"/>
                    </a:cubicBezTo>
                    <a:lnTo>
                      <a:pt x="4826" y="247"/>
                    </a:lnTo>
                    <a:cubicBezTo>
                      <a:pt x="4826" y="124"/>
                      <a:pt x="4726" y="0"/>
                      <a:pt x="4602" y="0"/>
                    </a:cubicBezTo>
                    <a:close/>
                  </a:path>
                </a:pathLst>
              </a:custGeom>
              <a:solidFill>
                <a:srgbClr val="FFE1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61;p41">
                <a:extLst>
                  <a:ext uri="{FF2B5EF4-FFF2-40B4-BE49-F238E27FC236}">
                    <a16:creationId xmlns:a16="http://schemas.microsoft.com/office/drawing/2014/main" id="{426D56FE-4BC3-C947-ACA4-30A12F2D9607}"/>
                  </a:ext>
                </a:extLst>
              </p:cNvPr>
              <p:cNvSpPr/>
              <p:nvPr/>
            </p:nvSpPr>
            <p:spPr>
              <a:xfrm>
                <a:off x="5994166" y="2229835"/>
                <a:ext cx="36330" cy="11026"/>
              </a:xfrm>
              <a:custGeom>
                <a:avLst/>
                <a:gdLst/>
                <a:ahLst/>
                <a:cxnLst/>
                <a:rect l="l" t="t" r="r" b="b"/>
                <a:pathLst>
                  <a:path w="1865" h="566" extrusionOk="0">
                    <a:moveTo>
                      <a:pt x="271" y="1"/>
                    </a:moveTo>
                    <a:cubicBezTo>
                      <a:pt x="124" y="1"/>
                      <a:pt x="1" y="124"/>
                      <a:pt x="1" y="295"/>
                    </a:cubicBezTo>
                    <a:cubicBezTo>
                      <a:pt x="1" y="442"/>
                      <a:pt x="124" y="565"/>
                      <a:pt x="271" y="565"/>
                    </a:cubicBezTo>
                    <a:lnTo>
                      <a:pt x="1570" y="565"/>
                    </a:lnTo>
                    <a:cubicBezTo>
                      <a:pt x="1741" y="565"/>
                      <a:pt x="1864" y="442"/>
                      <a:pt x="1864" y="295"/>
                    </a:cubicBezTo>
                    <a:cubicBezTo>
                      <a:pt x="1864" y="124"/>
                      <a:pt x="1741" y="1"/>
                      <a:pt x="157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62;p41">
                <a:extLst>
                  <a:ext uri="{FF2B5EF4-FFF2-40B4-BE49-F238E27FC236}">
                    <a16:creationId xmlns:a16="http://schemas.microsoft.com/office/drawing/2014/main" id="{96F0107D-CBB8-A362-1A5D-21B0B63F6CCA}"/>
                  </a:ext>
                </a:extLst>
              </p:cNvPr>
              <p:cNvSpPr/>
              <p:nvPr/>
            </p:nvSpPr>
            <p:spPr>
              <a:xfrm>
                <a:off x="5822432" y="1996038"/>
                <a:ext cx="379802" cy="326913"/>
              </a:xfrm>
              <a:custGeom>
                <a:avLst/>
                <a:gdLst/>
                <a:ahLst/>
                <a:cxnLst/>
                <a:rect l="l" t="t" r="r" b="b"/>
                <a:pathLst>
                  <a:path w="19497" h="16782" extrusionOk="0">
                    <a:moveTo>
                      <a:pt x="18245" y="565"/>
                    </a:moveTo>
                    <a:cubicBezTo>
                      <a:pt x="18615" y="565"/>
                      <a:pt x="18909" y="882"/>
                      <a:pt x="18909" y="1252"/>
                    </a:cubicBezTo>
                    <a:lnTo>
                      <a:pt x="18909" y="10780"/>
                    </a:lnTo>
                    <a:lnTo>
                      <a:pt x="18298" y="10780"/>
                    </a:lnTo>
                    <a:lnTo>
                      <a:pt x="18298" y="2011"/>
                    </a:lnTo>
                    <a:cubicBezTo>
                      <a:pt x="18298" y="1617"/>
                      <a:pt x="17974" y="1299"/>
                      <a:pt x="17586" y="1299"/>
                    </a:cubicBezTo>
                    <a:lnTo>
                      <a:pt x="6836" y="1299"/>
                    </a:lnTo>
                    <a:cubicBezTo>
                      <a:pt x="6660" y="1299"/>
                      <a:pt x="6542" y="1446"/>
                      <a:pt x="6542" y="1593"/>
                    </a:cubicBezTo>
                    <a:cubicBezTo>
                      <a:pt x="6542" y="1740"/>
                      <a:pt x="6660" y="1887"/>
                      <a:pt x="6836" y="1887"/>
                    </a:cubicBezTo>
                    <a:lnTo>
                      <a:pt x="17586" y="1887"/>
                    </a:lnTo>
                    <a:cubicBezTo>
                      <a:pt x="17657" y="1887"/>
                      <a:pt x="17733" y="1940"/>
                      <a:pt x="17733" y="2011"/>
                    </a:cubicBezTo>
                    <a:lnTo>
                      <a:pt x="17733" y="10780"/>
                    </a:lnTo>
                    <a:lnTo>
                      <a:pt x="1763" y="10780"/>
                    </a:lnTo>
                    <a:lnTo>
                      <a:pt x="1763" y="2011"/>
                    </a:lnTo>
                    <a:cubicBezTo>
                      <a:pt x="1763" y="1940"/>
                      <a:pt x="1810" y="1887"/>
                      <a:pt x="1887" y="1887"/>
                    </a:cubicBezTo>
                    <a:lnTo>
                      <a:pt x="5484" y="1887"/>
                    </a:lnTo>
                    <a:cubicBezTo>
                      <a:pt x="5660" y="1887"/>
                      <a:pt x="5778" y="1740"/>
                      <a:pt x="5778" y="1593"/>
                    </a:cubicBezTo>
                    <a:cubicBezTo>
                      <a:pt x="5778" y="1446"/>
                      <a:pt x="5660" y="1299"/>
                      <a:pt x="5484" y="1299"/>
                    </a:cubicBezTo>
                    <a:lnTo>
                      <a:pt x="1887" y="1299"/>
                    </a:lnTo>
                    <a:cubicBezTo>
                      <a:pt x="1493" y="1299"/>
                      <a:pt x="1176" y="1617"/>
                      <a:pt x="1176" y="2011"/>
                    </a:cubicBezTo>
                    <a:lnTo>
                      <a:pt x="1176" y="10780"/>
                    </a:lnTo>
                    <a:lnTo>
                      <a:pt x="564" y="10780"/>
                    </a:lnTo>
                    <a:lnTo>
                      <a:pt x="564" y="1252"/>
                    </a:lnTo>
                    <a:cubicBezTo>
                      <a:pt x="564" y="882"/>
                      <a:pt x="882" y="565"/>
                      <a:pt x="1252" y="565"/>
                    </a:cubicBezTo>
                    <a:close/>
                    <a:moveTo>
                      <a:pt x="18909" y="11345"/>
                    </a:moveTo>
                    <a:lnTo>
                      <a:pt x="18909" y="12544"/>
                    </a:lnTo>
                    <a:cubicBezTo>
                      <a:pt x="18909" y="12932"/>
                      <a:pt x="18615" y="13225"/>
                      <a:pt x="18245" y="13225"/>
                    </a:cubicBezTo>
                    <a:lnTo>
                      <a:pt x="1252" y="13225"/>
                    </a:lnTo>
                    <a:cubicBezTo>
                      <a:pt x="882" y="13225"/>
                      <a:pt x="564" y="12932"/>
                      <a:pt x="564" y="12544"/>
                    </a:cubicBezTo>
                    <a:lnTo>
                      <a:pt x="564" y="11345"/>
                    </a:lnTo>
                    <a:close/>
                    <a:moveTo>
                      <a:pt x="11315" y="13790"/>
                    </a:moveTo>
                    <a:cubicBezTo>
                      <a:pt x="11315" y="14331"/>
                      <a:pt x="11391" y="15459"/>
                      <a:pt x="11538" y="16194"/>
                    </a:cubicBezTo>
                    <a:lnTo>
                      <a:pt x="7959" y="16194"/>
                    </a:lnTo>
                    <a:cubicBezTo>
                      <a:pt x="8106" y="15459"/>
                      <a:pt x="8158" y="14331"/>
                      <a:pt x="8182" y="13790"/>
                    </a:cubicBezTo>
                    <a:close/>
                    <a:moveTo>
                      <a:pt x="1252" y="0"/>
                    </a:moveTo>
                    <a:cubicBezTo>
                      <a:pt x="564" y="0"/>
                      <a:pt x="0" y="565"/>
                      <a:pt x="0" y="1252"/>
                    </a:cubicBezTo>
                    <a:lnTo>
                      <a:pt x="0" y="12544"/>
                    </a:lnTo>
                    <a:cubicBezTo>
                      <a:pt x="0" y="13255"/>
                      <a:pt x="564" y="13790"/>
                      <a:pt x="1252" y="13790"/>
                    </a:cubicBezTo>
                    <a:lnTo>
                      <a:pt x="7594" y="13790"/>
                    </a:lnTo>
                    <a:cubicBezTo>
                      <a:pt x="7594" y="14454"/>
                      <a:pt x="7518" y="15577"/>
                      <a:pt x="7371" y="16194"/>
                    </a:cubicBezTo>
                    <a:lnTo>
                      <a:pt x="6366" y="16194"/>
                    </a:lnTo>
                    <a:cubicBezTo>
                      <a:pt x="6219" y="16194"/>
                      <a:pt x="6101" y="16311"/>
                      <a:pt x="6101" y="16488"/>
                    </a:cubicBezTo>
                    <a:cubicBezTo>
                      <a:pt x="6101" y="16635"/>
                      <a:pt x="6219" y="16782"/>
                      <a:pt x="6366" y="16782"/>
                    </a:cubicBezTo>
                    <a:lnTo>
                      <a:pt x="13102" y="16782"/>
                    </a:lnTo>
                    <a:cubicBezTo>
                      <a:pt x="13249" y="16782"/>
                      <a:pt x="13396" y="16635"/>
                      <a:pt x="13396" y="16488"/>
                    </a:cubicBezTo>
                    <a:cubicBezTo>
                      <a:pt x="13396" y="16311"/>
                      <a:pt x="13249" y="16194"/>
                      <a:pt x="13102" y="16194"/>
                    </a:cubicBezTo>
                    <a:lnTo>
                      <a:pt x="12126" y="16194"/>
                    </a:lnTo>
                    <a:cubicBezTo>
                      <a:pt x="11979" y="15577"/>
                      <a:pt x="11903" y="14454"/>
                      <a:pt x="11879" y="13790"/>
                    </a:cubicBezTo>
                    <a:lnTo>
                      <a:pt x="18245" y="13790"/>
                    </a:lnTo>
                    <a:cubicBezTo>
                      <a:pt x="18933" y="13790"/>
                      <a:pt x="19497" y="13255"/>
                      <a:pt x="19497" y="12544"/>
                    </a:cubicBezTo>
                    <a:lnTo>
                      <a:pt x="19497" y="1252"/>
                    </a:lnTo>
                    <a:cubicBezTo>
                      <a:pt x="19497" y="565"/>
                      <a:pt x="18933" y="0"/>
                      <a:pt x="1824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63;p41">
                <a:extLst>
                  <a:ext uri="{FF2B5EF4-FFF2-40B4-BE49-F238E27FC236}">
                    <a16:creationId xmlns:a16="http://schemas.microsoft.com/office/drawing/2014/main" id="{F05129D6-F1D6-14BA-CDAA-5E9626E728CC}"/>
                  </a:ext>
                </a:extLst>
              </p:cNvPr>
              <p:cNvSpPr/>
              <p:nvPr/>
            </p:nvSpPr>
            <p:spPr>
              <a:xfrm>
                <a:off x="5896397" y="2046179"/>
                <a:ext cx="231870" cy="142691"/>
              </a:xfrm>
              <a:custGeom>
                <a:avLst/>
                <a:gdLst/>
                <a:ahLst/>
                <a:cxnLst/>
                <a:rect l="l" t="t" r="r" b="b"/>
                <a:pathLst>
                  <a:path w="11903" h="7325" extrusionOk="0">
                    <a:moveTo>
                      <a:pt x="8082" y="589"/>
                    </a:moveTo>
                    <a:lnTo>
                      <a:pt x="8082" y="2129"/>
                    </a:lnTo>
                    <a:lnTo>
                      <a:pt x="3821" y="2129"/>
                    </a:lnTo>
                    <a:lnTo>
                      <a:pt x="3821" y="589"/>
                    </a:lnTo>
                    <a:close/>
                    <a:moveTo>
                      <a:pt x="4826" y="5191"/>
                    </a:moveTo>
                    <a:lnTo>
                      <a:pt x="4826" y="6760"/>
                    </a:lnTo>
                    <a:lnTo>
                      <a:pt x="564" y="6760"/>
                    </a:lnTo>
                    <a:lnTo>
                      <a:pt x="564" y="5191"/>
                    </a:lnTo>
                    <a:close/>
                    <a:moveTo>
                      <a:pt x="3774" y="1"/>
                    </a:moveTo>
                    <a:cubicBezTo>
                      <a:pt x="3480" y="1"/>
                      <a:pt x="3233" y="248"/>
                      <a:pt x="3233" y="512"/>
                    </a:cubicBezTo>
                    <a:lnTo>
                      <a:pt x="3233" y="2205"/>
                    </a:lnTo>
                    <a:cubicBezTo>
                      <a:pt x="3233" y="2475"/>
                      <a:pt x="3480" y="2716"/>
                      <a:pt x="3774" y="2716"/>
                    </a:cubicBezTo>
                    <a:lnTo>
                      <a:pt x="5655" y="2716"/>
                    </a:lnTo>
                    <a:lnTo>
                      <a:pt x="5655" y="3504"/>
                    </a:lnTo>
                    <a:lnTo>
                      <a:pt x="2916" y="3504"/>
                    </a:lnTo>
                    <a:cubicBezTo>
                      <a:pt x="2645" y="3504"/>
                      <a:pt x="2398" y="3722"/>
                      <a:pt x="2398" y="4015"/>
                    </a:cubicBezTo>
                    <a:lnTo>
                      <a:pt x="2398" y="4627"/>
                    </a:lnTo>
                    <a:lnTo>
                      <a:pt x="511" y="4627"/>
                    </a:lnTo>
                    <a:cubicBezTo>
                      <a:pt x="218" y="4627"/>
                      <a:pt x="0" y="4850"/>
                      <a:pt x="0" y="5144"/>
                    </a:cubicBezTo>
                    <a:lnTo>
                      <a:pt x="0" y="6807"/>
                    </a:lnTo>
                    <a:cubicBezTo>
                      <a:pt x="0" y="7101"/>
                      <a:pt x="218" y="7325"/>
                      <a:pt x="511" y="7325"/>
                    </a:cubicBezTo>
                    <a:lnTo>
                      <a:pt x="4873" y="7325"/>
                    </a:lnTo>
                    <a:cubicBezTo>
                      <a:pt x="5167" y="7325"/>
                      <a:pt x="5390" y="7101"/>
                      <a:pt x="5390" y="6807"/>
                    </a:cubicBezTo>
                    <a:lnTo>
                      <a:pt x="5390" y="5144"/>
                    </a:lnTo>
                    <a:cubicBezTo>
                      <a:pt x="5390" y="4850"/>
                      <a:pt x="5167" y="4627"/>
                      <a:pt x="4873" y="4627"/>
                    </a:cubicBezTo>
                    <a:lnTo>
                      <a:pt x="2963" y="4627"/>
                    </a:lnTo>
                    <a:lnTo>
                      <a:pt x="2963" y="4068"/>
                    </a:lnTo>
                    <a:lnTo>
                      <a:pt x="8917" y="4068"/>
                    </a:lnTo>
                    <a:lnTo>
                      <a:pt x="8917" y="4627"/>
                    </a:lnTo>
                    <a:lnTo>
                      <a:pt x="7030" y="4627"/>
                    </a:lnTo>
                    <a:cubicBezTo>
                      <a:pt x="6736" y="4627"/>
                      <a:pt x="6489" y="4850"/>
                      <a:pt x="6489" y="5144"/>
                    </a:cubicBezTo>
                    <a:lnTo>
                      <a:pt x="6489" y="6807"/>
                    </a:lnTo>
                    <a:cubicBezTo>
                      <a:pt x="6489" y="7101"/>
                      <a:pt x="6736" y="7325"/>
                      <a:pt x="7030" y="7325"/>
                    </a:cubicBezTo>
                    <a:lnTo>
                      <a:pt x="7741" y="7325"/>
                    </a:lnTo>
                    <a:cubicBezTo>
                      <a:pt x="7912" y="7325"/>
                      <a:pt x="8035" y="7201"/>
                      <a:pt x="8035" y="7054"/>
                    </a:cubicBezTo>
                    <a:cubicBezTo>
                      <a:pt x="8035" y="6884"/>
                      <a:pt x="7912" y="6760"/>
                      <a:pt x="7741" y="6760"/>
                    </a:cubicBezTo>
                    <a:lnTo>
                      <a:pt x="7077" y="6760"/>
                    </a:lnTo>
                    <a:lnTo>
                      <a:pt x="7077" y="5191"/>
                    </a:lnTo>
                    <a:lnTo>
                      <a:pt x="11338" y="5191"/>
                    </a:lnTo>
                    <a:lnTo>
                      <a:pt x="11338" y="6760"/>
                    </a:lnTo>
                    <a:lnTo>
                      <a:pt x="9087" y="6760"/>
                    </a:lnTo>
                    <a:cubicBezTo>
                      <a:pt x="8917" y="6760"/>
                      <a:pt x="8793" y="6884"/>
                      <a:pt x="8793" y="7054"/>
                    </a:cubicBezTo>
                    <a:cubicBezTo>
                      <a:pt x="8793" y="7201"/>
                      <a:pt x="8917" y="7325"/>
                      <a:pt x="9087" y="7325"/>
                    </a:cubicBezTo>
                    <a:lnTo>
                      <a:pt x="11385" y="7325"/>
                    </a:lnTo>
                    <a:cubicBezTo>
                      <a:pt x="11656" y="7325"/>
                      <a:pt x="11903" y="7101"/>
                      <a:pt x="11903" y="6807"/>
                    </a:cubicBezTo>
                    <a:lnTo>
                      <a:pt x="11903" y="5144"/>
                    </a:lnTo>
                    <a:cubicBezTo>
                      <a:pt x="11903" y="4850"/>
                      <a:pt x="11656" y="4627"/>
                      <a:pt x="11385" y="4627"/>
                    </a:cubicBezTo>
                    <a:lnTo>
                      <a:pt x="9475" y="4627"/>
                    </a:lnTo>
                    <a:lnTo>
                      <a:pt x="9475" y="4015"/>
                    </a:lnTo>
                    <a:cubicBezTo>
                      <a:pt x="9475" y="3722"/>
                      <a:pt x="9258" y="3504"/>
                      <a:pt x="8964" y="3504"/>
                    </a:cubicBezTo>
                    <a:lnTo>
                      <a:pt x="6219" y="3504"/>
                    </a:lnTo>
                    <a:lnTo>
                      <a:pt x="6219" y="2716"/>
                    </a:lnTo>
                    <a:lnTo>
                      <a:pt x="8129" y="2716"/>
                    </a:lnTo>
                    <a:cubicBezTo>
                      <a:pt x="8423" y="2716"/>
                      <a:pt x="8646" y="2475"/>
                      <a:pt x="8646" y="2205"/>
                    </a:cubicBezTo>
                    <a:lnTo>
                      <a:pt x="8646" y="512"/>
                    </a:lnTo>
                    <a:cubicBezTo>
                      <a:pt x="8646" y="248"/>
                      <a:pt x="8423" y="1"/>
                      <a:pt x="812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6"/>
          <p:cNvSpPr txBox="1">
            <a:spLocks noGrp="1"/>
          </p:cNvSpPr>
          <p:nvPr>
            <p:ph type="title"/>
          </p:nvPr>
        </p:nvSpPr>
        <p:spPr>
          <a:xfrm>
            <a:off x="645658" y="1899635"/>
            <a:ext cx="3926342" cy="156784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Phân tích</a:t>
            </a:r>
            <a:br>
              <a:rPr lang="vi-VN" dirty="0"/>
            </a:br>
            <a:r>
              <a:rPr lang="vi-VN" dirty="0"/>
              <a:t>yêu cầu </a:t>
            </a:r>
            <a:endParaRPr dirty="0"/>
          </a:p>
        </p:txBody>
      </p:sp>
      <p:sp>
        <p:nvSpPr>
          <p:cNvPr id="758" name="Google Shape;758;p36"/>
          <p:cNvSpPr txBox="1">
            <a:spLocks noGrp="1"/>
          </p:cNvSpPr>
          <p:nvPr>
            <p:ph type="title" idx="2"/>
          </p:nvPr>
        </p:nvSpPr>
        <p:spPr>
          <a:xfrm>
            <a:off x="720000" y="1249000"/>
            <a:ext cx="17025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03</a:t>
            </a:r>
            <a:endParaRPr dirty="0"/>
          </a:p>
        </p:txBody>
      </p:sp>
      <p:pic>
        <p:nvPicPr>
          <p:cNvPr id="3" name="Picture 2" descr="Quy trình thiết kế hệ thống mạng cho doanh nghiệp | Siêu Thị Thiết Bị Số 24h">
            <a:extLst>
              <a:ext uri="{FF2B5EF4-FFF2-40B4-BE49-F238E27FC236}">
                <a16:creationId xmlns:a16="http://schemas.microsoft.com/office/drawing/2014/main" id="{2619EC3C-6870-F27C-A3E9-1755CC8E4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0635" y="1025168"/>
            <a:ext cx="4690039"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900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ACE1D6AF-A0C7-3467-A28F-B45745CCA4CE}"/>
              </a:ext>
            </a:extLst>
          </p:cNvPr>
          <p:cNvSpPr>
            <a:spLocks noGrp="1"/>
          </p:cNvSpPr>
          <p:nvPr>
            <p:ph type="title"/>
          </p:nvPr>
        </p:nvSpPr>
        <p:spPr>
          <a:xfrm>
            <a:off x="720000" y="521225"/>
            <a:ext cx="7704000" cy="572700"/>
          </a:xfrm>
        </p:spPr>
        <p:txBody>
          <a:bodyPr/>
          <a:lstStyle/>
          <a:p>
            <a:r>
              <a:rPr lang="vi-VN" dirty="0"/>
              <a:t>Trụ sở chính  </a:t>
            </a:r>
            <a:endParaRPr lang="en-US" dirty="0"/>
          </a:p>
        </p:txBody>
      </p:sp>
      <p:graphicFrame>
        <p:nvGraphicFramePr>
          <p:cNvPr id="7" name="Table 6">
            <a:extLst>
              <a:ext uri="{FF2B5EF4-FFF2-40B4-BE49-F238E27FC236}">
                <a16:creationId xmlns:a16="http://schemas.microsoft.com/office/drawing/2014/main" id="{FD9ADACA-F3C7-71B3-5C53-55EF7607C41A}"/>
              </a:ext>
            </a:extLst>
          </p:cNvPr>
          <p:cNvGraphicFramePr>
            <a:graphicFrameLocks noGrp="1"/>
          </p:cNvGraphicFramePr>
          <p:nvPr>
            <p:extLst>
              <p:ext uri="{D42A27DB-BD31-4B8C-83A1-F6EECF244321}">
                <p14:modId xmlns:p14="http://schemas.microsoft.com/office/powerpoint/2010/main" val="3386523612"/>
              </p:ext>
            </p:extLst>
          </p:nvPr>
        </p:nvGraphicFramePr>
        <p:xfrm>
          <a:off x="1388772" y="1325361"/>
          <a:ext cx="6096000" cy="3487557"/>
        </p:xfrm>
        <a:graphic>
          <a:graphicData uri="http://schemas.openxmlformats.org/drawingml/2006/table">
            <a:tbl>
              <a:tblPr firstRow="1" bandRow="1">
                <a:tableStyleId>{AD81C981-42E0-4383-A2D7-424463ED7744}</a:tableStyleId>
              </a:tblPr>
              <a:tblGrid>
                <a:gridCol w="388513">
                  <a:extLst>
                    <a:ext uri="{9D8B030D-6E8A-4147-A177-3AD203B41FA5}">
                      <a16:colId xmlns:a16="http://schemas.microsoft.com/office/drawing/2014/main" val="2187181908"/>
                    </a:ext>
                  </a:extLst>
                </a:gridCol>
                <a:gridCol w="1989785">
                  <a:extLst>
                    <a:ext uri="{9D8B030D-6E8A-4147-A177-3AD203B41FA5}">
                      <a16:colId xmlns:a16="http://schemas.microsoft.com/office/drawing/2014/main" val="596830990"/>
                    </a:ext>
                  </a:extLst>
                </a:gridCol>
                <a:gridCol w="3717702">
                  <a:extLst>
                    <a:ext uri="{9D8B030D-6E8A-4147-A177-3AD203B41FA5}">
                      <a16:colId xmlns:a16="http://schemas.microsoft.com/office/drawing/2014/main" val="1068201562"/>
                    </a:ext>
                  </a:extLst>
                </a:gridCol>
              </a:tblGrid>
              <a:tr h="9577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err="1"/>
                        <a:t>Giảng</a:t>
                      </a:r>
                      <a:r>
                        <a:rPr lang="en-US" dirty="0"/>
                        <a:t> </a:t>
                      </a:r>
                      <a:r>
                        <a:rPr lang="en-US" dirty="0" err="1"/>
                        <a:t>viên</a:t>
                      </a:r>
                      <a:r>
                        <a:rPr lang="en-US" dirty="0"/>
                        <a:t> </a:t>
                      </a:r>
                      <a:r>
                        <a:rPr lang="en-US" dirty="0" err="1"/>
                        <a:t>và</a:t>
                      </a:r>
                      <a:r>
                        <a:rPr lang="en-US" dirty="0"/>
                        <a:t> </a:t>
                      </a:r>
                      <a:r>
                        <a:rPr lang="en-US" dirty="0" err="1"/>
                        <a:t>các</a:t>
                      </a:r>
                      <a:r>
                        <a:rPr lang="en-US" dirty="0"/>
                        <a:t> </a:t>
                      </a:r>
                      <a:r>
                        <a:rPr lang="en-US" dirty="0" err="1"/>
                        <a:t>phòng</a:t>
                      </a:r>
                      <a:r>
                        <a:rPr lang="en-US" dirty="0"/>
                        <a:t> ban </a:t>
                      </a:r>
                      <a:r>
                        <a:rPr lang="en-US" dirty="0" err="1"/>
                        <a:t>có</a:t>
                      </a:r>
                      <a:r>
                        <a:rPr lang="en-US" dirty="0"/>
                        <a:t> </a:t>
                      </a:r>
                      <a:r>
                        <a:rPr lang="en-US" dirty="0" err="1"/>
                        <a:t>máy</a:t>
                      </a:r>
                      <a:r>
                        <a:rPr lang="en-US" dirty="0"/>
                        <a:t> </a:t>
                      </a:r>
                      <a:r>
                        <a:rPr lang="en-US" dirty="0" err="1"/>
                        <a:t>bàn</a:t>
                      </a:r>
                      <a:r>
                        <a:rPr lang="en-US" dirty="0"/>
                        <a:t> </a:t>
                      </a:r>
                      <a:r>
                        <a:rPr lang="en-US" dirty="0" err="1"/>
                        <a:t>có</a:t>
                      </a:r>
                      <a:r>
                        <a:rPr lang="en-US" dirty="0"/>
                        <a:t> </a:t>
                      </a:r>
                      <a:r>
                        <a:rPr lang="en-US" dirty="0" err="1"/>
                        <a:t>thể</a:t>
                      </a:r>
                      <a:r>
                        <a:rPr lang="en-US" dirty="0"/>
                        <a:t> </a:t>
                      </a:r>
                      <a:r>
                        <a:rPr lang="en-US" dirty="0" err="1"/>
                        <a:t>truy</a:t>
                      </a:r>
                      <a:r>
                        <a:rPr lang="en-US" dirty="0"/>
                        <a:t> </a:t>
                      </a:r>
                      <a:r>
                        <a:rPr lang="en-US" dirty="0" err="1"/>
                        <a:t>cập</a:t>
                      </a:r>
                      <a:r>
                        <a:rPr lang="en-US" dirty="0"/>
                        <a:t> Internet </a:t>
                      </a:r>
                      <a:r>
                        <a:rPr lang="en-US" dirty="0" err="1"/>
                        <a:t>để</a:t>
                      </a:r>
                      <a:r>
                        <a:rPr lang="en-US" dirty="0"/>
                        <a:t> </a:t>
                      </a:r>
                      <a:r>
                        <a:rPr lang="en-US" dirty="0" err="1"/>
                        <a:t>làm</a:t>
                      </a:r>
                      <a:r>
                        <a:rPr lang="en-US" dirty="0"/>
                        <a:t> </a:t>
                      </a:r>
                      <a:r>
                        <a:rPr lang="en-US" dirty="0" err="1"/>
                        <a:t>việc</a:t>
                      </a:r>
                      <a:r>
                        <a:rPr lang="en-US" dirty="0"/>
                        <a:t>. </a:t>
                      </a:r>
                      <a:endParaRPr lang="vi-VN" dirty="0"/>
                    </a:p>
                  </a:txBody>
                  <a:tcPr/>
                </a:tc>
                <a:tc>
                  <a:txBody>
                    <a:bodyPr/>
                    <a:lstStyle/>
                    <a:p>
                      <a:r>
                        <a:rPr lang="en-US" sz="1400" b="0" i="0" u="none" strike="noStrike" cap="none" dirty="0" err="1">
                          <a:solidFill>
                            <a:srgbClr val="000000"/>
                          </a:solidFill>
                          <a:effectLst/>
                          <a:latin typeface="Arial"/>
                          <a:ea typeface="Arial"/>
                          <a:cs typeface="Arial"/>
                          <a:sym typeface="Arial"/>
                        </a:rPr>
                        <a:t>Đòi</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hỏi</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các</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phòng</a:t>
                      </a:r>
                      <a:r>
                        <a:rPr lang="en-US" sz="1400" b="0" i="0" u="none" strike="noStrike" cap="none" dirty="0">
                          <a:solidFill>
                            <a:srgbClr val="000000"/>
                          </a:solidFill>
                          <a:effectLst/>
                          <a:latin typeface="Arial"/>
                          <a:ea typeface="Arial"/>
                          <a:cs typeface="Arial"/>
                          <a:sym typeface="Arial"/>
                        </a:rPr>
                        <a:t> ban </a:t>
                      </a:r>
                      <a:r>
                        <a:rPr lang="en-US" sz="1400" b="0" i="0" u="none" strike="noStrike" cap="none" dirty="0" err="1">
                          <a:solidFill>
                            <a:srgbClr val="000000"/>
                          </a:solidFill>
                          <a:effectLst/>
                          <a:latin typeface="Arial"/>
                          <a:ea typeface="Arial"/>
                          <a:cs typeface="Arial"/>
                          <a:sym typeface="Arial"/>
                        </a:rPr>
                        <a:t>có</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kết</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nối</a:t>
                      </a:r>
                      <a:r>
                        <a:rPr lang="en-US" sz="1400" b="0" i="0" u="none" strike="noStrike" cap="none" dirty="0">
                          <a:solidFill>
                            <a:srgbClr val="000000"/>
                          </a:solidFill>
                          <a:effectLst/>
                          <a:latin typeface="Arial"/>
                          <a:ea typeface="Arial"/>
                          <a:cs typeface="Arial"/>
                          <a:sym typeface="Arial"/>
                        </a:rPr>
                        <a:t> Internet </a:t>
                      </a:r>
                      <a:r>
                        <a:rPr lang="en-US" sz="1400" b="0" i="0" u="none" strike="noStrike" cap="none" dirty="0" err="1">
                          <a:solidFill>
                            <a:srgbClr val="000000"/>
                          </a:solidFill>
                          <a:effectLst/>
                          <a:latin typeface="Arial"/>
                          <a:ea typeface="Arial"/>
                          <a:cs typeface="Arial"/>
                          <a:sym typeface="Arial"/>
                        </a:rPr>
                        <a:t>tốt</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và</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ổn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định</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để</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không</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bị</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gián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đoạn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truy</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cập</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khi</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làm</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việc</a:t>
                      </a:r>
                      <a:r>
                        <a:rPr lang="en-US" sz="1400" b="0" i="0" u="none" strike="noStrike" cap="none" dirty="0">
                          <a:solidFill>
                            <a:srgbClr val="000000"/>
                          </a:solidFill>
                          <a:effectLst/>
                          <a:latin typeface="Arial"/>
                          <a:ea typeface="Arial"/>
                          <a:cs typeface="Arial"/>
                          <a:sym typeface="Arial"/>
                        </a:rPr>
                        <a:t>. </a:t>
                      </a:r>
                      <a:endParaRPr lang="en-US" dirty="0"/>
                    </a:p>
                  </a:txBody>
                  <a:tcPr/>
                </a:tc>
                <a:extLst>
                  <a:ext uri="{0D108BD9-81ED-4DB2-BD59-A6C34878D82A}">
                    <a16:rowId xmlns:a16="http://schemas.microsoft.com/office/drawing/2014/main" val="852654381"/>
                  </a:ext>
                </a:extLst>
              </a:tr>
              <a:tr h="957717">
                <a:tc>
                  <a:txBody>
                    <a:bodyPr/>
                    <a:lstStyle/>
                    <a:p>
                      <a:r>
                        <a:rPr lang="vi-VN" dirty="0"/>
                        <a:t>2</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Một hệ thống server với khả năng lưu trữ lớn để lưu trữ dữ liệu và các khóa học của sinh viên. </a:t>
                      </a:r>
                    </a:p>
                    <a:p>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Một hệ thống lưu trữ để lưu trữ các tài nguyên của trường như dữ liệu của trường và sinh viên, đồng thời có thêm phương pháp lưu trữ dự phòng đề phòng trường hợp mất dữ liệu quan trọng. </a:t>
                      </a:r>
                      <a:endParaRPr lang="en-US" dirty="0"/>
                    </a:p>
                  </a:txBody>
                  <a:tcPr/>
                </a:tc>
                <a:extLst>
                  <a:ext uri="{0D108BD9-81ED-4DB2-BD59-A6C34878D82A}">
                    <a16:rowId xmlns:a16="http://schemas.microsoft.com/office/drawing/2014/main" val="3425405404"/>
                  </a:ext>
                </a:extLst>
              </a:tr>
              <a:tr h="957717">
                <a:tc>
                  <a:txBody>
                    <a:bodyPr/>
                    <a:lstStyle/>
                    <a:p>
                      <a:r>
                        <a:rPr lang="vi-VN" dirty="0"/>
                        <a:t>3</a:t>
                      </a:r>
                      <a:endParaRPr lang="en-US" dirty="0"/>
                    </a:p>
                  </a:txBody>
                  <a:tcPr/>
                </a:tc>
                <a:tc>
                  <a:txBody>
                    <a:bodyPr/>
                    <a:lstStyle/>
                    <a:p>
                      <a:r>
                        <a:rPr lang="en-US" dirty="0" err="1"/>
                        <a:t>Một</a:t>
                      </a:r>
                      <a:r>
                        <a:rPr lang="en-US" dirty="0"/>
                        <a:t> </a:t>
                      </a:r>
                      <a:r>
                        <a:rPr lang="en-US" dirty="0" err="1"/>
                        <a:t>hệ</a:t>
                      </a:r>
                      <a:r>
                        <a:rPr lang="en-US" dirty="0"/>
                        <a:t> </a:t>
                      </a:r>
                      <a:r>
                        <a:rPr lang="en-US" dirty="0" err="1"/>
                        <a:t>thống</a:t>
                      </a:r>
                      <a:r>
                        <a:rPr lang="en-US" dirty="0"/>
                        <a:t> server </a:t>
                      </a:r>
                      <a:r>
                        <a:rPr lang="en-US" dirty="0" err="1"/>
                        <a:t>để</a:t>
                      </a:r>
                      <a:r>
                        <a:rPr lang="en-US" dirty="0"/>
                        <a:t> </a:t>
                      </a:r>
                      <a:r>
                        <a:rPr lang="en-US" dirty="0" err="1"/>
                        <a:t>triển</a:t>
                      </a:r>
                      <a:r>
                        <a:rPr lang="en-US" dirty="0"/>
                        <a:t> </a:t>
                      </a:r>
                      <a:r>
                        <a:rPr lang="en-US" dirty="0" err="1"/>
                        <a:t>khai</a:t>
                      </a:r>
                      <a:r>
                        <a:rPr lang="en-US" dirty="0"/>
                        <a:t> </a:t>
                      </a:r>
                      <a:r>
                        <a:rPr lang="en-US" dirty="0" err="1"/>
                        <a:t>máy</a:t>
                      </a:r>
                      <a:r>
                        <a:rPr lang="en-US" dirty="0"/>
                        <a:t> </a:t>
                      </a:r>
                      <a:r>
                        <a:rPr lang="en-US" dirty="0" err="1"/>
                        <a:t>ảo</a:t>
                      </a:r>
                      <a:r>
                        <a:rPr lang="en-US" dirty="0"/>
                        <a:t> </a:t>
                      </a:r>
                      <a:r>
                        <a:rPr lang="en-US" dirty="0" err="1"/>
                        <a:t>phục</a:t>
                      </a:r>
                      <a:r>
                        <a:rPr lang="en-US" dirty="0"/>
                        <a:t> </a:t>
                      </a:r>
                      <a:r>
                        <a:rPr lang="en-US" dirty="0" err="1"/>
                        <a:t>vụ</a:t>
                      </a:r>
                      <a:r>
                        <a:rPr lang="en-US" dirty="0"/>
                        <a:t> </a:t>
                      </a:r>
                      <a:r>
                        <a:rPr lang="en-US" dirty="0" err="1"/>
                        <a:t>nghiên</a:t>
                      </a:r>
                      <a:r>
                        <a:rPr lang="en-US" dirty="0"/>
                        <a:t> </a:t>
                      </a:r>
                      <a:r>
                        <a:rPr lang="en-US" dirty="0" err="1"/>
                        <a:t>cứu</a:t>
                      </a:r>
                      <a:r>
                        <a:rPr lang="en-US" dirty="0"/>
                        <a:t>.</a:t>
                      </a:r>
                    </a:p>
                    <a:p>
                      <a:endParaRPr lang="en-US" dirty="0"/>
                    </a:p>
                    <a:p>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Hệ thống server phải chạy được máy ảo và có hiệu suất cao, đảm bảo khả năng hoạt động liên tục và khả năng mở rộng tốt. </a:t>
                      </a:r>
                      <a:endParaRPr lang="en-US" dirty="0"/>
                    </a:p>
                  </a:txBody>
                  <a:tcPr/>
                </a:tc>
                <a:extLst>
                  <a:ext uri="{0D108BD9-81ED-4DB2-BD59-A6C34878D82A}">
                    <a16:rowId xmlns:a16="http://schemas.microsoft.com/office/drawing/2014/main" val="4020378840"/>
                  </a:ext>
                </a:extLst>
              </a:tr>
            </a:tbl>
          </a:graphicData>
        </a:graphic>
      </p:graphicFrame>
    </p:spTree>
    <p:extLst>
      <p:ext uri="{BB962C8B-B14F-4D97-AF65-F5344CB8AC3E}">
        <p14:creationId xmlns:p14="http://schemas.microsoft.com/office/powerpoint/2010/main" val="78581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ACE1D6AF-A0C7-3467-A28F-B45745CCA4CE}"/>
              </a:ext>
            </a:extLst>
          </p:cNvPr>
          <p:cNvSpPr>
            <a:spLocks noGrp="1"/>
          </p:cNvSpPr>
          <p:nvPr>
            <p:ph type="title"/>
          </p:nvPr>
        </p:nvSpPr>
        <p:spPr>
          <a:xfrm>
            <a:off x="720000" y="521225"/>
            <a:ext cx="7704000" cy="572700"/>
          </a:xfrm>
        </p:spPr>
        <p:txBody>
          <a:bodyPr/>
          <a:lstStyle/>
          <a:p>
            <a:r>
              <a:rPr lang="vi-VN" dirty="0"/>
              <a:t>Trụ sở chính  </a:t>
            </a:r>
            <a:endParaRPr lang="en-US" dirty="0"/>
          </a:p>
        </p:txBody>
      </p:sp>
      <p:graphicFrame>
        <p:nvGraphicFramePr>
          <p:cNvPr id="2" name="Table 1">
            <a:extLst>
              <a:ext uri="{FF2B5EF4-FFF2-40B4-BE49-F238E27FC236}">
                <a16:creationId xmlns:a16="http://schemas.microsoft.com/office/drawing/2014/main" id="{C7FBE38D-D195-3B5A-F7FE-51BF09364FB1}"/>
              </a:ext>
            </a:extLst>
          </p:cNvPr>
          <p:cNvGraphicFramePr>
            <a:graphicFrameLocks noGrp="1"/>
          </p:cNvGraphicFramePr>
          <p:nvPr>
            <p:extLst>
              <p:ext uri="{D42A27DB-BD31-4B8C-83A1-F6EECF244321}">
                <p14:modId xmlns:p14="http://schemas.microsoft.com/office/powerpoint/2010/main" val="1297892298"/>
              </p:ext>
            </p:extLst>
          </p:nvPr>
        </p:nvGraphicFramePr>
        <p:xfrm>
          <a:off x="1433848" y="1263374"/>
          <a:ext cx="6096000" cy="3261360"/>
        </p:xfrm>
        <a:graphic>
          <a:graphicData uri="http://schemas.openxmlformats.org/drawingml/2006/table">
            <a:tbl>
              <a:tblPr firstRow="1" bandRow="1">
                <a:tableStyleId>{AD81C981-42E0-4383-A2D7-424463ED7744}</a:tableStyleId>
              </a:tblPr>
              <a:tblGrid>
                <a:gridCol w="349876">
                  <a:extLst>
                    <a:ext uri="{9D8B030D-6E8A-4147-A177-3AD203B41FA5}">
                      <a16:colId xmlns:a16="http://schemas.microsoft.com/office/drawing/2014/main" val="3873923664"/>
                    </a:ext>
                  </a:extLst>
                </a:gridCol>
                <a:gridCol w="2028422">
                  <a:extLst>
                    <a:ext uri="{9D8B030D-6E8A-4147-A177-3AD203B41FA5}">
                      <a16:colId xmlns:a16="http://schemas.microsoft.com/office/drawing/2014/main" val="177514819"/>
                    </a:ext>
                  </a:extLst>
                </a:gridCol>
                <a:gridCol w="3717702">
                  <a:extLst>
                    <a:ext uri="{9D8B030D-6E8A-4147-A177-3AD203B41FA5}">
                      <a16:colId xmlns:a16="http://schemas.microsoft.com/office/drawing/2014/main" val="664947979"/>
                    </a:ext>
                  </a:extLst>
                </a:gridCol>
              </a:tblGrid>
              <a:tr h="1060336">
                <a:tc>
                  <a:txBody>
                    <a:bodyPr/>
                    <a:lstStyle/>
                    <a:p>
                      <a:r>
                        <a:rPr lang="vi-VN" dirty="0"/>
                        <a:t>4</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Một hệ thống wifi chứng thực cho sinh viên, giảng viên và cán bộ trong trường.</a:t>
                      </a:r>
                    </a:p>
                    <a:p>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Hệ thống wifi radius </a:t>
                      </a:r>
                      <a:r>
                        <a:rPr lang="vi-VN" sz="1400" b="0" i="0" u="none" strike="noStrike" cap="none">
                          <a:solidFill>
                            <a:srgbClr val="000000"/>
                          </a:solidFill>
                          <a:effectLst/>
                          <a:latin typeface="Arial"/>
                          <a:ea typeface="Arial"/>
                          <a:cs typeface="Arial"/>
                          <a:sym typeface="Arial"/>
                        </a:rPr>
                        <a:t>WPA2 Enterprise </a:t>
                      </a:r>
                      <a:r>
                        <a:rPr lang="vi-VN" sz="1400" b="0" i="0" u="none" strike="noStrike" cap="none" dirty="0">
                          <a:solidFill>
                            <a:srgbClr val="000000"/>
                          </a:solidFill>
                          <a:effectLst/>
                          <a:latin typeface="Arial"/>
                          <a:ea typeface="Arial"/>
                          <a:cs typeface="Arial"/>
                          <a:sym typeface="Arial"/>
                        </a:rPr>
                        <a:t>hoặc tương tự yêu cầu tên đăng nhập và mật khẩu mỗi khi sử dụng, có thể quản lý danh sách người dùng và quyền truy cập hiệu quả. Từ đó tăng tính bảo mật của mạng.</a:t>
                      </a:r>
                      <a:endParaRPr lang="en-US" dirty="0"/>
                    </a:p>
                  </a:txBody>
                  <a:tcPr/>
                </a:tc>
                <a:extLst>
                  <a:ext uri="{0D108BD9-81ED-4DB2-BD59-A6C34878D82A}">
                    <a16:rowId xmlns:a16="http://schemas.microsoft.com/office/drawing/2014/main" val="29821991"/>
                  </a:ext>
                </a:extLst>
              </a:tr>
              <a:tr h="1060336">
                <a:tc>
                  <a:txBody>
                    <a:bodyPr/>
                    <a:lstStyle/>
                    <a:p>
                      <a:r>
                        <a:rPr lang="vi-VN" dirty="0"/>
                        <a:t>5</a:t>
                      </a:r>
                      <a:endParaRPr lang="en-US" dirty="0"/>
                    </a:p>
                  </a:txBody>
                  <a:tcPr/>
                </a:tc>
                <a:tc>
                  <a:txBody>
                    <a:bodyPr/>
                    <a:lstStyle/>
                    <a:p>
                      <a:r>
                        <a:rPr lang="vi-VN" dirty="0"/>
                        <a:t>Một hệ thống wifi public với đường kết nối Internet riêng. </a:t>
                      </a:r>
                    </a:p>
                    <a:p>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Hệ thống wifi không cần mật khẩu, có băng thông vừa đủ để mọi người có thể truy cập vào và sử dụng Internet và được thiết lập để người dùng Internet được sử dụng trong một khoảng thời gian nhất định. </a:t>
                      </a:r>
                      <a:endParaRPr lang="en-US" dirty="0"/>
                    </a:p>
                  </a:txBody>
                  <a:tcPr/>
                </a:tc>
                <a:extLst>
                  <a:ext uri="{0D108BD9-81ED-4DB2-BD59-A6C34878D82A}">
                    <a16:rowId xmlns:a16="http://schemas.microsoft.com/office/drawing/2014/main" val="887132019"/>
                  </a:ext>
                </a:extLst>
              </a:tr>
              <a:tr h="820905">
                <a:tc>
                  <a:txBody>
                    <a:bodyPr/>
                    <a:lstStyle/>
                    <a:p>
                      <a:r>
                        <a:rPr lang="vi-VN" dirty="0"/>
                        <a:t>6</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Hỗ trợ VPN cho các cán bộ và giảng viên khi làm việc tại nhà.</a:t>
                      </a:r>
                    </a:p>
                    <a:p>
                      <a:endParaRPr lang="en-US" dirty="0"/>
                    </a:p>
                  </a:txBody>
                  <a:tcPr/>
                </a:tc>
                <a:tc>
                  <a:txBody>
                    <a:bodyPr/>
                    <a:lstStyle/>
                    <a:p>
                      <a:r>
                        <a:rPr lang="en-US" sz="1400" b="0" i="0" u="none" strike="noStrike" cap="none" dirty="0" err="1">
                          <a:solidFill>
                            <a:srgbClr val="000000"/>
                          </a:solidFill>
                          <a:effectLst/>
                          <a:latin typeface="Arial"/>
                          <a:ea typeface="Arial"/>
                          <a:cs typeface="Arial"/>
                          <a:sym typeface="Arial"/>
                        </a:rPr>
                        <a:t>Hệ</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thống</a:t>
                      </a:r>
                      <a:r>
                        <a:rPr lang="en-US" sz="1400" b="0" i="0" u="none" strike="noStrike" cap="none" dirty="0">
                          <a:solidFill>
                            <a:srgbClr val="000000"/>
                          </a:solidFill>
                          <a:effectLst/>
                          <a:latin typeface="Arial"/>
                          <a:ea typeface="Arial"/>
                          <a:cs typeface="Arial"/>
                          <a:sym typeface="Arial"/>
                        </a:rPr>
                        <a:t> VPN </a:t>
                      </a:r>
                      <a:r>
                        <a:rPr lang="en-US" sz="1400" b="0" i="0" u="none" strike="noStrike" cap="none" dirty="0" err="1">
                          <a:solidFill>
                            <a:srgbClr val="000000"/>
                          </a:solidFill>
                          <a:effectLst/>
                          <a:latin typeface="Arial"/>
                          <a:ea typeface="Arial"/>
                          <a:cs typeface="Arial"/>
                          <a:sym typeface="Arial"/>
                        </a:rPr>
                        <a:t>có</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bảo</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mật</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tốt</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để</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cán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bộ</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và</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giảng</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viên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truy</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cập</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từ</a:t>
                      </a:r>
                      <a:r>
                        <a:rPr lang="en-US" sz="1400" b="0" i="0" u="none" strike="noStrike" cap="none" dirty="0">
                          <a:solidFill>
                            <a:srgbClr val="000000"/>
                          </a:solidFill>
                          <a:effectLst/>
                          <a:latin typeface="Arial"/>
                          <a:ea typeface="Arial"/>
                          <a:cs typeface="Arial"/>
                          <a:sym typeface="Arial"/>
                        </a:rPr>
                        <a:t> xa an </a:t>
                      </a:r>
                      <a:r>
                        <a:rPr lang="en-US" sz="1400" b="0" i="0" u="none" strike="noStrike" cap="none" dirty="0" err="1">
                          <a:solidFill>
                            <a:srgbClr val="000000"/>
                          </a:solidFill>
                          <a:effectLst/>
                          <a:latin typeface="Arial"/>
                          <a:ea typeface="Arial"/>
                          <a:cs typeface="Arial"/>
                          <a:sym typeface="Arial"/>
                        </a:rPr>
                        <a:t>toàn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và</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hiệu</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quả</a:t>
                      </a:r>
                      <a:r>
                        <a:rPr lang="en-US" sz="1400" b="0" i="0" u="none" strike="noStrike" cap="none" dirty="0">
                          <a:solidFill>
                            <a:srgbClr val="000000"/>
                          </a:solidFill>
                          <a:effectLst/>
                          <a:latin typeface="Arial"/>
                          <a:ea typeface="Arial"/>
                          <a:cs typeface="Arial"/>
                          <a:sym typeface="Arial"/>
                        </a:rPr>
                        <a:t>. </a:t>
                      </a:r>
                      <a:endParaRPr lang="en-US" dirty="0"/>
                    </a:p>
                  </a:txBody>
                  <a:tcPr/>
                </a:tc>
                <a:extLst>
                  <a:ext uri="{0D108BD9-81ED-4DB2-BD59-A6C34878D82A}">
                    <a16:rowId xmlns:a16="http://schemas.microsoft.com/office/drawing/2014/main" val="2058565516"/>
                  </a:ext>
                </a:extLst>
              </a:tr>
            </a:tbl>
          </a:graphicData>
        </a:graphic>
      </p:graphicFrame>
    </p:spTree>
    <p:extLst>
      <p:ext uri="{BB962C8B-B14F-4D97-AF65-F5344CB8AC3E}">
        <p14:creationId xmlns:p14="http://schemas.microsoft.com/office/powerpoint/2010/main" val="204354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2">
            <a:extLst>
              <a:ext uri="{FF2B5EF4-FFF2-40B4-BE49-F238E27FC236}">
                <a16:creationId xmlns:a16="http://schemas.microsoft.com/office/drawing/2014/main" id="{ACE1D6AF-A0C7-3467-A28F-B45745CCA4CE}"/>
              </a:ext>
            </a:extLst>
          </p:cNvPr>
          <p:cNvSpPr>
            <a:spLocks noGrp="1"/>
          </p:cNvSpPr>
          <p:nvPr>
            <p:ph type="title"/>
          </p:nvPr>
        </p:nvSpPr>
        <p:spPr>
          <a:xfrm>
            <a:off x="720000" y="521225"/>
            <a:ext cx="7704000" cy="572700"/>
          </a:xfrm>
        </p:spPr>
        <p:txBody>
          <a:bodyPr/>
          <a:lstStyle/>
          <a:p>
            <a:r>
              <a:rPr lang="vi-VN" dirty="0"/>
              <a:t>Chi nhánh quận 3 </a:t>
            </a:r>
            <a:endParaRPr lang="en-US" dirty="0"/>
          </a:p>
        </p:txBody>
      </p:sp>
      <p:graphicFrame>
        <p:nvGraphicFramePr>
          <p:cNvPr id="7" name="Table 6">
            <a:extLst>
              <a:ext uri="{FF2B5EF4-FFF2-40B4-BE49-F238E27FC236}">
                <a16:creationId xmlns:a16="http://schemas.microsoft.com/office/drawing/2014/main" id="{FD9ADACA-F3C7-71B3-5C53-55EF7607C41A}"/>
              </a:ext>
            </a:extLst>
          </p:cNvPr>
          <p:cNvGraphicFramePr>
            <a:graphicFrameLocks noGrp="1"/>
          </p:cNvGraphicFramePr>
          <p:nvPr>
            <p:extLst>
              <p:ext uri="{D42A27DB-BD31-4B8C-83A1-F6EECF244321}">
                <p14:modId xmlns:p14="http://schemas.microsoft.com/office/powerpoint/2010/main" val="350717425"/>
              </p:ext>
            </p:extLst>
          </p:nvPr>
        </p:nvGraphicFramePr>
        <p:xfrm>
          <a:off x="1388772" y="1325361"/>
          <a:ext cx="6096000" cy="3500394"/>
        </p:xfrm>
        <a:graphic>
          <a:graphicData uri="http://schemas.openxmlformats.org/drawingml/2006/table">
            <a:tbl>
              <a:tblPr firstRow="1" bandRow="1">
                <a:tableStyleId>{AD81C981-42E0-4383-A2D7-424463ED7744}</a:tableStyleId>
              </a:tblPr>
              <a:tblGrid>
                <a:gridCol w="388513">
                  <a:extLst>
                    <a:ext uri="{9D8B030D-6E8A-4147-A177-3AD203B41FA5}">
                      <a16:colId xmlns:a16="http://schemas.microsoft.com/office/drawing/2014/main" val="2187181908"/>
                    </a:ext>
                  </a:extLst>
                </a:gridCol>
                <a:gridCol w="1989785">
                  <a:extLst>
                    <a:ext uri="{9D8B030D-6E8A-4147-A177-3AD203B41FA5}">
                      <a16:colId xmlns:a16="http://schemas.microsoft.com/office/drawing/2014/main" val="596830990"/>
                    </a:ext>
                  </a:extLst>
                </a:gridCol>
                <a:gridCol w="3717702">
                  <a:extLst>
                    <a:ext uri="{9D8B030D-6E8A-4147-A177-3AD203B41FA5}">
                      <a16:colId xmlns:a16="http://schemas.microsoft.com/office/drawing/2014/main" val="1068201562"/>
                    </a:ext>
                  </a:extLst>
                </a:gridCol>
              </a:tblGrid>
              <a:tr h="9577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Truy cập Internet cho nhân viên phòng đạo tạo từ xa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vi-VN" dirty="0"/>
                    </a:p>
                  </a:txBody>
                  <a:tcPr/>
                </a:tc>
                <a:tc>
                  <a:txBody>
                    <a:bodyPr/>
                    <a:lstStyle/>
                    <a:p>
                      <a:r>
                        <a:rPr lang="en-US" sz="1400" b="0" i="0" u="none" strike="noStrike" cap="none" dirty="0" err="1">
                          <a:solidFill>
                            <a:srgbClr val="000000"/>
                          </a:solidFill>
                          <a:effectLst/>
                          <a:latin typeface="Arial"/>
                          <a:ea typeface="Arial"/>
                          <a:cs typeface="Arial"/>
                          <a:sym typeface="Arial"/>
                        </a:rPr>
                        <a:t>Cần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cung</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cấp</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kết</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nối</a:t>
                      </a:r>
                      <a:r>
                        <a:rPr lang="en-US" sz="1400" b="0" i="0" u="none" strike="noStrike" cap="none" dirty="0">
                          <a:solidFill>
                            <a:srgbClr val="000000"/>
                          </a:solidFill>
                          <a:effectLst/>
                          <a:latin typeface="Arial"/>
                          <a:ea typeface="Arial"/>
                          <a:cs typeface="Arial"/>
                          <a:sym typeface="Arial"/>
                        </a:rPr>
                        <a:t> Internet </a:t>
                      </a:r>
                      <a:r>
                        <a:rPr lang="en-US" sz="1400" b="0" i="0" u="none" strike="noStrike" cap="none" dirty="0" err="1">
                          <a:solidFill>
                            <a:srgbClr val="000000"/>
                          </a:solidFill>
                          <a:effectLst/>
                          <a:latin typeface="Arial"/>
                          <a:ea typeface="Arial"/>
                          <a:cs typeface="Arial"/>
                          <a:sym typeface="Arial"/>
                        </a:rPr>
                        <a:t>cho</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nhân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viên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phòng</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đạo</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tạo</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đại</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học</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từ</a:t>
                      </a:r>
                      <a:r>
                        <a:rPr lang="en-US" sz="1400" b="0" i="0" u="none" strike="noStrike" cap="none" dirty="0">
                          <a:solidFill>
                            <a:srgbClr val="000000"/>
                          </a:solidFill>
                          <a:effectLst/>
                          <a:latin typeface="Arial"/>
                          <a:ea typeface="Arial"/>
                          <a:cs typeface="Arial"/>
                          <a:sym typeface="Arial"/>
                        </a:rPr>
                        <a:t> xa. </a:t>
                      </a:r>
                      <a:r>
                        <a:rPr lang="en-US" sz="1400" b="0" i="0" u="none" strike="noStrike" cap="none" dirty="0" err="1">
                          <a:solidFill>
                            <a:srgbClr val="000000"/>
                          </a:solidFill>
                          <a:effectLst/>
                          <a:latin typeface="Arial"/>
                          <a:ea typeface="Arial"/>
                          <a:cs typeface="Arial"/>
                          <a:sym typeface="Arial"/>
                        </a:rPr>
                        <a:t>Điều</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này</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đảm</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bảo</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việc</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quản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lý</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và</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hỗ</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trợ</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học</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viên</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từ</a:t>
                      </a:r>
                      <a:r>
                        <a:rPr lang="en-US" sz="1400" b="0" i="0" u="none" strike="noStrike" cap="none" dirty="0">
                          <a:solidFill>
                            <a:srgbClr val="000000"/>
                          </a:solidFill>
                          <a:effectLst/>
                          <a:latin typeface="Arial"/>
                          <a:ea typeface="Arial"/>
                          <a:cs typeface="Arial"/>
                          <a:sym typeface="Arial"/>
                        </a:rPr>
                        <a:t> xa </a:t>
                      </a:r>
                      <a:r>
                        <a:rPr lang="en-US" sz="1400" b="0" i="0" u="none" strike="noStrike" cap="none" dirty="0" err="1">
                          <a:solidFill>
                            <a:srgbClr val="000000"/>
                          </a:solidFill>
                          <a:effectLst/>
                          <a:latin typeface="Arial"/>
                          <a:ea typeface="Arial"/>
                          <a:cs typeface="Arial"/>
                          <a:sym typeface="Arial"/>
                        </a:rPr>
                        <a:t>hiệu</a:t>
                      </a:r>
                      <a:r>
                        <a:rPr lang="en-US" sz="1400" b="0" i="0" u="none" strike="noStrike" cap="none" dirty="0">
                          <a:solidFill>
                            <a:srgbClr val="000000"/>
                          </a:solidFill>
                          <a:effectLst/>
                          <a:latin typeface="Arial"/>
                          <a:ea typeface="Arial"/>
                          <a:cs typeface="Arial"/>
                          <a:sym typeface="Arial"/>
                        </a:rPr>
                        <a:t> </a:t>
                      </a:r>
                      <a:r>
                        <a:rPr lang="en-US" sz="1400" b="0" i="0" u="none" strike="noStrike" cap="none" dirty="0" err="1">
                          <a:solidFill>
                            <a:srgbClr val="000000"/>
                          </a:solidFill>
                          <a:effectLst/>
                          <a:latin typeface="Arial"/>
                          <a:ea typeface="Arial"/>
                          <a:cs typeface="Arial"/>
                          <a:sym typeface="Arial"/>
                        </a:rPr>
                        <a:t>quả</a:t>
                      </a:r>
                      <a:r>
                        <a:rPr lang="en-US" sz="1400" b="0" i="0" u="none" strike="noStrike" cap="none" dirty="0">
                          <a:solidFill>
                            <a:srgbClr val="000000"/>
                          </a:solidFill>
                          <a:effectLst/>
                          <a:latin typeface="Arial"/>
                          <a:ea typeface="Arial"/>
                          <a:cs typeface="Arial"/>
                          <a:sym typeface="Arial"/>
                        </a:rPr>
                        <a:t>. </a:t>
                      </a:r>
                      <a:endParaRPr lang="en-US" dirty="0"/>
                    </a:p>
                  </a:txBody>
                  <a:tcPr/>
                </a:tc>
                <a:extLst>
                  <a:ext uri="{0D108BD9-81ED-4DB2-BD59-A6C34878D82A}">
                    <a16:rowId xmlns:a16="http://schemas.microsoft.com/office/drawing/2014/main" val="852654381"/>
                  </a:ext>
                </a:extLst>
              </a:tr>
              <a:tr h="957717">
                <a:tc>
                  <a:txBody>
                    <a:bodyPr/>
                    <a:lstStyle/>
                    <a:p>
                      <a:r>
                        <a:rPr lang="vi-VN" dirty="0"/>
                        <a:t>2</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vi-VN" dirty="0"/>
                        <a:t>Hệ thống wifi public với đường kết nối Internet riêng cho học viên và nhân viên</a:t>
                      </a:r>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Chi nhánh quận 3 cần cung cấp dịch vụ wifi public để đáp ứng nhu cầu truy cập mạng của học viên và nhân viên trong chi nhánh này. Điều này bao gồm việc cung cấp mạng wifi riêng biệt với đường kết nối Internet để đảm bảo tính an toàn, ổn định và bảo mật của mạng. </a:t>
                      </a:r>
                      <a:endParaRPr lang="en-US" dirty="0"/>
                    </a:p>
                  </a:txBody>
                  <a:tcPr/>
                </a:tc>
                <a:extLst>
                  <a:ext uri="{0D108BD9-81ED-4DB2-BD59-A6C34878D82A}">
                    <a16:rowId xmlns:a16="http://schemas.microsoft.com/office/drawing/2014/main" val="3425405404"/>
                  </a:ext>
                </a:extLst>
              </a:tr>
              <a:tr h="957717">
                <a:tc>
                  <a:txBody>
                    <a:bodyPr/>
                    <a:lstStyle/>
                    <a:p>
                      <a:r>
                        <a:rPr lang="vi-VN" dirty="0"/>
                        <a:t>3</a:t>
                      </a:r>
                      <a:endParaRPr lang="en-US" dirty="0"/>
                    </a:p>
                  </a:txBody>
                  <a:tcPr/>
                </a:tc>
                <a:tc>
                  <a:txBody>
                    <a:bodyPr/>
                    <a:lstStyle/>
                    <a:p>
                      <a:r>
                        <a:rPr lang="en-US" dirty="0" err="1"/>
                        <a:t>Hỗ</a:t>
                      </a:r>
                      <a:r>
                        <a:rPr lang="en-US" dirty="0"/>
                        <a:t> </a:t>
                      </a:r>
                      <a:r>
                        <a:rPr lang="en-US" dirty="0" err="1"/>
                        <a:t>trợ</a:t>
                      </a:r>
                      <a:r>
                        <a:rPr lang="en-US" dirty="0"/>
                        <a:t> VPN site-to-site</a:t>
                      </a:r>
                    </a:p>
                    <a:p>
                      <a:endParaRPr lang="en-US" dirty="0"/>
                    </a:p>
                  </a:txBody>
                  <a:tcPr/>
                </a:tc>
                <a:tc>
                  <a:txBody>
                    <a:bodyPr/>
                    <a:lstStyle/>
                    <a:p>
                      <a:r>
                        <a:rPr lang="vi-VN" sz="1400" b="0" i="0" u="none" strike="noStrike" cap="none" dirty="0">
                          <a:solidFill>
                            <a:srgbClr val="000000"/>
                          </a:solidFill>
                          <a:effectLst/>
                          <a:latin typeface="Arial"/>
                          <a:ea typeface="Arial"/>
                          <a:cs typeface="Arial"/>
                          <a:sym typeface="Arial"/>
                        </a:rPr>
                        <a:t>Để quản lý thông tin và hệ thống quản lý tại trụ sở chính, chi nhánh quận 3 cần kết nối an toàn và ổn định với trụ sở chính thông qua VPN site-to-site.</a:t>
                      </a:r>
                      <a:endParaRPr lang="en-US" dirty="0"/>
                    </a:p>
                  </a:txBody>
                  <a:tcPr/>
                </a:tc>
                <a:extLst>
                  <a:ext uri="{0D108BD9-81ED-4DB2-BD59-A6C34878D82A}">
                    <a16:rowId xmlns:a16="http://schemas.microsoft.com/office/drawing/2014/main" val="4020378840"/>
                  </a:ext>
                </a:extLst>
              </a:tr>
            </a:tbl>
          </a:graphicData>
        </a:graphic>
      </p:graphicFrame>
    </p:spTree>
    <p:extLst>
      <p:ext uri="{BB962C8B-B14F-4D97-AF65-F5344CB8AC3E}">
        <p14:creationId xmlns:p14="http://schemas.microsoft.com/office/powerpoint/2010/main" val="600694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36"/>
          <p:cNvSpPr txBox="1">
            <a:spLocks noGrp="1"/>
          </p:cNvSpPr>
          <p:nvPr>
            <p:ph type="title"/>
          </p:nvPr>
        </p:nvSpPr>
        <p:spPr>
          <a:xfrm>
            <a:off x="645658" y="2090800"/>
            <a:ext cx="3926342"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luận </a:t>
            </a:r>
            <a:endParaRPr dirty="0"/>
          </a:p>
        </p:txBody>
      </p:sp>
      <p:sp>
        <p:nvSpPr>
          <p:cNvPr id="758" name="Google Shape;758;p36"/>
          <p:cNvSpPr txBox="1">
            <a:spLocks noGrp="1"/>
          </p:cNvSpPr>
          <p:nvPr>
            <p:ph type="title" idx="2"/>
          </p:nvPr>
        </p:nvSpPr>
        <p:spPr>
          <a:xfrm>
            <a:off x="720000" y="1249000"/>
            <a:ext cx="17025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dirty="0"/>
              <a:t>04</a:t>
            </a:r>
            <a:endParaRPr dirty="0"/>
          </a:p>
        </p:txBody>
      </p:sp>
      <p:pic>
        <p:nvPicPr>
          <p:cNvPr id="3" name="Picture 2" descr="Quy trình thiết kế hệ thống mạng cho doanh nghiệp | Siêu Thị Thiết Bị Số 24h">
            <a:extLst>
              <a:ext uri="{FF2B5EF4-FFF2-40B4-BE49-F238E27FC236}">
                <a16:creationId xmlns:a16="http://schemas.microsoft.com/office/drawing/2014/main" id="{F3754155-4E13-F6B0-9491-74CBD31D9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0635" y="1025168"/>
            <a:ext cx="4690039"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557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33F4C944-ED5E-88CC-A2D7-991FE1DED392}"/>
              </a:ext>
            </a:extLst>
          </p:cNvPr>
          <p:cNvSpPr>
            <a:spLocks noGrp="1"/>
          </p:cNvSpPr>
          <p:nvPr>
            <p:ph type="subTitle" idx="1"/>
          </p:nvPr>
        </p:nvSpPr>
        <p:spPr>
          <a:xfrm>
            <a:off x="285144" y="1396988"/>
            <a:ext cx="4116042" cy="400800"/>
          </a:xfrm>
        </p:spPr>
        <p:txBody>
          <a:bodyPr/>
          <a:lstStyle/>
          <a:p>
            <a:r>
              <a:rPr lang="vi-VN" dirty="0"/>
              <a:t>Dự án nhằm thiết lập một hệ thống mạng toàn diện cho Trường Đại học NT-UIT, tập trung vào cả trụ sở chính tại Thành phố Thủ Đức và chi nhánh tại quận 3 - TP HCM. </a:t>
            </a:r>
          </a:p>
          <a:p>
            <a:endParaRPr lang="en-US" dirty="0"/>
          </a:p>
        </p:txBody>
      </p:sp>
      <p:sp>
        <p:nvSpPr>
          <p:cNvPr id="5" name="Title 4">
            <a:extLst>
              <a:ext uri="{FF2B5EF4-FFF2-40B4-BE49-F238E27FC236}">
                <a16:creationId xmlns:a16="http://schemas.microsoft.com/office/drawing/2014/main" id="{903057E5-CE74-1F0C-CF07-55967E24F604}"/>
              </a:ext>
            </a:extLst>
          </p:cNvPr>
          <p:cNvSpPr>
            <a:spLocks noGrp="1"/>
          </p:cNvSpPr>
          <p:nvPr>
            <p:ph type="title"/>
          </p:nvPr>
        </p:nvSpPr>
        <p:spPr>
          <a:xfrm>
            <a:off x="697449" y="843237"/>
            <a:ext cx="3633059" cy="572700"/>
          </a:xfrm>
        </p:spPr>
        <p:txBody>
          <a:bodyPr/>
          <a:lstStyle/>
          <a:p>
            <a:r>
              <a:rPr lang="vi-VN" b="1" i="0" dirty="0">
                <a:effectLst/>
                <a:latin typeface="Söhne"/>
              </a:rPr>
              <a:t>Mục tiêu dự án:</a:t>
            </a:r>
            <a:endParaRPr lang="en-US" dirty="0"/>
          </a:p>
        </p:txBody>
      </p:sp>
      <p:sp>
        <p:nvSpPr>
          <p:cNvPr id="7" name="Title 4">
            <a:extLst>
              <a:ext uri="{FF2B5EF4-FFF2-40B4-BE49-F238E27FC236}">
                <a16:creationId xmlns:a16="http://schemas.microsoft.com/office/drawing/2014/main" id="{E9BC902D-B52D-57A6-28B5-335DECAEE218}"/>
              </a:ext>
            </a:extLst>
          </p:cNvPr>
          <p:cNvSpPr txBox="1">
            <a:spLocks/>
          </p:cNvSpPr>
          <p:nvPr/>
        </p:nvSpPr>
        <p:spPr>
          <a:xfrm>
            <a:off x="4572000" y="862186"/>
            <a:ext cx="363305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US" b="1" i="0" dirty="0" err="1">
                <a:effectLst/>
                <a:latin typeface="Söhne"/>
              </a:rPr>
              <a:t>Phạm</a:t>
            </a:r>
            <a:r>
              <a:rPr lang="en-US" b="1" i="0" dirty="0">
                <a:effectLst/>
                <a:latin typeface="Söhne"/>
              </a:rPr>
              <a:t> vi </a:t>
            </a:r>
            <a:r>
              <a:rPr lang="en-US" b="1" i="0" dirty="0" err="1">
                <a:effectLst/>
                <a:latin typeface="Söhne"/>
              </a:rPr>
              <a:t>dự</a:t>
            </a:r>
            <a:r>
              <a:rPr lang="en-US" b="1" i="0" dirty="0">
                <a:effectLst/>
                <a:latin typeface="Söhne"/>
              </a:rPr>
              <a:t> </a:t>
            </a:r>
            <a:r>
              <a:rPr lang="en-US" b="1" i="0" dirty="0" err="1">
                <a:effectLst/>
                <a:latin typeface="Söhne"/>
              </a:rPr>
              <a:t>án</a:t>
            </a:r>
            <a:r>
              <a:rPr lang="en-US" b="1" i="0" dirty="0">
                <a:effectLst/>
                <a:latin typeface="Söhne"/>
              </a:rPr>
              <a:t>:</a:t>
            </a:r>
            <a:endParaRPr lang="en-US" dirty="0"/>
          </a:p>
        </p:txBody>
      </p:sp>
      <p:sp>
        <p:nvSpPr>
          <p:cNvPr id="8" name="Subtitle 5">
            <a:extLst>
              <a:ext uri="{FF2B5EF4-FFF2-40B4-BE49-F238E27FC236}">
                <a16:creationId xmlns:a16="http://schemas.microsoft.com/office/drawing/2014/main" id="{1D27BF78-7686-8EC5-9BF9-8EB1138890CF}"/>
              </a:ext>
            </a:extLst>
          </p:cNvPr>
          <p:cNvSpPr txBox="1">
            <a:spLocks/>
          </p:cNvSpPr>
          <p:nvPr/>
        </p:nvSpPr>
        <p:spPr>
          <a:xfrm>
            <a:off x="4401186" y="1434886"/>
            <a:ext cx="3748994" cy="400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Inter"/>
                <a:ea typeface="Inter"/>
                <a:cs typeface="Inter"/>
                <a:sym typeface="Inter"/>
              </a:defRPr>
            </a:lvl1pPr>
            <a:lvl2pPr marL="914400" marR="0" lvl="1" indent="-317500" algn="ctr" rtl="0">
              <a:lnSpc>
                <a:spcPct val="100000"/>
              </a:lnSpc>
              <a:spcBef>
                <a:spcPts val="0"/>
              </a:spcBef>
              <a:spcAft>
                <a:spcPts val="0"/>
              </a:spcAft>
              <a:buClr>
                <a:srgbClr val="999999"/>
              </a:buClr>
              <a:buSzPts val="800"/>
              <a:buFont typeface="Open Sans"/>
              <a:buChar char="○"/>
              <a:defRPr sz="1400" b="0" i="0" u="none" strike="noStrike" cap="none">
                <a:solidFill>
                  <a:schemeClr val="dk1"/>
                </a:solidFill>
                <a:latin typeface="Inter"/>
                <a:ea typeface="Inter"/>
                <a:cs typeface="Inter"/>
                <a:sym typeface="Inter"/>
              </a:defRPr>
            </a:lvl2pPr>
            <a:lvl3pPr marL="1371600" marR="0" lvl="2" indent="-317500" algn="ctr" rtl="0">
              <a:lnSpc>
                <a:spcPct val="100000"/>
              </a:lnSpc>
              <a:spcBef>
                <a:spcPts val="0"/>
              </a:spcBef>
              <a:spcAft>
                <a:spcPts val="0"/>
              </a:spcAft>
              <a:buClr>
                <a:srgbClr val="999999"/>
              </a:buClr>
              <a:buSzPts val="800"/>
              <a:buFont typeface="Open Sans"/>
              <a:buChar char="■"/>
              <a:defRPr sz="1400" b="0" i="0" u="none" strike="noStrike" cap="none">
                <a:solidFill>
                  <a:schemeClr val="dk1"/>
                </a:solidFill>
                <a:latin typeface="Inter"/>
                <a:ea typeface="Inter"/>
                <a:cs typeface="Inter"/>
                <a:sym typeface="Inter"/>
              </a:defRPr>
            </a:lvl3pPr>
            <a:lvl4pPr marL="1828800" marR="0" lvl="3" indent="-317500" algn="ctr" rtl="0">
              <a:lnSpc>
                <a:spcPct val="100000"/>
              </a:lnSpc>
              <a:spcBef>
                <a:spcPts val="0"/>
              </a:spcBef>
              <a:spcAft>
                <a:spcPts val="0"/>
              </a:spcAft>
              <a:buClr>
                <a:srgbClr val="999999"/>
              </a:buClr>
              <a:buSzPts val="800"/>
              <a:buFont typeface="Open Sans"/>
              <a:buChar char="●"/>
              <a:defRPr sz="1400" b="0" i="0" u="none" strike="noStrike" cap="none">
                <a:solidFill>
                  <a:schemeClr val="dk1"/>
                </a:solidFill>
                <a:latin typeface="Inter"/>
                <a:ea typeface="Inter"/>
                <a:cs typeface="Inter"/>
                <a:sym typeface="Inter"/>
              </a:defRPr>
            </a:lvl4pPr>
            <a:lvl5pPr marL="2286000" marR="0" lvl="4" indent="-317500" algn="ctr" rtl="0">
              <a:lnSpc>
                <a:spcPct val="100000"/>
              </a:lnSpc>
              <a:spcBef>
                <a:spcPts val="0"/>
              </a:spcBef>
              <a:spcAft>
                <a:spcPts val="0"/>
              </a:spcAft>
              <a:buClr>
                <a:srgbClr val="999999"/>
              </a:buClr>
              <a:buSzPts val="1200"/>
              <a:buFont typeface="Open Sans"/>
              <a:buChar char="○"/>
              <a:defRPr sz="1400" b="0" i="0" u="none" strike="noStrike" cap="none">
                <a:solidFill>
                  <a:schemeClr val="dk1"/>
                </a:solidFill>
                <a:latin typeface="Inter"/>
                <a:ea typeface="Inter"/>
                <a:cs typeface="Inter"/>
                <a:sym typeface="Inter"/>
              </a:defRPr>
            </a:lvl5pPr>
            <a:lvl6pPr marL="2743200" marR="0" lvl="5" indent="-317500" algn="ctr" rtl="0">
              <a:lnSpc>
                <a:spcPct val="100000"/>
              </a:lnSpc>
              <a:spcBef>
                <a:spcPts val="0"/>
              </a:spcBef>
              <a:spcAft>
                <a:spcPts val="0"/>
              </a:spcAft>
              <a:buClr>
                <a:srgbClr val="999999"/>
              </a:buClr>
              <a:buSzPts val="1200"/>
              <a:buFont typeface="Open Sans"/>
              <a:buChar char="■"/>
              <a:defRPr sz="1400" b="0" i="0" u="none" strike="noStrike" cap="none">
                <a:solidFill>
                  <a:schemeClr val="dk1"/>
                </a:solidFill>
                <a:latin typeface="Inter"/>
                <a:ea typeface="Inter"/>
                <a:cs typeface="Inter"/>
                <a:sym typeface="Inter"/>
              </a:defRPr>
            </a:lvl6pPr>
            <a:lvl7pPr marL="3200400" marR="0" lvl="6" indent="-317500" algn="ctr" rtl="0">
              <a:lnSpc>
                <a:spcPct val="100000"/>
              </a:lnSpc>
              <a:spcBef>
                <a:spcPts val="0"/>
              </a:spcBef>
              <a:spcAft>
                <a:spcPts val="0"/>
              </a:spcAft>
              <a:buClr>
                <a:srgbClr val="999999"/>
              </a:buClr>
              <a:buSzPts val="700"/>
              <a:buFont typeface="Open Sans"/>
              <a:buChar char="●"/>
              <a:defRPr sz="1400" b="0" i="0" u="none" strike="noStrike" cap="none">
                <a:solidFill>
                  <a:schemeClr val="dk1"/>
                </a:solidFill>
                <a:latin typeface="Inter"/>
                <a:ea typeface="Inter"/>
                <a:cs typeface="Inter"/>
                <a:sym typeface="Inter"/>
              </a:defRPr>
            </a:lvl7pPr>
            <a:lvl8pPr marL="3657600" marR="0" lvl="7" indent="-317500" algn="ctr" rtl="0">
              <a:lnSpc>
                <a:spcPct val="100000"/>
              </a:lnSpc>
              <a:spcBef>
                <a:spcPts val="0"/>
              </a:spcBef>
              <a:spcAft>
                <a:spcPts val="0"/>
              </a:spcAft>
              <a:buClr>
                <a:srgbClr val="999999"/>
              </a:buClr>
              <a:buSzPts val="700"/>
              <a:buFont typeface="Open Sans"/>
              <a:buChar char="○"/>
              <a:defRPr sz="1400" b="0" i="0" u="none" strike="noStrike" cap="none">
                <a:solidFill>
                  <a:schemeClr val="dk1"/>
                </a:solidFill>
                <a:latin typeface="Inter"/>
                <a:ea typeface="Inter"/>
                <a:cs typeface="Inter"/>
                <a:sym typeface="Inter"/>
              </a:defRPr>
            </a:lvl8pPr>
            <a:lvl9pPr marL="4114800" marR="0" lvl="8" indent="-317500" algn="ctr" rtl="0">
              <a:lnSpc>
                <a:spcPct val="100000"/>
              </a:lnSpc>
              <a:spcBef>
                <a:spcPts val="0"/>
              </a:spcBef>
              <a:spcAft>
                <a:spcPts val="0"/>
              </a:spcAft>
              <a:buClr>
                <a:srgbClr val="999999"/>
              </a:buClr>
              <a:buSzPts val="600"/>
              <a:buFont typeface="Open Sans"/>
              <a:buChar char="■"/>
              <a:defRPr sz="1400" b="0" i="0" u="none" strike="noStrike" cap="none">
                <a:solidFill>
                  <a:schemeClr val="dk1"/>
                </a:solidFill>
                <a:latin typeface="Inter"/>
                <a:ea typeface="Inter"/>
                <a:cs typeface="Inter"/>
                <a:sym typeface="Inter"/>
              </a:defRPr>
            </a:lvl9pPr>
          </a:lstStyle>
          <a:p>
            <a:r>
              <a:rPr lang="vi-VN" dirty="0"/>
              <a:t>Phạm vi dự án bao gồm hai địa điểm chính: trụ sở chính và chi nhánh quận 3 của Trường Đại học NT-UIT</a:t>
            </a:r>
            <a:endParaRPr lang="en-US" dirty="0"/>
          </a:p>
        </p:txBody>
      </p:sp>
      <p:sp>
        <p:nvSpPr>
          <p:cNvPr id="11" name="TextBox 10">
            <a:extLst>
              <a:ext uri="{FF2B5EF4-FFF2-40B4-BE49-F238E27FC236}">
                <a16:creationId xmlns:a16="http://schemas.microsoft.com/office/drawing/2014/main" id="{0ED4649E-37D8-8EAD-6BC6-9F1787088827}"/>
              </a:ext>
            </a:extLst>
          </p:cNvPr>
          <p:cNvSpPr txBox="1"/>
          <p:nvPr/>
        </p:nvSpPr>
        <p:spPr>
          <a:xfrm>
            <a:off x="1505444" y="3413836"/>
            <a:ext cx="6133111" cy="523220"/>
          </a:xfrm>
          <a:prstGeom prst="rect">
            <a:avLst/>
          </a:prstGeom>
          <a:noFill/>
        </p:spPr>
        <p:txBody>
          <a:bodyPr wrap="square">
            <a:spAutoFit/>
          </a:bodyPr>
          <a:lstStyle/>
          <a:p>
            <a:pPr marL="285750" indent="-285750">
              <a:buFont typeface="Wingdings" panose="05000000000000000000" pitchFamily="2" charset="2"/>
              <a:buChar char="ü"/>
            </a:pPr>
            <a:r>
              <a:rPr lang="vi-VN" dirty="0">
                <a:solidFill>
                  <a:srgbClr val="FF0000"/>
                </a:solidFill>
              </a:rPr>
              <a:t>Dự án sẽ được thực hiện bằng cách chia thành từng giai đoạn với yêu cầu cụ thể và sẽ được thực hiện bởi các nhóm làm việc cùng nhau.</a:t>
            </a:r>
          </a:p>
        </p:txBody>
      </p:sp>
    </p:spTree>
    <p:extLst>
      <p:ext uri="{BB962C8B-B14F-4D97-AF65-F5344CB8AC3E}">
        <p14:creationId xmlns:p14="http://schemas.microsoft.com/office/powerpoint/2010/main" val="173287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6"/>
        <p:cNvGrpSpPr/>
        <p:nvPr/>
      </p:nvGrpSpPr>
      <p:grpSpPr>
        <a:xfrm>
          <a:off x="0" y="0"/>
          <a:ext cx="0" cy="0"/>
          <a:chOff x="0" y="0"/>
          <a:chExt cx="0" cy="0"/>
        </a:xfrm>
      </p:grpSpPr>
      <p:sp>
        <p:nvSpPr>
          <p:cNvPr id="2067" name="Google Shape;2067;p47"/>
          <p:cNvSpPr txBox="1">
            <a:spLocks noGrp="1"/>
          </p:cNvSpPr>
          <p:nvPr>
            <p:ph type="title"/>
          </p:nvPr>
        </p:nvSpPr>
        <p:spPr>
          <a:xfrm>
            <a:off x="713225" y="1825650"/>
            <a:ext cx="4568000" cy="14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err="1"/>
              <a:t>Thanks</a:t>
            </a:r>
            <a:r>
              <a:rPr lang="vi-VN" dirty="0"/>
              <a:t>!</a:t>
            </a:r>
            <a:endParaRPr dirty="0"/>
          </a:p>
        </p:txBody>
      </p:sp>
      <p:grpSp>
        <p:nvGrpSpPr>
          <p:cNvPr id="2068" name="Google Shape;2068;p47"/>
          <p:cNvGrpSpPr/>
          <p:nvPr/>
        </p:nvGrpSpPr>
        <p:grpSpPr>
          <a:xfrm>
            <a:off x="5117700" y="1284078"/>
            <a:ext cx="3198308" cy="3109297"/>
            <a:chOff x="5117700" y="1284078"/>
            <a:chExt cx="3198308" cy="3109297"/>
          </a:xfrm>
        </p:grpSpPr>
        <p:grpSp>
          <p:nvGrpSpPr>
            <p:cNvPr id="2069" name="Google Shape;2069;p47"/>
            <p:cNvGrpSpPr/>
            <p:nvPr/>
          </p:nvGrpSpPr>
          <p:grpSpPr>
            <a:xfrm>
              <a:off x="5117700" y="1334265"/>
              <a:ext cx="3198308" cy="3059110"/>
              <a:chOff x="5117700" y="1334265"/>
              <a:chExt cx="3198308" cy="3059110"/>
            </a:xfrm>
          </p:grpSpPr>
          <p:grpSp>
            <p:nvGrpSpPr>
              <p:cNvPr id="2070" name="Google Shape;2070;p47"/>
              <p:cNvGrpSpPr/>
              <p:nvPr/>
            </p:nvGrpSpPr>
            <p:grpSpPr>
              <a:xfrm>
                <a:off x="6884953" y="1334265"/>
                <a:ext cx="1431054" cy="2335624"/>
                <a:chOff x="4086200" y="365075"/>
                <a:chExt cx="2363426" cy="3857348"/>
              </a:xfrm>
            </p:grpSpPr>
            <p:sp>
              <p:nvSpPr>
                <p:cNvPr id="2071" name="Google Shape;2071;p47"/>
                <p:cNvSpPr/>
                <p:nvPr/>
              </p:nvSpPr>
              <p:spPr>
                <a:xfrm>
                  <a:off x="4556187" y="369243"/>
                  <a:ext cx="1878028" cy="1091678"/>
                </a:xfrm>
                <a:custGeom>
                  <a:avLst/>
                  <a:gdLst/>
                  <a:ahLst/>
                  <a:cxnLst/>
                  <a:rect l="l" t="t" r="r" b="b"/>
                  <a:pathLst>
                    <a:path w="9011" h="5238" extrusionOk="0">
                      <a:moveTo>
                        <a:pt x="1137" y="0"/>
                      </a:moveTo>
                      <a:cubicBezTo>
                        <a:pt x="961" y="0"/>
                        <a:pt x="809" y="134"/>
                        <a:pt x="767" y="310"/>
                      </a:cubicBezTo>
                      <a:lnTo>
                        <a:pt x="37" y="4353"/>
                      </a:lnTo>
                      <a:cubicBezTo>
                        <a:pt x="0" y="4542"/>
                        <a:pt x="116" y="4699"/>
                        <a:pt x="287" y="4699"/>
                      </a:cubicBezTo>
                      <a:lnTo>
                        <a:pt x="8123" y="5235"/>
                      </a:lnTo>
                      <a:cubicBezTo>
                        <a:pt x="8136" y="5237"/>
                        <a:pt x="8149" y="5238"/>
                        <a:pt x="8161" y="5238"/>
                      </a:cubicBezTo>
                      <a:cubicBezTo>
                        <a:pt x="8339" y="5238"/>
                        <a:pt x="8490" y="5089"/>
                        <a:pt x="8507" y="4912"/>
                      </a:cubicBezTo>
                      <a:lnTo>
                        <a:pt x="8992" y="596"/>
                      </a:lnTo>
                      <a:cubicBezTo>
                        <a:pt x="9010" y="425"/>
                        <a:pt x="8876" y="268"/>
                        <a:pt x="8701" y="268"/>
                      </a:cubicBezTo>
                      <a:lnTo>
                        <a:pt x="11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7"/>
                <p:cNvSpPr/>
                <p:nvPr/>
              </p:nvSpPr>
              <p:spPr>
                <a:xfrm>
                  <a:off x="4555134" y="365075"/>
                  <a:ext cx="1894492" cy="1104391"/>
                </a:xfrm>
                <a:custGeom>
                  <a:avLst/>
                  <a:gdLst/>
                  <a:ahLst/>
                  <a:cxnLst/>
                  <a:rect l="l" t="t" r="r" b="b"/>
                  <a:pathLst>
                    <a:path w="9090" h="5299" extrusionOk="0">
                      <a:moveTo>
                        <a:pt x="1156" y="57"/>
                      </a:moveTo>
                      <a:lnTo>
                        <a:pt x="8743" y="311"/>
                      </a:lnTo>
                      <a:cubicBezTo>
                        <a:pt x="8895" y="330"/>
                        <a:pt x="9011" y="464"/>
                        <a:pt x="8992" y="616"/>
                      </a:cubicBezTo>
                      <a:lnTo>
                        <a:pt x="8512" y="4909"/>
                      </a:lnTo>
                      <a:cubicBezTo>
                        <a:pt x="8494" y="5091"/>
                        <a:pt x="8359" y="5220"/>
                        <a:pt x="8198" y="5220"/>
                      </a:cubicBezTo>
                      <a:cubicBezTo>
                        <a:pt x="8187" y="5220"/>
                        <a:pt x="8176" y="5220"/>
                        <a:pt x="8165" y="5218"/>
                      </a:cubicBezTo>
                      <a:lnTo>
                        <a:pt x="329" y="4701"/>
                      </a:lnTo>
                      <a:cubicBezTo>
                        <a:pt x="176" y="4678"/>
                        <a:pt x="79" y="4544"/>
                        <a:pt x="98" y="4373"/>
                      </a:cubicBezTo>
                      <a:lnTo>
                        <a:pt x="851" y="330"/>
                      </a:lnTo>
                      <a:cubicBezTo>
                        <a:pt x="869" y="173"/>
                        <a:pt x="1022" y="57"/>
                        <a:pt x="1156" y="57"/>
                      </a:cubicBezTo>
                      <a:close/>
                      <a:moveTo>
                        <a:pt x="1147" y="0"/>
                      </a:moveTo>
                      <a:cubicBezTo>
                        <a:pt x="966" y="0"/>
                        <a:pt x="807" y="146"/>
                        <a:pt x="772" y="330"/>
                      </a:cubicBezTo>
                      <a:lnTo>
                        <a:pt x="42" y="4373"/>
                      </a:lnTo>
                      <a:cubicBezTo>
                        <a:pt x="1" y="4562"/>
                        <a:pt x="116" y="4756"/>
                        <a:pt x="310" y="4756"/>
                      </a:cubicBezTo>
                      <a:lnTo>
                        <a:pt x="8147" y="5297"/>
                      </a:lnTo>
                      <a:cubicBezTo>
                        <a:pt x="8158" y="5298"/>
                        <a:pt x="8169" y="5298"/>
                        <a:pt x="8180" y="5298"/>
                      </a:cubicBezTo>
                      <a:cubicBezTo>
                        <a:pt x="8396" y="5298"/>
                        <a:pt x="8573" y="5130"/>
                        <a:pt x="8590" y="4932"/>
                      </a:cubicBezTo>
                      <a:lnTo>
                        <a:pt x="9071" y="635"/>
                      </a:lnTo>
                      <a:cubicBezTo>
                        <a:pt x="9089" y="427"/>
                        <a:pt x="8955" y="251"/>
                        <a:pt x="8743" y="251"/>
                      </a:cubicBezTo>
                      <a:lnTo>
                        <a:pt x="1179" y="2"/>
                      </a:lnTo>
                      <a:cubicBezTo>
                        <a:pt x="1168" y="1"/>
                        <a:pt x="1158" y="0"/>
                        <a:pt x="11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7"/>
                <p:cNvSpPr/>
                <p:nvPr/>
              </p:nvSpPr>
              <p:spPr>
                <a:xfrm>
                  <a:off x="4330890" y="1504273"/>
                  <a:ext cx="1966604" cy="1261328"/>
                </a:xfrm>
                <a:custGeom>
                  <a:avLst/>
                  <a:gdLst/>
                  <a:ahLst/>
                  <a:cxnLst/>
                  <a:rect l="l" t="t" r="r" b="b"/>
                  <a:pathLst>
                    <a:path w="9436" h="6052" extrusionOk="0">
                      <a:moveTo>
                        <a:pt x="1205" y="0"/>
                      </a:moveTo>
                      <a:cubicBezTo>
                        <a:pt x="1044" y="0"/>
                        <a:pt x="885" y="147"/>
                        <a:pt x="850" y="330"/>
                      </a:cubicBezTo>
                      <a:lnTo>
                        <a:pt x="42" y="4756"/>
                      </a:lnTo>
                      <a:cubicBezTo>
                        <a:pt x="0" y="4951"/>
                        <a:pt x="116" y="5145"/>
                        <a:pt x="310" y="5163"/>
                      </a:cubicBezTo>
                      <a:lnTo>
                        <a:pt x="8474" y="6050"/>
                      </a:lnTo>
                      <a:cubicBezTo>
                        <a:pt x="8484" y="6051"/>
                        <a:pt x="8495" y="6052"/>
                        <a:pt x="8505" y="6052"/>
                      </a:cubicBezTo>
                      <a:cubicBezTo>
                        <a:pt x="8684" y="6052"/>
                        <a:pt x="8859" y="5900"/>
                        <a:pt x="8876" y="5704"/>
                      </a:cubicBezTo>
                      <a:lnTo>
                        <a:pt x="9417" y="968"/>
                      </a:lnTo>
                      <a:cubicBezTo>
                        <a:pt x="9435" y="774"/>
                        <a:pt x="9301" y="598"/>
                        <a:pt x="9107" y="579"/>
                      </a:cubicBezTo>
                      <a:lnTo>
                        <a:pt x="1234" y="2"/>
                      </a:lnTo>
                      <a:cubicBezTo>
                        <a:pt x="1224" y="1"/>
                        <a:pt x="1215" y="0"/>
                        <a:pt x="12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7"/>
                <p:cNvSpPr/>
                <p:nvPr/>
              </p:nvSpPr>
              <p:spPr>
                <a:xfrm>
                  <a:off x="4330879" y="1496562"/>
                  <a:ext cx="1982027" cy="1280502"/>
                </a:xfrm>
                <a:custGeom>
                  <a:avLst/>
                  <a:gdLst/>
                  <a:ahLst/>
                  <a:cxnLst/>
                  <a:rect l="l" t="t" r="r" b="b"/>
                  <a:pathLst>
                    <a:path w="9510" h="6144" extrusionOk="0">
                      <a:moveTo>
                        <a:pt x="1219" y="78"/>
                      </a:moveTo>
                      <a:cubicBezTo>
                        <a:pt x="1230" y="78"/>
                        <a:pt x="1241" y="79"/>
                        <a:pt x="1252" y="80"/>
                      </a:cubicBezTo>
                      <a:lnTo>
                        <a:pt x="9144" y="658"/>
                      </a:lnTo>
                      <a:cubicBezTo>
                        <a:pt x="9320" y="658"/>
                        <a:pt x="9435" y="811"/>
                        <a:pt x="9417" y="1005"/>
                      </a:cubicBezTo>
                      <a:lnTo>
                        <a:pt x="8876" y="5741"/>
                      </a:lnTo>
                      <a:cubicBezTo>
                        <a:pt x="8859" y="5918"/>
                        <a:pt x="8720" y="6047"/>
                        <a:pt x="8546" y="6047"/>
                      </a:cubicBezTo>
                      <a:cubicBezTo>
                        <a:pt x="8535" y="6047"/>
                        <a:pt x="8523" y="6047"/>
                        <a:pt x="8511" y="6046"/>
                      </a:cubicBezTo>
                      <a:lnTo>
                        <a:pt x="347" y="5163"/>
                      </a:lnTo>
                      <a:cubicBezTo>
                        <a:pt x="194" y="5140"/>
                        <a:pt x="79" y="4969"/>
                        <a:pt x="116" y="4793"/>
                      </a:cubicBezTo>
                      <a:lnTo>
                        <a:pt x="924" y="367"/>
                      </a:lnTo>
                      <a:cubicBezTo>
                        <a:pt x="959" y="209"/>
                        <a:pt x="1080" y="78"/>
                        <a:pt x="1219" y="78"/>
                      </a:cubicBezTo>
                      <a:close/>
                      <a:moveTo>
                        <a:pt x="1242" y="1"/>
                      </a:moveTo>
                      <a:cubicBezTo>
                        <a:pt x="1060" y="1"/>
                        <a:pt x="904" y="164"/>
                        <a:pt x="869" y="348"/>
                      </a:cubicBezTo>
                      <a:lnTo>
                        <a:pt x="37" y="4775"/>
                      </a:lnTo>
                      <a:cubicBezTo>
                        <a:pt x="0" y="5006"/>
                        <a:pt x="134" y="5200"/>
                        <a:pt x="328" y="5237"/>
                      </a:cubicBezTo>
                      <a:lnTo>
                        <a:pt x="8511" y="6143"/>
                      </a:lnTo>
                      <a:cubicBezTo>
                        <a:pt x="8522" y="6144"/>
                        <a:pt x="8532" y="6144"/>
                        <a:pt x="8543" y="6144"/>
                      </a:cubicBezTo>
                      <a:cubicBezTo>
                        <a:pt x="8744" y="6144"/>
                        <a:pt x="8933" y="5978"/>
                        <a:pt x="8955" y="5741"/>
                      </a:cubicBezTo>
                      <a:lnTo>
                        <a:pt x="9491" y="1005"/>
                      </a:lnTo>
                      <a:cubicBezTo>
                        <a:pt x="9509" y="792"/>
                        <a:pt x="9357" y="598"/>
                        <a:pt x="9144" y="579"/>
                      </a:cubicBezTo>
                      <a:lnTo>
                        <a:pt x="1271" y="2"/>
                      </a:lnTo>
                      <a:cubicBezTo>
                        <a:pt x="1261" y="1"/>
                        <a:pt x="1252" y="1"/>
                        <a:pt x="124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7"/>
                <p:cNvSpPr/>
                <p:nvPr/>
              </p:nvSpPr>
              <p:spPr>
                <a:xfrm>
                  <a:off x="4086211" y="2748512"/>
                  <a:ext cx="2062892" cy="1466200"/>
                </a:xfrm>
                <a:custGeom>
                  <a:avLst/>
                  <a:gdLst/>
                  <a:ahLst/>
                  <a:cxnLst/>
                  <a:rect l="l" t="t" r="r" b="b"/>
                  <a:pathLst>
                    <a:path w="9898" h="7035" extrusionOk="0">
                      <a:moveTo>
                        <a:pt x="1299" y="0"/>
                      </a:moveTo>
                      <a:cubicBezTo>
                        <a:pt x="1119" y="0"/>
                        <a:pt x="964" y="147"/>
                        <a:pt x="925" y="348"/>
                      </a:cubicBezTo>
                      <a:lnTo>
                        <a:pt x="42" y="5218"/>
                      </a:lnTo>
                      <a:cubicBezTo>
                        <a:pt x="0" y="5449"/>
                        <a:pt x="116" y="5643"/>
                        <a:pt x="310" y="5680"/>
                      </a:cubicBezTo>
                      <a:lnTo>
                        <a:pt x="8840" y="7030"/>
                      </a:lnTo>
                      <a:cubicBezTo>
                        <a:pt x="8859" y="7033"/>
                        <a:pt x="8878" y="7035"/>
                        <a:pt x="8897" y="7035"/>
                      </a:cubicBezTo>
                      <a:cubicBezTo>
                        <a:pt x="9085" y="7035"/>
                        <a:pt x="9243" y="6872"/>
                        <a:pt x="9260" y="6641"/>
                      </a:cubicBezTo>
                      <a:lnTo>
                        <a:pt x="9861" y="1406"/>
                      </a:lnTo>
                      <a:cubicBezTo>
                        <a:pt x="9898" y="1194"/>
                        <a:pt x="9745" y="981"/>
                        <a:pt x="9551" y="963"/>
                      </a:cubicBezTo>
                      <a:lnTo>
                        <a:pt x="1331" y="2"/>
                      </a:lnTo>
                      <a:cubicBezTo>
                        <a:pt x="1321" y="1"/>
                        <a:pt x="1310" y="0"/>
                        <a:pt x="12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7"/>
                <p:cNvSpPr/>
                <p:nvPr/>
              </p:nvSpPr>
              <p:spPr>
                <a:xfrm>
                  <a:off x="4086200" y="2740592"/>
                  <a:ext cx="2078314" cy="1481831"/>
                </a:xfrm>
                <a:custGeom>
                  <a:avLst/>
                  <a:gdLst/>
                  <a:ahLst/>
                  <a:cxnLst/>
                  <a:rect l="l" t="t" r="r" b="b"/>
                  <a:pathLst>
                    <a:path w="9972" h="7110" extrusionOk="0">
                      <a:moveTo>
                        <a:pt x="1321" y="75"/>
                      </a:moveTo>
                      <a:cubicBezTo>
                        <a:pt x="1330" y="75"/>
                        <a:pt x="1340" y="75"/>
                        <a:pt x="1350" y="77"/>
                      </a:cubicBezTo>
                      <a:lnTo>
                        <a:pt x="9570" y="1042"/>
                      </a:lnTo>
                      <a:cubicBezTo>
                        <a:pt x="9759" y="1061"/>
                        <a:pt x="9898" y="1232"/>
                        <a:pt x="9856" y="1444"/>
                      </a:cubicBezTo>
                      <a:lnTo>
                        <a:pt x="9260" y="6679"/>
                      </a:lnTo>
                      <a:cubicBezTo>
                        <a:pt x="9243" y="6878"/>
                        <a:pt x="9088" y="7028"/>
                        <a:pt x="8914" y="7028"/>
                      </a:cubicBezTo>
                      <a:cubicBezTo>
                        <a:pt x="8901" y="7028"/>
                        <a:pt x="8889" y="7027"/>
                        <a:pt x="8877" y="7026"/>
                      </a:cubicBezTo>
                      <a:lnTo>
                        <a:pt x="347" y="5681"/>
                      </a:lnTo>
                      <a:cubicBezTo>
                        <a:pt x="171" y="5640"/>
                        <a:pt x="79" y="5469"/>
                        <a:pt x="116" y="5256"/>
                      </a:cubicBezTo>
                      <a:lnTo>
                        <a:pt x="1003" y="386"/>
                      </a:lnTo>
                      <a:cubicBezTo>
                        <a:pt x="1038" y="204"/>
                        <a:pt x="1174" y="75"/>
                        <a:pt x="1321" y="75"/>
                      </a:cubicBezTo>
                      <a:close/>
                      <a:moveTo>
                        <a:pt x="1334" y="1"/>
                      </a:moveTo>
                      <a:cubicBezTo>
                        <a:pt x="1152" y="1"/>
                        <a:pt x="977" y="169"/>
                        <a:pt x="925" y="386"/>
                      </a:cubicBezTo>
                      <a:lnTo>
                        <a:pt x="37" y="5256"/>
                      </a:lnTo>
                      <a:cubicBezTo>
                        <a:pt x="1" y="5506"/>
                        <a:pt x="135" y="5737"/>
                        <a:pt x="329" y="5755"/>
                      </a:cubicBezTo>
                      <a:lnTo>
                        <a:pt x="8877" y="7104"/>
                      </a:lnTo>
                      <a:cubicBezTo>
                        <a:pt x="8898" y="7108"/>
                        <a:pt x="8919" y="7110"/>
                        <a:pt x="8939" y="7110"/>
                      </a:cubicBezTo>
                      <a:cubicBezTo>
                        <a:pt x="9145" y="7110"/>
                        <a:pt x="9324" y="6946"/>
                        <a:pt x="9357" y="6703"/>
                      </a:cubicBezTo>
                      <a:lnTo>
                        <a:pt x="9935" y="1444"/>
                      </a:lnTo>
                      <a:cubicBezTo>
                        <a:pt x="9972" y="1213"/>
                        <a:pt x="9819" y="982"/>
                        <a:pt x="9588" y="964"/>
                      </a:cubicBezTo>
                      <a:lnTo>
                        <a:pt x="1368" y="3"/>
                      </a:lnTo>
                      <a:cubicBezTo>
                        <a:pt x="1357" y="1"/>
                        <a:pt x="1345" y="1"/>
                        <a:pt x="133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7"/>
                <p:cNvSpPr/>
                <p:nvPr/>
              </p:nvSpPr>
              <p:spPr>
                <a:xfrm>
                  <a:off x="4804618" y="485747"/>
                  <a:ext cx="1529349" cy="185489"/>
                </a:xfrm>
                <a:custGeom>
                  <a:avLst/>
                  <a:gdLst/>
                  <a:ahLst/>
                  <a:cxnLst/>
                  <a:rect l="l" t="t" r="r" b="b"/>
                  <a:pathLst>
                    <a:path w="7338" h="890" extrusionOk="0">
                      <a:moveTo>
                        <a:pt x="365" y="0"/>
                      </a:moveTo>
                      <a:cubicBezTo>
                        <a:pt x="213" y="0"/>
                        <a:pt x="61" y="134"/>
                        <a:pt x="37" y="287"/>
                      </a:cubicBezTo>
                      <a:cubicBezTo>
                        <a:pt x="0" y="462"/>
                        <a:pt x="97" y="596"/>
                        <a:pt x="268" y="615"/>
                      </a:cubicBezTo>
                      <a:lnTo>
                        <a:pt x="6950" y="887"/>
                      </a:lnTo>
                      <a:cubicBezTo>
                        <a:pt x="6962" y="889"/>
                        <a:pt x="6974" y="889"/>
                        <a:pt x="6985" y="889"/>
                      </a:cubicBezTo>
                      <a:cubicBezTo>
                        <a:pt x="7162" y="889"/>
                        <a:pt x="7297" y="760"/>
                        <a:pt x="7315" y="578"/>
                      </a:cubicBezTo>
                      <a:cubicBezTo>
                        <a:pt x="7338" y="402"/>
                        <a:pt x="7222" y="268"/>
                        <a:pt x="7028" y="268"/>
                      </a:cubicBezTo>
                      <a:lnTo>
                        <a:pt x="3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7"/>
                <p:cNvSpPr/>
                <p:nvPr/>
              </p:nvSpPr>
              <p:spPr>
                <a:xfrm>
                  <a:off x="4804606" y="481579"/>
                  <a:ext cx="1544772" cy="196952"/>
                </a:xfrm>
                <a:custGeom>
                  <a:avLst/>
                  <a:gdLst/>
                  <a:ahLst/>
                  <a:cxnLst/>
                  <a:rect l="l" t="t" r="r" b="b"/>
                  <a:pathLst>
                    <a:path w="7412" h="945" extrusionOk="0">
                      <a:moveTo>
                        <a:pt x="402" y="57"/>
                      </a:moveTo>
                      <a:lnTo>
                        <a:pt x="7065" y="307"/>
                      </a:lnTo>
                      <a:cubicBezTo>
                        <a:pt x="7218" y="330"/>
                        <a:pt x="7333" y="445"/>
                        <a:pt x="7315" y="598"/>
                      </a:cubicBezTo>
                      <a:cubicBezTo>
                        <a:pt x="7298" y="741"/>
                        <a:pt x="7179" y="868"/>
                        <a:pt x="7034" y="868"/>
                      </a:cubicBezTo>
                      <a:cubicBezTo>
                        <a:pt x="7025" y="868"/>
                        <a:pt x="7015" y="867"/>
                        <a:pt x="7005" y="866"/>
                      </a:cubicBezTo>
                      <a:lnTo>
                        <a:pt x="305" y="598"/>
                      </a:lnTo>
                      <a:cubicBezTo>
                        <a:pt x="171" y="598"/>
                        <a:pt x="74" y="464"/>
                        <a:pt x="98" y="307"/>
                      </a:cubicBezTo>
                      <a:cubicBezTo>
                        <a:pt x="134" y="173"/>
                        <a:pt x="268" y="57"/>
                        <a:pt x="402" y="57"/>
                      </a:cubicBezTo>
                      <a:close/>
                      <a:moveTo>
                        <a:pt x="390" y="0"/>
                      </a:moveTo>
                      <a:cubicBezTo>
                        <a:pt x="214" y="0"/>
                        <a:pt x="72" y="145"/>
                        <a:pt x="37" y="307"/>
                      </a:cubicBezTo>
                      <a:cubicBezTo>
                        <a:pt x="0" y="501"/>
                        <a:pt x="116" y="653"/>
                        <a:pt x="287" y="653"/>
                      </a:cubicBezTo>
                      <a:lnTo>
                        <a:pt x="6987" y="944"/>
                      </a:lnTo>
                      <a:cubicBezTo>
                        <a:pt x="7181" y="944"/>
                        <a:pt x="7375" y="810"/>
                        <a:pt x="7393" y="616"/>
                      </a:cubicBezTo>
                      <a:cubicBezTo>
                        <a:pt x="7412" y="404"/>
                        <a:pt x="7278" y="251"/>
                        <a:pt x="7084" y="251"/>
                      </a:cubicBezTo>
                      <a:lnTo>
                        <a:pt x="421" y="2"/>
                      </a:lnTo>
                      <a:cubicBezTo>
                        <a:pt x="410" y="1"/>
                        <a:pt x="400" y="0"/>
                        <a:pt x="39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7"/>
                <p:cNvSpPr/>
                <p:nvPr/>
              </p:nvSpPr>
              <p:spPr>
                <a:xfrm>
                  <a:off x="4600371" y="1637033"/>
                  <a:ext cx="950789" cy="204872"/>
                </a:xfrm>
                <a:custGeom>
                  <a:avLst/>
                  <a:gdLst/>
                  <a:ahLst/>
                  <a:cxnLst/>
                  <a:rect l="l" t="t" r="r" b="b"/>
                  <a:pathLst>
                    <a:path w="4562" h="983" extrusionOk="0">
                      <a:moveTo>
                        <a:pt x="352" y="1"/>
                      </a:moveTo>
                      <a:cubicBezTo>
                        <a:pt x="190" y="1"/>
                        <a:pt x="54" y="130"/>
                        <a:pt x="19" y="307"/>
                      </a:cubicBezTo>
                      <a:cubicBezTo>
                        <a:pt x="1" y="483"/>
                        <a:pt x="93" y="636"/>
                        <a:pt x="269" y="654"/>
                      </a:cubicBezTo>
                      <a:lnTo>
                        <a:pt x="4178" y="982"/>
                      </a:lnTo>
                      <a:cubicBezTo>
                        <a:pt x="4349" y="982"/>
                        <a:pt x="4506" y="848"/>
                        <a:pt x="4543" y="654"/>
                      </a:cubicBezTo>
                      <a:cubicBezTo>
                        <a:pt x="4561" y="483"/>
                        <a:pt x="4446" y="307"/>
                        <a:pt x="4275" y="289"/>
                      </a:cubicBezTo>
                      <a:lnTo>
                        <a:pt x="384" y="3"/>
                      </a:lnTo>
                      <a:cubicBezTo>
                        <a:pt x="374" y="1"/>
                        <a:pt x="363" y="1"/>
                        <a:pt x="3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7"/>
                <p:cNvSpPr/>
                <p:nvPr/>
              </p:nvSpPr>
              <p:spPr>
                <a:xfrm>
                  <a:off x="4599526" y="1628488"/>
                  <a:ext cx="967046" cy="221962"/>
                </a:xfrm>
                <a:custGeom>
                  <a:avLst/>
                  <a:gdLst/>
                  <a:ahLst/>
                  <a:cxnLst/>
                  <a:rect l="l" t="t" r="r" b="b"/>
                  <a:pathLst>
                    <a:path w="4640" h="1065" extrusionOk="0">
                      <a:moveTo>
                        <a:pt x="393" y="79"/>
                      </a:moveTo>
                      <a:cubicBezTo>
                        <a:pt x="404" y="79"/>
                        <a:pt x="415" y="79"/>
                        <a:pt x="425" y="80"/>
                      </a:cubicBezTo>
                      <a:lnTo>
                        <a:pt x="4316" y="372"/>
                      </a:lnTo>
                      <a:cubicBezTo>
                        <a:pt x="4468" y="390"/>
                        <a:pt x="4565" y="524"/>
                        <a:pt x="4547" y="695"/>
                      </a:cubicBezTo>
                      <a:cubicBezTo>
                        <a:pt x="4524" y="871"/>
                        <a:pt x="4371" y="986"/>
                        <a:pt x="4219" y="986"/>
                      </a:cubicBezTo>
                      <a:lnTo>
                        <a:pt x="310" y="658"/>
                      </a:lnTo>
                      <a:cubicBezTo>
                        <a:pt x="157" y="640"/>
                        <a:pt x="79" y="506"/>
                        <a:pt x="97" y="348"/>
                      </a:cubicBezTo>
                      <a:cubicBezTo>
                        <a:pt x="132" y="190"/>
                        <a:pt x="254" y="79"/>
                        <a:pt x="393" y="79"/>
                      </a:cubicBezTo>
                      <a:close/>
                      <a:moveTo>
                        <a:pt x="397" y="0"/>
                      </a:moveTo>
                      <a:cubicBezTo>
                        <a:pt x="230" y="0"/>
                        <a:pt x="59" y="152"/>
                        <a:pt x="42" y="348"/>
                      </a:cubicBezTo>
                      <a:cubicBezTo>
                        <a:pt x="0" y="543"/>
                        <a:pt x="116" y="718"/>
                        <a:pt x="310" y="737"/>
                      </a:cubicBezTo>
                      <a:lnTo>
                        <a:pt x="4200" y="1065"/>
                      </a:lnTo>
                      <a:cubicBezTo>
                        <a:pt x="4408" y="1065"/>
                        <a:pt x="4584" y="908"/>
                        <a:pt x="4621" y="695"/>
                      </a:cubicBezTo>
                      <a:cubicBezTo>
                        <a:pt x="4639" y="506"/>
                        <a:pt x="4505" y="312"/>
                        <a:pt x="4316" y="312"/>
                      </a:cubicBezTo>
                      <a:lnTo>
                        <a:pt x="425" y="2"/>
                      </a:lnTo>
                      <a:cubicBezTo>
                        <a:pt x="416" y="1"/>
                        <a:pt x="407" y="0"/>
                        <a:pt x="39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7"/>
                <p:cNvSpPr/>
                <p:nvPr/>
              </p:nvSpPr>
              <p:spPr>
                <a:xfrm>
                  <a:off x="4371323" y="2900447"/>
                  <a:ext cx="994973" cy="258018"/>
                </a:xfrm>
                <a:custGeom>
                  <a:avLst/>
                  <a:gdLst/>
                  <a:ahLst/>
                  <a:cxnLst/>
                  <a:rect l="l" t="t" r="r" b="b"/>
                  <a:pathLst>
                    <a:path w="4774" h="1238" extrusionOk="0">
                      <a:moveTo>
                        <a:pt x="393" y="1"/>
                      </a:moveTo>
                      <a:cubicBezTo>
                        <a:pt x="229" y="1"/>
                        <a:pt x="76" y="130"/>
                        <a:pt x="37" y="312"/>
                      </a:cubicBezTo>
                      <a:cubicBezTo>
                        <a:pt x="0" y="525"/>
                        <a:pt x="116" y="696"/>
                        <a:pt x="291" y="714"/>
                      </a:cubicBezTo>
                      <a:lnTo>
                        <a:pt x="4353" y="1236"/>
                      </a:lnTo>
                      <a:cubicBezTo>
                        <a:pt x="4363" y="1237"/>
                        <a:pt x="4374" y="1238"/>
                        <a:pt x="4384" y="1238"/>
                      </a:cubicBezTo>
                      <a:cubicBezTo>
                        <a:pt x="4561" y="1238"/>
                        <a:pt x="4719" y="1092"/>
                        <a:pt x="4736" y="908"/>
                      </a:cubicBezTo>
                      <a:cubicBezTo>
                        <a:pt x="4773" y="696"/>
                        <a:pt x="4639" y="506"/>
                        <a:pt x="4468" y="483"/>
                      </a:cubicBezTo>
                      <a:lnTo>
                        <a:pt x="425" y="3"/>
                      </a:lnTo>
                      <a:cubicBezTo>
                        <a:pt x="414" y="2"/>
                        <a:pt x="404" y="1"/>
                        <a:pt x="3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7"/>
                <p:cNvSpPr/>
                <p:nvPr/>
              </p:nvSpPr>
              <p:spPr>
                <a:xfrm>
                  <a:off x="4371312" y="2892110"/>
                  <a:ext cx="1011230" cy="274066"/>
                </a:xfrm>
                <a:custGeom>
                  <a:avLst/>
                  <a:gdLst/>
                  <a:ahLst/>
                  <a:cxnLst/>
                  <a:rect l="l" t="t" r="r" b="b"/>
                  <a:pathLst>
                    <a:path w="4852" h="1315" extrusionOk="0">
                      <a:moveTo>
                        <a:pt x="404" y="81"/>
                      </a:moveTo>
                      <a:cubicBezTo>
                        <a:pt x="417" y="81"/>
                        <a:pt x="430" y="82"/>
                        <a:pt x="444" y="84"/>
                      </a:cubicBezTo>
                      <a:lnTo>
                        <a:pt x="4505" y="565"/>
                      </a:lnTo>
                      <a:cubicBezTo>
                        <a:pt x="4658" y="583"/>
                        <a:pt x="4773" y="754"/>
                        <a:pt x="4736" y="930"/>
                      </a:cubicBezTo>
                      <a:cubicBezTo>
                        <a:pt x="4719" y="1112"/>
                        <a:pt x="4580" y="1241"/>
                        <a:pt x="4437" y="1241"/>
                      </a:cubicBezTo>
                      <a:cubicBezTo>
                        <a:pt x="4427" y="1241"/>
                        <a:pt x="4418" y="1241"/>
                        <a:pt x="4408" y="1239"/>
                      </a:cubicBezTo>
                      <a:lnTo>
                        <a:pt x="328" y="717"/>
                      </a:lnTo>
                      <a:cubicBezTo>
                        <a:pt x="171" y="699"/>
                        <a:pt x="74" y="546"/>
                        <a:pt x="116" y="371"/>
                      </a:cubicBezTo>
                      <a:cubicBezTo>
                        <a:pt x="133" y="193"/>
                        <a:pt x="262" y="81"/>
                        <a:pt x="404" y="81"/>
                      </a:cubicBezTo>
                      <a:close/>
                      <a:moveTo>
                        <a:pt x="409" y="1"/>
                      </a:moveTo>
                      <a:cubicBezTo>
                        <a:pt x="234" y="1"/>
                        <a:pt x="71" y="159"/>
                        <a:pt x="37" y="352"/>
                      </a:cubicBezTo>
                      <a:cubicBezTo>
                        <a:pt x="0" y="583"/>
                        <a:pt x="134" y="777"/>
                        <a:pt x="328" y="796"/>
                      </a:cubicBezTo>
                      <a:lnTo>
                        <a:pt x="4390" y="1313"/>
                      </a:lnTo>
                      <a:cubicBezTo>
                        <a:pt x="4401" y="1314"/>
                        <a:pt x="4413" y="1315"/>
                        <a:pt x="4425" y="1315"/>
                      </a:cubicBezTo>
                      <a:cubicBezTo>
                        <a:pt x="4623" y="1315"/>
                        <a:pt x="4793" y="1167"/>
                        <a:pt x="4810" y="948"/>
                      </a:cubicBezTo>
                      <a:cubicBezTo>
                        <a:pt x="4852" y="717"/>
                        <a:pt x="4718" y="505"/>
                        <a:pt x="4505" y="486"/>
                      </a:cubicBezTo>
                      <a:lnTo>
                        <a:pt x="462" y="6"/>
                      </a:lnTo>
                      <a:cubicBezTo>
                        <a:pt x="444" y="2"/>
                        <a:pt x="426" y="1"/>
                        <a:pt x="4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7"/>
                <p:cNvSpPr/>
                <p:nvPr/>
              </p:nvSpPr>
              <p:spPr>
                <a:xfrm>
                  <a:off x="4772730" y="677906"/>
                  <a:ext cx="1537269" cy="193618"/>
                </a:xfrm>
                <a:custGeom>
                  <a:avLst/>
                  <a:gdLst/>
                  <a:ahLst/>
                  <a:cxnLst/>
                  <a:rect l="l" t="t" r="r" b="b"/>
                  <a:pathLst>
                    <a:path w="7376" h="929" extrusionOk="0">
                      <a:moveTo>
                        <a:pt x="338" y="1"/>
                      </a:moveTo>
                      <a:cubicBezTo>
                        <a:pt x="194" y="1"/>
                        <a:pt x="54" y="129"/>
                        <a:pt x="19" y="289"/>
                      </a:cubicBezTo>
                      <a:cubicBezTo>
                        <a:pt x="1" y="446"/>
                        <a:pt x="98" y="598"/>
                        <a:pt x="250" y="598"/>
                      </a:cubicBezTo>
                      <a:lnTo>
                        <a:pt x="6987" y="927"/>
                      </a:lnTo>
                      <a:cubicBezTo>
                        <a:pt x="6999" y="928"/>
                        <a:pt x="7011" y="928"/>
                        <a:pt x="7023" y="928"/>
                      </a:cubicBezTo>
                      <a:cubicBezTo>
                        <a:pt x="7200" y="928"/>
                        <a:pt x="7335" y="799"/>
                        <a:pt x="7352" y="617"/>
                      </a:cubicBezTo>
                      <a:cubicBezTo>
                        <a:pt x="7375" y="446"/>
                        <a:pt x="7260" y="289"/>
                        <a:pt x="7066" y="289"/>
                      </a:cubicBezTo>
                      <a:lnTo>
                        <a:pt x="366" y="2"/>
                      </a:lnTo>
                      <a:cubicBezTo>
                        <a:pt x="357" y="1"/>
                        <a:pt x="347" y="1"/>
                        <a:pt x="3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7"/>
                <p:cNvSpPr/>
                <p:nvPr/>
              </p:nvSpPr>
              <p:spPr>
                <a:xfrm>
                  <a:off x="4771885" y="670195"/>
                  <a:ext cx="1553525" cy="209040"/>
                </a:xfrm>
                <a:custGeom>
                  <a:avLst/>
                  <a:gdLst/>
                  <a:ahLst/>
                  <a:cxnLst/>
                  <a:rect l="l" t="t" r="r" b="b"/>
                  <a:pathLst>
                    <a:path w="7454" h="1003" extrusionOk="0">
                      <a:moveTo>
                        <a:pt x="407" y="58"/>
                      </a:moveTo>
                      <a:lnTo>
                        <a:pt x="7107" y="367"/>
                      </a:lnTo>
                      <a:cubicBezTo>
                        <a:pt x="7259" y="367"/>
                        <a:pt x="7375" y="501"/>
                        <a:pt x="7356" y="654"/>
                      </a:cubicBezTo>
                      <a:cubicBezTo>
                        <a:pt x="7339" y="801"/>
                        <a:pt x="7220" y="928"/>
                        <a:pt x="7076" y="928"/>
                      </a:cubicBezTo>
                      <a:cubicBezTo>
                        <a:pt x="7066" y="928"/>
                        <a:pt x="7057" y="928"/>
                        <a:pt x="7047" y="927"/>
                      </a:cubicBezTo>
                      <a:lnTo>
                        <a:pt x="310" y="599"/>
                      </a:lnTo>
                      <a:cubicBezTo>
                        <a:pt x="157" y="599"/>
                        <a:pt x="60" y="483"/>
                        <a:pt x="97" y="326"/>
                      </a:cubicBezTo>
                      <a:cubicBezTo>
                        <a:pt x="116" y="173"/>
                        <a:pt x="255" y="58"/>
                        <a:pt x="407" y="58"/>
                      </a:cubicBezTo>
                      <a:close/>
                      <a:moveTo>
                        <a:pt x="372" y="0"/>
                      </a:moveTo>
                      <a:cubicBezTo>
                        <a:pt x="209" y="0"/>
                        <a:pt x="58" y="149"/>
                        <a:pt x="23" y="326"/>
                      </a:cubicBezTo>
                      <a:cubicBezTo>
                        <a:pt x="0" y="501"/>
                        <a:pt x="116" y="672"/>
                        <a:pt x="291" y="672"/>
                      </a:cubicBezTo>
                      <a:lnTo>
                        <a:pt x="7028" y="1001"/>
                      </a:lnTo>
                      <a:cubicBezTo>
                        <a:pt x="7040" y="1002"/>
                        <a:pt x="7052" y="1002"/>
                        <a:pt x="7063" y="1002"/>
                      </a:cubicBezTo>
                      <a:cubicBezTo>
                        <a:pt x="7260" y="1002"/>
                        <a:pt x="7417" y="855"/>
                        <a:pt x="7435" y="654"/>
                      </a:cubicBezTo>
                      <a:cubicBezTo>
                        <a:pt x="7453" y="465"/>
                        <a:pt x="7319" y="307"/>
                        <a:pt x="7125" y="289"/>
                      </a:cubicBezTo>
                      <a:lnTo>
                        <a:pt x="407" y="2"/>
                      </a:lnTo>
                      <a:cubicBezTo>
                        <a:pt x="395" y="1"/>
                        <a:pt x="384" y="0"/>
                        <a:pt x="37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7"/>
                <p:cNvSpPr/>
                <p:nvPr/>
              </p:nvSpPr>
              <p:spPr>
                <a:xfrm>
                  <a:off x="4559938" y="1845032"/>
                  <a:ext cx="963294" cy="209874"/>
                </a:xfrm>
                <a:custGeom>
                  <a:avLst/>
                  <a:gdLst/>
                  <a:ahLst/>
                  <a:cxnLst/>
                  <a:rect l="l" t="t" r="r" b="b"/>
                  <a:pathLst>
                    <a:path w="4622" h="1007" extrusionOk="0">
                      <a:moveTo>
                        <a:pt x="371" y="1"/>
                      </a:moveTo>
                      <a:cubicBezTo>
                        <a:pt x="213" y="1"/>
                        <a:pt x="77" y="129"/>
                        <a:pt x="38" y="294"/>
                      </a:cubicBezTo>
                      <a:cubicBezTo>
                        <a:pt x="1" y="488"/>
                        <a:pt x="116" y="640"/>
                        <a:pt x="287" y="659"/>
                      </a:cubicBezTo>
                      <a:lnTo>
                        <a:pt x="4215" y="1005"/>
                      </a:lnTo>
                      <a:cubicBezTo>
                        <a:pt x="4226" y="1006"/>
                        <a:pt x="4236" y="1007"/>
                        <a:pt x="4247" y="1007"/>
                      </a:cubicBezTo>
                      <a:cubicBezTo>
                        <a:pt x="4411" y="1007"/>
                        <a:pt x="4563" y="878"/>
                        <a:pt x="4584" y="696"/>
                      </a:cubicBezTo>
                      <a:cubicBezTo>
                        <a:pt x="4621" y="506"/>
                        <a:pt x="4487" y="331"/>
                        <a:pt x="4312" y="331"/>
                      </a:cubicBezTo>
                      <a:lnTo>
                        <a:pt x="403" y="3"/>
                      </a:lnTo>
                      <a:cubicBezTo>
                        <a:pt x="392" y="1"/>
                        <a:pt x="382" y="1"/>
                        <a:pt x="3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7"/>
                <p:cNvSpPr/>
                <p:nvPr/>
              </p:nvSpPr>
              <p:spPr>
                <a:xfrm>
                  <a:off x="4559927" y="1837529"/>
                  <a:ext cx="978717" cy="225297"/>
                </a:xfrm>
                <a:custGeom>
                  <a:avLst/>
                  <a:gdLst/>
                  <a:ahLst/>
                  <a:cxnLst/>
                  <a:rect l="l" t="t" r="r" b="b"/>
                  <a:pathLst>
                    <a:path w="4696" h="1081" extrusionOk="0">
                      <a:moveTo>
                        <a:pt x="421" y="62"/>
                      </a:moveTo>
                      <a:lnTo>
                        <a:pt x="4349" y="408"/>
                      </a:lnTo>
                      <a:cubicBezTo>
                        <a:pt x="4506" y="408"/>
                        <a:pt x="4621" y="561"/>
                        <a:pt x="4580" y="732"/>
                      </a:cubicBezTo>
                      <a:cubicBezTo>
                        <a:pt x="4563" y="895"/>
                        <a:pt x="4446" y="1006"/>
                        <a:pt x="4288" y="1006"/>
                      </a:cubicBezTo>
                      <a:cubicBezTo>
                        <a:pt x="4276" y="1006"/>
                        <a:pt x="4264" y="1006"/>
                        <a:pt x="4252" y="1004"/>
                      </a:cubicBezTo>
                      <a:lnTo>
                        <a:pt x="324" y="658"/>
                      </a:lnTo>
                      <a:cubicBezTo>
                        <a:pt x="172" y="658"/>
                        <a:pt x="75" y="501"/>
                        <a:pt x="116" y="348"/>
                      </a:cubicBezTo>
                      <a:cubicBezTo>
                        <a:pt x="135" y="177"/>
                        <a:pt x="287" y="62"/>
                        <a:pt x="421" y="62"/>
                      </a:cubicBezTo>
                      <a:close/>
                      <a:moveTo>
                        <a:pt x="411" y="0"/>
                      </a:moveTo>
                      <a:cubicBezTo>
                        <a:pt x="248" y="0"/>
                        <a:pt x="73" y="146"/>
                        <a:pt x="38" y="330"/>
                      </a:cubicBezTo>
                      <a:cubicBezTo>
                        <a:pt x="1" y="542"/>
                        <a:pt x="135" y="713"/>
                        <a:pt x="306" y="732"/>
                      </a:cubicBezTo>
                      <a:lnTo>
                        <a:pt x="4252" y="1078"/>
                      </a:lnTo>
                      <a:cubicBezTo>
                        <a:pt x="4265" y="1080"/>
                        <a:pt x="4277" y="1080"/>
                        <a:pt x="4290" y="1080"/>
                      </a:cubicBezTo>
                      <a:cubicBezTo>
                        <a:pt x="4471" y="1080"/>
                        <a:pt x="4641" y="930"/>
                        <a:pt x="4658" y="732"/>
                      </a:cubicBezTo>
                      <a:cubicBezTo>
                        <a:pt x="4695" y="524"/>
                        <a:pt x="4561" y="348"/>
                        <a:pt x="4349" y="330"/>
                      </a:cubicBezTo>
                      <a:lnTo>
                        <a:pt x="440" y="2"/>
                      </a:lnTo>
                      <a:cubicBezTo>
                        <a:pt x="430" y="1"/>
                        <a:pt x="421" y="0"/>
                        <a:pt x="41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7"/>
                <p:cNvSpPr/>
                <p:nvPr/>
              </p:nvSpPr>
              <p:spPr>
                <a:xfrm>
                  <a:off x="4330890" y="3125744"/>
                  <a:ext cx="1003518" cy="270523"/>
                </a:xfrm>
                <a:custGeom>
                  <a:avLst/>
                  <a:gdLst/>
                  <a:ahLst/>
                  <a:cxnLst/>
                  <a:rect l="l" t="t" r="r" b="b"/>
                  <a:pathLst>
                    <a:path w="4815" h="1298" extrusionOk="0">
                      <a:moveTo>
                        <a:pt x="387" y="1"/>
                      </a:moveTo>
                      <a:cubicBezTo>
                        <a:pt x="212" y="1"/>
                        <a:pt x="76" y="149"/>
                        <a:pt x="42" y="326"/>
                      </a:cubicBezTo>
                      <a:cubicBezTo>
                        <a:pt x="0" y="539"/>
                        <a:pt x="116" y="714"/>
                        <a:pt x="291" y="751"/>
                      </a:cubicBezTo>
                      <a:lnTo>
                        <a:pt x="4390" y="1292"/>
                      </a:lnTo>
                      <a:cubicBezTo>
                        <a:pt x="4407" y="1296"/>
                        <a:pt x="4425" y="1298"/>
                        <a:pt x="4443" y="1298"/>
                      </a:cubicBezTo>
                      <a:cubicBezTo>
                        <a:pt x="4598" y="1298"/>
                        <a:pt x="4740" y="1155"/>
                        <a:pt x="4778" y="964"/>
                      </a:cubicBezTo>
                      <a:cubicBezTo>
                        <a:pt x="4815" y="751"/>
                        <a:pt x="4681" y="557"/>
                        <a:pt x="4487" y="539"/>
                      </a:cubicBezTo>
                      <a:lnTo>
                        <a:pt x="425" y="3"/>
                      </a:lnTo>
                      <a:cubicBezTo>
                        <a:pt x="412" y="1"/>
                        <a:pt x="400" y="1"/>
                        <a:pt x="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7"/>
                <p:cNvSpPr/>
                <p:nvPr/>
              </p:nvSpPr>
              <p:spPr>
                <a:xfrm>
                  <a:off x="4330879" y="3117199"/>
                  <a:ext cx="1018941" cy="286779"/>
                </a:xfrm>
                <a:custGeom>
                  <a:avLst/>
                  <a:gdLst/>
                  <a:ahLst/>
                  <a:cxnLst/>
                  <a:rect l="l" t="t" r="r" b="b"/>
                  <a:pathLst>
                    <a:path w="4889" h="1376" extrusionOk="0">
                      <a:moveTo>
                        <a:pt x="412" y="97"/>
                      </a:moveTo>
                      <a:cubicBezTo>
                        <a:pt x="422" y="97"/>
                        <a:pt x="433" y="98"/>
                        <a:pt x="444" y="99"/>
                      </a:cubicBezTo>
                      <a:lnTo>
                        <a:pt x="4524" y="621"/>
                      </a:lnTo>
                      <a:cubicBezTo>
                        <a:pt x="4699" y="640"/>
                        <a:pt x="4796" y="811"/>
                        <a:pt x="4773" y="1005"/>
                      </a:cubicBezTo>
                      <a:cubicBezTo>
                        <a:pt x="4756" y="1163"/>
                        <a:pt x="4624" y="1294"/>
                        <a:pt x="4465" y="1294"/>
                      </a:cubicBezTo>
                      <a:cubicBezTo>
                        <a:pt x="4452" y="1294"/>
                        <a:pt x="4440" y="1293"/>
                        <a:pt x="4427" y="1291"/>
                      </a:cubicBezTo>
                      <a:lnTo>
                        <a:pt x="328" y="737"/>
                      </a:lnTo>
                      <a:cubicBezTo>
                        <a:pt x="176" y="714"/>
                        <a:pt x="79" y="561"/>
                        <a:pt x="116" y="390"/>
                      </a:cubicBezTo>
                      <a:cubicBezTo>
                        <a:pt x="133" y="210"/>
                        <a:pt x="270" y="97"/>
                        <a:pt x="412" y="97"/>
                      </a:cubicBezTo>
                      <a:close/>
                      <a:moveTo>
                        <a:pt x="430" y="1"/>
                      </a:moveTo>
                      <a:cubicBezTo>
                        <a:pt x="248" y="1"/>
                        <a:pt x="76" y="149"/>
                        <a:pt x="37" y="367"/>
                      </a:cubicBezTo>
                      <a:cubicBezTo>
                        <a:pt x="0" y="598"/>
                        <a:pt x="116" y="792"/>
                        <a:pt x="310" y="829"/>
                      </a:cubicBezTo>
                      <a:lnTo>
                        <a:pt x="4408" y="1370"/>
                      </a:lnTo>
                      <a:cubicBezTo>
                        <a:pt x="4428" y="1373"/>
                        <a:pt x="4447" y="1375"/>
                        <a:pt x="4466" y="1375"/>
                      </a:cubicBezTo>
                      <a:cubicBezTo>
                        <a:pt x="4655" y="1375"/>
                        <a:pt x="4818" y="1215"/>
                        <a:pt x="4852" y="1005"/>
                      </a:cubicBezTo>
                      <a:cubicBezTo>
                        <a:pt x="4889" y="774"/>
                        <a:pt x="4736" y="561"/>
                        <a:pt x="4542" y="543"/>
                      </a:cubicBezTo>
                      <a:lnTo>
                        <a:pt x="462" y="2"/>
                      </a:lnTo>
                      <a:cubicBezTo>
                        <a:pt x="452" y="1"/>
                        <a:pt x="441" y="1"/>
                        <a:pt x="43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7"/>
                <p:cNvSpPr/>
                <p:nvPr/>
              </p:nvSpPr>
              <p:spPr>
                <a:xfrm>
                  <a:off x="4728546" y="919043"/>
                  <a:ext cx="1552483" cy="213000"/>
                </a:xfrm>
                <a:custGeom>
                  <a:avLst/>
                  <a:gdLst/>
                  <a:ahLst/>
                  <a:cxnLst/>
                  <a:rect l="l" t="t" r="r" b="b"/>
                  <a:pathLst>
                    <a:path w="7449" h="1022" extrusionOk="0">
                      <a:moveTo>
                        <a:pt x="365" y="1"/>
                      </a:moveTo>
                      <a:cubicBezTo>
                        <a:pt x="213" y="1"/>
                        <a:pt x="56" y="135"/>
                        <a:pt x="19" y="310"/>
                      </a:cubicBezTo>
                      <a:cubicBezTo>
                        <a:pt x="0" y="481"/>
                        <a:pt x="97" y="615"/>
                        <a:pt x="268" y="634"/>
                      </a:cubicBezTo>
                      <a:lnTo>
                        <a:pt x="7065" y="1022"/>
                      </a:lnTo>
                      <a:cubicBezTo>
                        <a:pt x="7241" y="1022"/>
                        <a:pt x="7412" y="888"/>
                        <a:pt x="7430" y="712"/>
                      </a:cubicBezTo>
                      <a:cubicBezTo>
                        <a:pt x="7449" y="518"/>
                        <a:pt x="7315" y="366"/>
                        <a:pt x="7144" y="366"/>
                      </a:cubicBezTo>
                      <a:lnTo>
                        <a:pt x="3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7"/>
                <p:cNvSpPr/>
                <p:nvPr/>
              </p:nvSpPr>
              <p:spPr>
                <a:xfrm>
                  <a:off x="4728535" y="914875"/>
                  <a:ext cx="1568948" cy="224880"/>
                </a:xfrm>
                <a:custGeom>
                  <a:avLst/>
                  <a:gdLst/>
                  <a:ahLst/>
                  <a:cxnLst/>
                  <a:rect l="l" t="t" r="r" b="b"/>
                  <a:pathLst>
                    <a:path w="7528" h="1079" extrusionOk="0">
                      <a:moveTo>
                        <a:pt x="402" y="58"/>
                      </a:moveTo>
                      <a:lnTo>
                        <a:pt x="7181" y="423"/>
                      </a:lnTo>
                      <a:cubicBezTo>
                        <a:pt x="7333" y="423"/>
                        <a:pt x="7449" y="561"/>
                        <a:pt x="7430" y="732"/>
                      </a:cubicBezTo>
                      <a:cubicBezTo>
                        <a:pt x="7412" y="885"/>
                        <a:pt x="7255" y="1000"/>
                        <a:pt x="7102" y="1000"/>
                      </a:cubicBezTo>
                      <a:lnTo>
                        <a:pt x="305" y="617"/>
                      </a:lnTo>
                      <a:cubicBezTo>
                        <a:pt x="153" y="598"/>
                        <a:pt x="74" y="483"/>
                        <a:pt x="93" y="330"/>
                      </a:cubicBezTo>
                      <a:cubicBezTo>
                        <a:pt x="116" y="173"/>
                        <a:pt x="250" y="58"/>
                        <a:pt x="402" y="58"/>
                      </a:cubicBezTo>
                      <a:close/>
                      <a:moveTo>
                        <a:pt x="390" y="1"/>
                      </a:moveTo>
                      <a:cubicBezTo>
                        <a:pt x="213" y="1"/>
                        <a:pt x="55" y="147"/>
                        <a:pt x="37" y="330"/>
                      </a:cubicBezTo>
                      <a:cubicBezTo>
                        <a:pt x="0" y="501"/>
                        <a:pt x="116" y="677"/>
                        <a:pt x="287" y="677"/>
                      </a:cubicBezTo>
                      <a:lnTo>
                        <a:pt x="7102" y="1079"/>
                      </a:lnTo>
                      <a:cubicBezTo>
                        <a:pt x="7296" y="1079"/>
                        <a:pt x="7467" y="926"/>
                        <a:pt x="7509" y="732"/>
                      </a:cubicBezTo>
                      <a:cubicBezTo>
                        <a:pt x="7527" y="520"/>
                        <a:pt x="7370" y="349"/>
                        <a:pt x="7181" y="349"/>
                      </a:cubicBezTo>
                      <a:lnTo>
                        <a:pt x="421" y="2"/>
                      </a:lnTo>
                      <a:cubicBezTo>
                        <a:pt x="410" y="1"/>
                        <a:pt x="400" y="1"/>
                        <a:pt x="39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7"/>
                <p:cNvSpPr/>
                <p:nvPr/>
              </p:nvSpPr>
              <p:spPr>
                <a:xfrm>
                  <a:off x="4511795" y="2109928"/>
                  <a:ext cx="971005" cy="226130"/>
                </a:xfrm>
                <a:custGeom>
                  <a:avLst/>
                  <a:gdLst/>
                  <a:ahLst/>
                  <a:cxnLst/>
                  <a:rect l="l" t="t" r="r" b="b"/>
                  <a:pathLst>
                    <a:path w="4659" h="1085" extrusionOk="0">
                      <a:moveTo>
                        <a:pt x="375" y="1"/>
                      </a:moveTo>
                      <a:cubicBezTo>
                        <a:pt x="216" y="1"/>
                        <a:pt x="77" y="150"/>
                        <a:pt x="38" y="312"/>
                      </a:cubicBezTo>
                      <a:cubicBezTo>
                        <a:pt x="1" y="506"/>
                        <a:pt x="116" y="677"/>
                        <a:pt x="287" y="695"/>
                      </a:cubicBezTo>
                      <a:lnTo>
                        <a:pt x="4256" y="1083"/>
                      </a:lnTo>
                      <a:cubicBezTo>
                        <a:pt x="4266" y="1084"/>
                        <a:pt x="4275" y="1085"/>
                        <a:pt x="4285" y="1085"/>
                      </a:cubicBezTo>
                      <a:cubicBezTo>
                        <a:pt x="4446" y="1085"/>
                        <a:pt x="4604" y="939"/>
                        <a:pt x="4621" y="755"/>
                      </a:cubicBezTo>
                      <a:cubicBezTo>
                        <a:pt x="4658" y="561"/>
                        <a:pt x="4543" y="390"/>
                        <a:pt x="4353" y="372"/>
                      </a:cubicBezTo>
                      <a:lnTo>
                        <a:pt x="403" y="2"/>
                      </a:lnTo>
                      <a:cubicBezTo>
                        <a:pt x="394" y="1"/>
                        <a:pt x="384" y="1"/>
                        <a:pt x="3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7"/>
                <p:cNvSpPr/>
                <p:nvPr/>
              </p:nvSpPr>
              <p:spPr>
                <a:xfrm>
                  <a:off x="4511783" y="2102216"/>
                  <a:ext cx="987262" cy="241553"/>
                </a:xfrm>
                <a:custGeom>
                  <a:avLst/>
                  <a:gdLst/>
                  <a:ahLst/>
                  <a:cxnLst/>
                  <a:rect l="l" t="t" r="r" b="b"/>
                  <a:pathLst>
                    <a:path w="4737" h="1159" extrusionOk="0">
                      <a:moveTo>
                        <a:pt x="411" y="79"/>
                      </a:moveTo>
                      <a:cubicBezTo>
                        <a:pt x="421" y="79"/>
                        <a:pt x="430" y="80"/>
                        <a:pt x="440" y="81"/>
                      </a:cubicBezTo>
                      <a:lnTo>
                        <a:pt x="4390" y="446"/>
                      </a:lnTo>
                      <a:cubicBezTo>
                        <a:pt x="4543" y="464"/>
                        <a:pt x="4658" y="617"/>
                        <a:pt x="4640" y="792"/>
                      </a:cubicBezTo>
                      <a:cubicBezTo>
                        <a:pt x="4601" y="951"/>
                        <a:pt x="4484" y="1081"/>
                        <a:pt x="4330" y="1081"/>
                      </a:cubicBezTo>
                      <a:cubicBezTo>
                        <a:pt x="4318" y="1081"/>
                        <a:pt x="4306" y="1081"/>
                        <a:pt x="4293" y="1079"/>
                      </a:cubicBezTo>
                      <a:lnTo>
                        <a:pt x="324" y="695"/>
                      </a:lnTo>
                      <a:cubicBezTo>
                        <a:pt x="172" y="677"/>
                        <a:pt x="75" y="524"/>
                        <a:pt x="116" y="349"/>
                      </a:cubicBezTo>
                      <a:cubicBezTo>
                        <a:pt x="134" y="206"/>
                        <a:pt x="269" y="79"/>
                        <a:pt x="411" y="79"/>
                      </a:cubicBezTo>
                      <a:close/>
                      <a:moveTo>
                        <a:pt x="411" y="1"/>
                      </a:moveTo>
                      <a:cubicBezTo>
                        <a:pt x="248" y="1"/>
                        <a:pt x="73" y="148"/>
                        <a:pt x="38" y="349"/>
                      </a:cubicBezTo>
                      <a:cubicBezTo>
                        <a:pt x="1" y="561"/>
                        <a:pt x="135" y="755"/>
                        <a:pt x="324" y="774"/>
                      </a:cubicBezTo>
                      <a:lnTo>
                        <a:pt x="4293" y="1157"/>
                      </a:lnTo>
                      <a:cubicBezTo>
                        <a:pt x="4304" y="1158"/>
                        <a:pt x="4314" y="1159"/>
                        <a:pt x="4325" y="1159"/>
                      </a:cubicBezTo>
                      <a:cubicBezTo>
                        <a:pt x="4504" y="1159"/>
                        <a:pt x="4678" y="1011"/>
                        <a:pt x="4695" y="792"/>
                      </a:cubicBezTo>
                      <a:cubicBezTo>
                        <a:pt x="4737" y="580"/>
                        <a:pt x="4598" y="386"/>
                        <a:pt x="4409" y="367"/>
                      </a:cubicBezTo>
                      <a:lnTo>
                        <a:pt x="440" y="2"/>
                      </a:lnTo>
                      <a:cubicBezTo>
                        <a:pt x="430" y="1"/>
                        <a:pt x="421" y="1"/>
                        <a:pt x="41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7"/>
                <p:cNvSpPr/>
                <p:nvPr/>
              </p:nvSpPr>
              <p:spPr>
                <a:xfrm>
                  <a:off x="4278787" y="3422527"/>
                  <a:ext cx="1011438" cy="281985"/>
                </a:xfrm>
                <a:custGeom>
                  <a:avLst/>
                  <a:gdLst/>
                  <a:ahLst/>
                  <a:cxnLst/>
                  <a:rect l="l" t="t" r="r" b="b"/>
                  <a:pathLst>
                    <a:path w="4853" h="1353" extrusionOk="0">
                      <a:moveTo>
                        <a:pt x="390" y="0"/>
                      </a:moveTo>
                      <a:cubicBezTo>
                        <a:pt x="213" y="0"/>
                        <a:pt x="77" y="131"/>
                        <a:pt x="42" y="330"/>
                      </a:cubicBezTo>
                      <a:cubicBezTo>
                        <a:pt x="1" y="543"/>
                        <a:pt x="116" y="732"/>
                        <a:pt x="292" y="751"/>
                      </a:cubicBezTo>
                      <a:lnTo>
                        <a:pt x="4432" y="1351"/>
                      </a:lnTo>
                      <a:cubicBezTo>
                        <a:pt x="4442" y="1352"/>
                        <a:pt x="4453" y="1353"/>
                        <a:pt x="4463" y="1353"/>
                      </a:cubicBezTo>
                      <a:cubicBezTo>
                        <a:pt x="4626" y="1353"/>
                        <a:pt x="4798" y="1222"/>
                        <a:pt x="4815" y="1005"/>
                      </a:cubicBezTo>
                      <a:cubicBezTo>
                        <a:pt x="4852" y="792"/>
                        <a:pt x="4718" y="598"/>
                        <a:pt x="4547" y="580"/>
                      </a:cubicBezTo>
                      <a:lnTo>
                        <a:pt x="426" y="2"/>
                      </a:lnTo>
                      <a:cubicBezTo>
                        <a:pt x="414" y="1"/>
                        <a:pt x="402" y="0"/>
                        <a:pt x="3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7"/>
                <p:cNvSpPr/>
                <p:nvPr/>
              </p:nvSpPr>
              <p:spPr>
                <a:xfrm>
                  <a:off x="4278775" y="3413774"/>
                  <a:ext cx="1027694" cy="299284"/>
                </a:xfrm>
                <a:custGeom>
                  <a:avLst/>
                  <a:gdLst/>
                  <a:ahLst/>
                  <a:cxnLst/>
                  <a:rect l="l" t="t" r="r" b="b"/>
                  <a:pathLst>
                    <a:path w="4931" h="1436" extrusionOk="0">
                      <a:moveTo>
                        <a:pt x="415" y="79"/>
                      </a:moveTo>
                      <a:cubicBezTo>
                        <a:pt x="425" y="79"/>
                        <a:pt x="434" y="80"/>
                        <a:pt x="444" y="81"/>
                      </a:cubicBezTo>
                      <a:lnTo>
                        <a:pt x="4561" y="659"/>
                      </a:lnTo>
                      <a:cubicBezTo>
                        <a:pt x="4737" y="677"/>
                        <a:pt x="4852" y="853"/>
                        <a:pt x="4815" y="1047"/>
                      </a:cubicBezTo>
                      <a:cubicBezTo>
                        <a:pt x="4794" y="1224"/>
                        <a:pt x="4658" y="1353"/>
                        <a:pt x="4500" y="1353"/>
                      </a:cubicBezTo>
                      <a:cubicBezTo>
                        <a:pt x="4490" y="1353"/>
                        <a:pt x="4479" y="1353"/>
                        <a:pt x="4469" y="1352"/>
                      </a:cubicBezTo>
                      <a:lnTo>
                        <a:pt x="329" y="756"/>
                      </a:lnTo>
                      <a:cubicBezTo>
                        <a:pt x="172" y="719"/>
                        <a:pt x="79" y="562"/>
                        <a:pt x="116" y="372"/>
                      </a:cubicBezTo>
                      <a:cubicBezTo>
                        <a:pt x="133" y="207"/>
                        <a:pt x="269" y="79"/>
                        <a:pt x="415" y="79"/>
                      </a:cubicBezTo>
                      <a:close/>
                      <a:moveTo>
                        <a:pt x="405" y="1"/>
                      </a:moveTo>
                      <a:cubicBezTo>
                        <a:pt x="232" y="1"/>
                        <a:pt x="75" y="164"/>
                        <a:pt x="38" y="372"/>
                      </a:cubicBezTo>
                      <a:cubicBezTo>
                        <a:pt x="1" y="603"/>
                        <a:pt x="116" y="816"/>
                        <a:pt x="310" y="834"/>
                      </a:cubicBezTo>
                      <a:lnTo>
                        <a:pt x="4446" y="1430"/>
                      </a:lnTo>
                      <a:cubicBezTo>
                        <a:pt x="4465" y="1434"/>
                        <a:pt x="4485" y="1435"/>
                        <a:pt x="4504" y="1435"/>
                      </a:cubicBezTo>
                      <a:cubicBezTo>
                        <a:pt x="4693" y="1435"/>
                        <a:pt x="4856" y="1275"/>
                        <a:pt x="4889" y="1065"/>
                      </a:cubicBezTo>
                      <a:cubicBezTo>
                        <a:pt x="4931" y="816"/>
                        <a:pt x="4792" y="603"/>
                        <a:pt x="4584" y="562"/>
                      </a:cubicBezTo>
                      <a:lnTo>
                        <a:pt x="463" y="7"/>
                      </a:lnTo>
                      <a:cubicBezTo>
                        <a:pt x="443" y="3"/>
                        <a:pt x="424" y="1"/>
                        <a:pt x="40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7"/>
                <p:cNvSpPr/>
                <p:nvPr/>
              </p:nvSpPr>
              <p:spPr>
                <a:xfrm>
                  <a:off x="4691865" y="1103490"/>
                  <a:ext cx="1565197" cy="221545"/>
                </a:xfrm>
                <a:custGeom>
                  <a:avLst/>
                  <a:gdLst/>
                  <a:ahLst/>
                  <a:cxnLst/>
                  <a:rect l="l" t="t" r="r" b="b"/>
                  <a:pathLst>
                    <a:path w="7510" h="1063" extrusionOk="0">
                      <a:moveTo>
                        <a:pt x="354" y="0"/>
                      </a:moveTo>
                      <a:cubicBezTo>
                        <a:pt x="210" y="0"/>
                        <a:pt x="77" y="131"/>
                        <a:pt x="42" y="289"/>
                      </a:cubicBezTo>
                      <a:cubicBezTo>
                        <a:pt x="1" y="465"/>
                        <a:pt x="116" y="617"/>
                        <a:pt x="292" y="617"/>
                      </a:cubicBezTo>
                      <a:lnTo>
                        <a:pt x="7126" y="1061"/>
                      </a:lnTo>
                      <a:cubicBezTo>
                        <a:pt x="7135" y="1062"/>
                        <a:pt x="7145" y="1062"/>
                        <a:pt x="7155" y="1062"/>
                      </a:cubicBezTo>
                      <a:cubicBezTo>
                        <a:pt x="7320" y="1062"/>
                        <a:pt x="7473" y="917"/>
                        <a:pt x="7491" y="751"/>
                      </a:cubicBezTo>
                      <a:cubicBezTo>
                        <a:pt x="7509" y="557"/>
                        <a:pt x="7375" y="405"/>
                        <a:pt x="7204" y="405"/>
                      </a:cubicBezTo>
                      <a:lnTo>
                        <a:pt x="389" y="3"/>
                      </a:lnTo>
                      <a:cubicBezTo>
                        <a:pt x="377" y="1"/>
                        <a:pt x="366" y="0"/>
                        <a:pt x="3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7"/>
                <p:cNvSpPr/>
                <p:nvPr/>
              </p:nvSpPr>
              <p:spPr>
                <a:xfrm>
                  <a:off x="4695814" y="1094945"/>
                  <a:ext cx="1577493" cy="237802"/>
                </a:xfrm>
                <a:custGeom>
                  <a:avLst/>
                  <a:gdLst/>
                  <a:ahLst/>
                  <a:cxnLst/>
                  <a:rect l="l" t="t" r="r" b="b"/>
                  <a:pathLst>
                    <a:path w="7569" h="1141" extrusionOk="0">
                      <a:moveTo>
                        <a:pt x="374" y="79"/>
                      </a:moveTo>
                      <a:cubicBezTo>
                        <a:pt x="385" y="79"/>
                        <a:pt x="396" y="79"/>
                        <a:pt x="407" y="81"/>
                      </a:cubicBezTo>
                      <a:lnTo>
                        <a:pt x="7222" y="464"/>
                      </a:lnTo>
                      <a:cubicBezTo>
                        <a:pt x="7375" y="483"/>
                        <a:pt x="7490" y="621"/>
                        <a:pt x="7472" y="792"/>
                      </a:cubicBezTo>
                      <a:cubicBezTo>
                        <a:pt x="7455" y="933"/>
                        <a:pt x="7339" y="1063"/>
                        <a:pt x="7182" y="1063"/>
                      </a:cubicBezTo>
                      <a:cubicBezTo>
                        <a:pt x="7169" y="1063"/>
                        <a:pt x="7157" y="1062"/>
                        <a:pt x="7144" y="1060"/>
                      </a:cubicBezTo>
                      <a:lnTo>
                        <a:pt x="310" y="640"/>
                      </a:lnTo>
                      <a:cubicBezTo>
                        <a:pt x="157" y="621"/>
                        <a:pt x="60" y="483"/>
                        <a:pt x="97" y="330"/>
                      </a:cubicBezTo>
                      <a:cubicBezTo>
                        <a:pt x="115" y="189"/>
                        <a:pt x="231" y="79"/>
                        <a:pt x="374" y="79"/>
                      </a:cubicBezTo>
                      <a:close/>
                      <a:moveTo>
                        <a:pt x="394" y="1"/>
                      </a:moveTo>
                      <a:cubicBezTo>
                        <a:pt x="213" y="1"/>
                        <a:pt x="58" y="147"/>
                        <a:pt x="19" y="330"/>
                      </a:cubicBezTo>
                      <a:cubicBezTo>
                        <a:pt x="0" y="524"/>
                        <a:pt x="116" y="695"/>
                        <a:pt x="291" y="695"/>
                      </a:cubicBezTo>
                      <a:lnTo>
                        <a:pt x="7144" y="1139"/>
                      </a:lnTo>
                      <a:cubicBezTo>
                        <a:pt x="7153" y="1140"/>
                        <a:pt x="7163" y="1140"/>
                        <a:pt x="7173" y="1140"/>
                      </a:cubicBezTo>
                      <a:cubicBezTo>
                        <a:pt x="7356" y="1140"/>
                        <a:pt x="7528" y="977"/>
                        <a:pt x="7550" y="792"/>
                      </a:cubicBezTo>
                      <a:cubicBezTo>
                        <a:pt x="7569" y="580"/>
                        <a:pt x="7435" y="409"/>
                        <a:pt x="7222" y="409"/>
                      </a:cubicBezTo>
                      <a:lnTo>
                        <a:pt x="425" y="2"/>
                      </a:lnTo>
                      <a:cubicBezTo>
                        <a:pt x="415" y="1"/>
                        <a:pt x="404" y="1"/>
                        <a:pt x="39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7"/>
                <p:cNvSpPr/>
                <p:nvPr/>
              </p:nvSpPr>
              <p:spPr>
                <a:xfrm>
                  <a:off x="4475322" y="2311257"/>
                  <a:ext cx="979550" cy="233008"/>
                </a:xfrm>
                <a:custGeom>
                  <a:avLst/>
                  <a:gdLst/>
                  <a:ahLst/>
                  <a:cxnLst/>
                  <a:rect l="l" t="t" r="r" b="b"/>
                  <a:pathLst>
                    <a:path w="4700" h="1118" extrusionOk="0">
                      <a:moveTo>
                        <a:pt x="378" y="0"/>
                      </a:moveTo>
                      <a:cubicBezTo>
                        <a:pt x="233" y="0"/>
                        <a:pt x="76" y="129"/>
                        <a:pt x="42" y="307"/>
                      </a:cubicBezTo>
                      <a:cubicBezTo>
                        <a:pt x="0" y="501"/>
                        <a:pt x="116" y="677"/>
                        <a:pt x="291" y="695"/>
                      </a:cubicBezTo>
                      <a:lnTo>
                        <a:pt x="4274" y="1115"/>
                      </a:lnTo>
                      <a:cubicBezTo>
                        <a:pt x="4287" y="1117"/>
                        <a:pt x="4300" y="1118"/>
                        <a:pt x="4312" y="1118"/>
                      </a:cubicBezTo>
                      <a:cubicBezTo>
                        <a:pt x="4491" y="1118"/>
                        <a:pt x="4645" y="969"/>
                        <a:pt x="4662" y="792"/>
                      </a:cubicBezTo>
                      <a:cubicBezTo>
                        <a:pt x="4699" y="598"/>
                        <a:pt x="4565" y="422"/>
                        <a:pt x="4390" y="404"/>
                      </a:cubicBezTo>
                      <a:lnTo>
                        <a:pt x="407" y="2"/>
                      </a:lnTo>
                      <a:cubicBezTo>
                        <a:pt x="397" y="1"/>
                        <a:pt x="388" y="0"/>
                        <a:pt x="3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7"/>
                <p:cNvSpPr/>
                <p:nvPr/>
              </p:nvSpPr>
              <p:spPr>
                <a:xfrm>
                  <a:off x="4475311" y="2302503"/>
                  <a:ext cx="994973" cy="250306"/>
                </a:xfrm>
                <a:custGeom>
                  <a:avLst/>
                  <a:gdLst/>
                  <a:ahLst/>
                  <a:cxnLst/>
                  <a:rect l="l" t="t" r="r" b="b"/>
                  <a:pathLst>
                    <a:path w="4774" h="1201" extrusionOk="0">
                      <a:moveTo>
                        <a:pt x="415" y="79"/>
                      </a:moveTo>
                      <a:cubicBezTo>
                        <a:pt x="425" y="79"/>
                        <a:pt x="434" y="80"/>
                        <a:pt x="444" y="81"/>
                      </a:cubicBezTo>
                      <a:lnTo>
                        <a:pt x="4427" y="487"/>
                      </a:lnTo>
                      <a:cubicBezTo>
                        <a:pt x="4584" y="506"/>
                        <a:pt x="4681" y="658"/>
                        <a:pt x="4658" y="834"/>
                      </a:cubicBezTo>
                      <a:cubicBezTo>
                        <a:pt x="4640" y="994"/>
                        <a:pt x="4505" y="1122"/>
                        <a:pt x="4363" y="1122"/>
                      </a:cubicBezTo>
                      <a:cubicBezTo>
                        <a:pt x="4353" y="1122"/>
                        <a:pt x="4344" y="1122"/>
                        <a:pt x="4334" y="1121"/>
                      </a:cubicBezTo>
                      <a:lnTo>
                        <a:pt x="328" y="695"/>
                      </a:lnTo>
                      <a:cubicBezTo>
                        <a:pt x="176" y="677"/>
                        <a:pt x="79" y="524"/>
                        <a:pt x="116" y="349"/>
                      </a:cubicBezTo>
                      <a:cubicBezTo>
                        <a:pt x="150" y="206"/>
                        <a:pt x="274" y="79"/>
                        <a:pt x="415" y="79"/>
                      </a:cubicBezTo>
                      <a:close/>
                      <a:moveTo>
                        <a:pt x="431" y="1"/>
                      </a:moveTo>
                      <a:cubicBezTo>
                        <a:pt x="248" y="1"/>
                        <a:pt x="77" y="152"/>
                        <a:pt x="37" y="349"/>
                      </a:cubicBezTo>
                      <a:cubicBezTo>
                        <a:pt x="0" y="561"/>
                        <a:pt x="134" y="755"/>
                        <a:pt x="328" y="774"/>
                      </a:cubicBezTo>
                      <a:lnTo>
                        <a:pt x="4311" y="1199"/>
                      </a:lnTo>
                      <a:cubicBezTo>
                        <a:pt x="4323" y="1200"/>
                        <a:pt x="4334" y="1201"/>
                        <a:pt x="4346" y="1201"/>
                      </a:cubicBezTo>
                      <a:cubicBezTo>
                        <a:pt x="4543" y="1201"/>
                        <a:pt x="4701" y="1052"/>
                        <a:pt x="4736" y="834"/>
                      </a:cubicBezTo>
                      <a:cubicBezTo>
                        <a:pt x="4773" y="621"/>
                        <a:pt x="4621" y="427"/>
                        <a:pt x="4427" y="409"/>
                      </a:cubicBezTo>
                      <a:lnTo>
                        <a:pt x="462" y="2"/>
                      </a:lnTo>
                      <a:cubicBezTo>
                        <a:pt x="452" y="1"/>
                        <a:pt x="441" y="1"/>
                        <a:pt x="43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7"/>
                <p:cNvSpPr/>
                <p:nvPr/>
              </p:nvSpPr>
              <p:spPr>
                <a:xfrm>
                  <a:off x="4239396" y="3642197"/>
                  <a:ext cx="1018941" cy="291364"/>
                </a:xfrm>
                <a:custGeom>
                  <a:avLst/>
                  <a:gdLst/>
                  <a:ahLst/>
                  <a:cxnLst/>
                  <a:rect l="l" t="t" r="r" b="b"/>
                  <a:pathLst>
                    <a:path w="4889" h="1398" extrusionOk="0">
                      <a:moveTo>
                        <a:pt x="369" y="1"/>
                      </a:moveTo>
                      <a:cubicBezTo>
                        <a:pt x="216" y="1"/>
                        <a:pt x="70" y="143"/>
                        <a:pt x="37" y="334"/>
                      </a:cubicBezTo>
                      <a:cubicBezTo>
                        <a:pt x="0" y="547"/>
                        <a:pt x="116" y="736"/>
                        <a:pt x="287" y="759"/>
                      </a:cubicBezTo>
                      <a:lnTo>
                        <a:pt x="4445" y="1392"/>
                      </a:lnTo>
                      <a:cubicBezTo>
                        <a:pt x="4465" y="1396"/>
                        <a:pt x="4484" y="1398"/>
                        <a:pt x="4503" y="1398"/>
                      </a:cubicBezTo>
                      <a:cubicBezTo>
                        <a:pt x="4672" y="1398"/>
                        <a:pt x="4814" y="1255"/>
                        <a:pt x="4852" y="1064"/>
                      </a:cubicBezTo>
                      <a:cubicBezTo>
                        <a:pt x="4889" y="833"/>
                        <a:pt x="4755" y="644"/>
                        <a:pt x="4561" y="602"/>
                      </a:cubicBezTo>
                      <a:lnTo>
                        <a:pt x="421" y="6"/>
                      </a:lnTo>
                      <a:cubicBezTo>
                        <a:pt x="403" y="2"/>
                        <a:pt x="386" y="1"/>
                        <a:pt x="3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7"/>
                <p:cNvSpPr/>
                <p:nvPr/>
              </p:nvSpPr>
              <p:spPr>
                <a:xfrm>
                  <a:off x="4238343" y="3634485"/>
                  <a:ext cx="1035406" cy="310747"/>
                </a:xfrm>
                <a:custGeom>
                  <a:avLst/>
                  <a:gdLst/>
                  <a:ahLst/>
                  <a:cxnLst/>
                  <a:rect l="l" t="t" r="r" b="b"/>
                  <a:pathLst>
                    <a:path w="4968" h="1491" extrusionOk="0">
                      <a:moveTo>
                        <a:pt x="431" y="78"/>
                      </a:moveTo>
                      <a:cubicBezTo>
                        <a:pt x="441" y="78"/>
                        <a:pt x="452" y="79"/>
                        <a:pt x="463" y="80"/>
                      </a:cubicBezTo>
                      <a:lnTo>
                        <a:pt x="4603" y="699"/>
                      </a:lnTo>
                      <a:cubicBezTo>
                        <a:pt x="4778" y="718"/>
                        <a:pt x="4894" y="889"/>
                        <a:pt x="4852" y="1083"/>
                      </a:cubicBezTo>
                      <a:cubicBezTo>
                        <a:pt x="4835" y="1265"/>
                        <a:pt x="4700" y="1394"/>
                        <a:pt x="4538" y="1394"/>
                      </a:cubicBezTo>
                      <a:cubicBezTo>
                        <a:pt x="4527" y="1394"/>
                        <a:pt x="4516" y="1394"/>
                        <a:pt x="4506" y="1392"/>
                      </a:cubicBezTo>
                      <a:lnTo>
                        <a:pt x="329" y="755"/>
                      </a:lnTo>
                      <a:cubicBezTo>
                        <a:pt x="176" y="736"/>
                        <a:pt x="79" y="565"/>
                        <a:pt x="116" y="371"/>
                      </a:cubicBezTo>
                      <a:cubicBezTo>
                        <a:pt x="133" y="207"/>
                        <a:pt x="273" y="78"/>
                        <a:pt x="431" y="78"/>
                      </a:cubicBezTo>
                      <a:close/>
                      <a:moveTo>
                        <a:pt x="406" y="0"/>
                      </a:moveTo>
                      <a:cubicBezTo>
                        <a:pt x="236" y="0"/>
                        <a:pt x="75" y="163"/>
                        <a:pt x="42" y="371"/>
                      </a:cubicBezTo>
                      <a:cubicBezTo>
                        <a:pt x="1" y="602"/>
                        <a:pt x="116" y="815"/>
                        <a:pt x="329" y="852"/>
                      </a:cubicBezTo>
                      <a:lnTo>
                        <a:pt x="4487" y="1489"/>
                      </a:lnTo>
                      <a:cubicBezTo>
                        <a:pt x="4498" y="1490"/>
                        <a:pt x="4510" y="1491"/>
                        <a:pt x="4521" y="1491"/>
                      </a:cubicBezTo>
                      <a:cubicBezTo>
                        <a:pt x="4720" y="1491"/>
                        <a:pt x="4896" y="1337"/>
                        <a:pt x="4931" y="1101"/>
                      </a:cubicBezTo>
                      <a:cubicBezTo>
                        <a:pt x="4968" y="852"/>
                        <a:pt x="4815" y="639"/>
                        <a:pt x="4621" y="602"/>
                      </a:cubicBezTo>
                      <a:lnTo>
                        <a:pt x="463" y="6"/>
                      </a:lnTo>
                      <a:cubicBezTo>
                        <a:pt x="444" y="2"/>
                        <a:pt x="425" y="0"/>
                        <a:pt x="40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7"/>
                <p:cNvSpPr/>
                <p:nvPr/>
              </p:nvSpPr>
              <p:spPr>
                <a:xfrm>
                  <a:off x="5498848" y="1709354"/>
                  <a:ext cx="714863" cy="915776"/>
                </a:xfrm>
                <a:custGeom>
                  <a:avLst/>
                  <a:gdLst/>
                  <a:ahLst/>
                  <a:cxnLst/>
                  <a:rect l="l" t="t" r="r" b="b"/>
                  <a:pathLst>
                    <a:path w="3430" h="4394" extrusionOk="0">
                      <a:moveTo>
                        <a:pt x="833" y="0"/>
                      </a:moveTo>
                      <a:cubicBezTo>
                        <a:pt x="673" y="0"/>
                        <a:pt x="517" y="129"/>
                        <a:pt x="500" y="307"/>
                      </a:cubicBezTo>
                      <a:lnTo>
                        <a:pt x="19" y="3754"/>
                      </a:lnTo>
                      <a:cubicBezTo>
                        <a:pt x="1" y="3948"/>
                        <a:pt x="116" y="4119"/>
                        <a:pt x="310" y="4142"/>
                      </a:cubicBezTo>
                      <a:lnTo>
                        <a:pt x="2598" y="4392"/>
                      </a:lnTo>
                      <a:cubicBezTo>
                        <a:pt x="2608" y="4393"/>
                        <a:pt x="2619" y="4393"/>
                        <a:pt x="2629" y="4393"/>
                      </a:cubicBezTo>
                      <a:cubicBezTo>
                        <a:pt x="2811" y="4393"/>
                        <a:pt x="2968" y="4246"/>
                        <a:pt x="2986" y="4045"/>
                      </a:cubicBezTo>
                      <a:lnTo>
                        <a:pt x="3388" y="538"/>
                      </a:lnTo>
                      <a:cubicBezTo>
                        <a:pt x="3429" y="349"/>
                        <a:pt x="3291" y="192"/>
                        <a:pt x="3101" y="173"/>
                      </a:cubicBezTo>
                      <a:lnTo>
                        <a:pt x="865" y="2"/>
                      </a:lnTo>
                      <a:cubicBezTo>
                        <a:pt x="854" y="1"/>
                        <a:pt x="844" y="0"/>
                        <a:pt x="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7"/>
                <p:cNvSpPr/>
                <p:nvPr/>
              </p:nvSpPr>
              <p:spPr>
                <a:xfrm>
                  <a:off x="5498836" y="1700600"/>
                  <a:ext cx="730286" cy="932032"/>
                </a:xfrm>
                <a:custGeom>
                  <a:avLst/>
                  <a:gdLst/>
                  <a:ahLst/>
                  <a:cxnLst/>
                  <a:rect l="l" t="t" r="r" b="b"/>
                  <a:pathLst>
                    <a:path w="3504" h="4472" extrusionOk="0">
                      <a:moveTo>
                        <a:pt x="873" y="79"/>
                      </a:moveTo>
                      <a:cubicBezTo>
                        <a:pt x="883" y="79"/>
                        <a:pt x="892" y="80"/>
                        <a:pt x="902" y="81"/>
                      </a:cubicBezTo>
                      <a:lnTo>
                        <a:pt x="3138" y="257"/>
                      </a:lnTo>
                      <a:cubicBezTo>
                        <a:pt x="3291" y="275"/>
                        <a:pt x="3406" y="409"/>
                        <a:pt x="3388" y="580"/>
                      </a:cubicBezTo>
                      <a:lnTo>
                        <a:pt x="2981" y="4087"/>
                      </a:lnTo>
                      <a:cubicBezTo>
                        <a:pt x="2963" y="4276"/>
                        <a:pt x="2810" y="4392"/>
                        <a:pt x="2635" y="4392"/>
                      </a:cubicBezTo>
                      <a:lnTo>
                        <a:pt x="347" y="4143"/>
                      </a:lnTo>
                      <a:cubicBezTo>
                        <a:pt x="172" y="4124"/>
                        <a:pt x="75" y="3972"/>
                        <a:pt x="93" y="3796"/>
                      </a:cubicBezTo>
                      <a:lnTo>
                        <a:pt x="578" y="349"/>
                      </a:lnTo>
                      <a:cubicBezTo>
                        <a:pt x="596" y="206"/>
                        <a:pt x="731" y="79"/>
                        <a:pt x="873" y="79"/>
                      </a:cubicBezTo>
                      <a:close/>
                      <a:moveTo>
                        <a:pt x="872" y="1"/>
                      </a:moveTo>
                      <a:cubicBezTo>
                        <a:pt x="694" y="1"/>
                        <a:pt x="535" y="152"/>
                        <a:pt x="500" y="349"/>
                      </a:cubicBezTo>
                      <a:lnTo>
                        <a:pt x="19" y="3777"/>
                      </a:lnTo>
                      <a:cubicBezTo>
                        <a:pt x="1" y="4009"/>
                        <a:pt x="135" y="4203"/>
                        <a:pt x="324" y="4221"/>
                      </a:cubicBezTo>
                      <a:lnTo>
                        <a:pt x="2635" y="4471"/>
                      </a:lnTo>
                      <a:cubicBezTo>
                        <a:pt x="2645" y="4471"/>
                        <a:pt x="2656" y="4472"/>
                        <a:pt x="2666" y="4472"/>
                      </a:cubicBezTo>
                      <a:cubicBezTo>
                        <a:pt x="2866" y="4472"/>
                        <a:pt x="3042" y="4308"/>
                        <a:pt x="3060" y="4106"/>
                      </a:cubicBezTo>
                      <a:lnTo>
                        <a:pt x="3466" y="580"/>
                      </a:lnTo>
                      <a:cubicBezTo>
                        <a:pt x="3503" y="372"/>
                        <a:pt x="3351" y="197"/>
                        <a:pt x="3138" y="178"/>
                      </a:cubicBezTo>
                      <a:lnTo>
                        <a:pt x="902" y="2"/>
                      </a:lnTo>
                      <a:cubicBezTo>
                        <a:pt x="892" y="1"/>
                        <a:pt x="882" y="1"/>
                        <a:pt x="87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7"/>
                <p:cNvSpPr/>
                <p:nvPr/>
              </p:nvSpPr>
              <p:spPr>
                <a:xfrm>
                  <a:off x="5330448" y="3142834"/>
                  <a:ext cx="690687" cy="727785"/>
                </a:xfrm>
                <a:custGeom>
                  <a:avLst/>
                  <a:gdLst/>
                  <a:ahLst/>
                  <a:cxnLst/>
                  <a:rect l="l" t="t" r="r" b="b"/>
                  <a:pathLst>
                    <a:path w="3314" h="3492" extrusionOk="0">
                      <a:moveTo>
                        <a:pt x="1682" y="0"/>
                      </a:moveTo>
                      <a:cubicBezTo>
                        <a:pt x="925" y="0"/>
                        <a:pt x="241" y="643"/>
                        <a:pt x="134" y="1515"/>
                      </a:cubicBezTo>
                      <a:cubicBezTo>
                        <a:pt x="0" y="2462"/>
                        <a:pt x="578" y="3345"/>
                        <a:pt x="1423" y="3479"/>
                      </a:cubicBezTo>
                      <a:cubicBezTo>
                        <a:pt x="1487" y="3487"/>
                        <a:pt x="1550" y="3491"/>
                        <a:pt x="1613" y="3491"/>
                      </a:cubicBezTo>
                      <a:cubicBezTo>
                        <a:pt x="2404" y="3491"/>
                        <a:pt x="3091" y="2830"/>
                        <a:pt x="3198" y="1922"/>
                      </a:cubicBezTo>
                      <a:cubicBezTo>
                        <a:pt x="3313" y="979"/>
                        <a:pt x="2713" y="110"/>
                        <a:pt x="1867" y="13"/>
                      </a:cubicBezTo>
                      <a:cubicBezTo>
                        <a:pt x="1805" y="5"/>
                        <a:pt x="1743" y="0"/>
                        <a:pt x="16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7"/>
                <p:cNvSpPr/>
                <p:nvPr/>
              </p:nvSpPr>
              <p:spPr>
                <a:xfrm>
                  <a:off x="5330437" y="3135122"/>
                  <a:ext cx="706110" cy="744875"/>
                </a:xfrm>
                <a:custGeom>
                  <a:avLst/>
                  <a:gdLst/>
                  <a:ahLst/>
                  <a:cxnLst/>
                  <a:rect l="l" t="t" r="r" b="b"/>
                  <a:pathLst>
                    <a:path w="3388" h="3574" extrusionOk="0">
                      <a:moveTo>
                        <a:pt x="1737" y="82"/>
                      </a:moveTo>
                      <a:cubicBezTo>
                        <a:pt x="1792" y="82"/>
                        <a:pt x="1848" y="85"/>
                        <a:pt x="1904" y="92"/>
                      </a:cubicBezTo>
                      <a:cubicBezTo>
                        <a:pt x="2713" y="189"/>
                        <a:pt x="3309" y="1035"/>
                        <a:pt x="3193" y="1959"/>
                      </a:cubicBezTo>
                      <a:cubicBezTo>
                        <a:pt x="3087" y="2823"/>
                        <a:pt x="2434" y="3477"/>
                        <a:pt x="1671" y="3477"/>
                      </a:cubicBezTo>
                      <a:cubicBezTo>
                        <a:pt x="1602" y="3477"/>
                        <a:pt x="1531" y="3471"/>
                        <a:pt x="1460" y="3460"/>
                      </a:cubicBezTo>
                      <a:cubicBezTo>
                        <a:pt x="633" y="3345"/>
                        <a:pt x="74" y="2476"/>
                        <a:pt x="208" y="1552"/>
                      </a:cubicBezTo>
                      <a:cubicBezTo>
                        <a:pt x="316" y="691"/>
                        <a:pt x="978" y="82"/>
                        <a:pt x="1737" y="82"/>
                      </a:cubicBezTo>
                      <a:close/>
                      <a:moveTo>
                        <a:pt x="1719" y="1"/>
                      </a:moveTo>
                      <a:cubicBezTo>
                        <a:pt x="946" y="1"/>
                        <a:pt x="258" y="660"/>
                        <a:pt x="134" y="1534"/>
                      </a:cubicBezTo>
                      <a:cubicBezTo>
                        <a:pt x="0" y="2518"/>
                        <a:pt x="578" y="3423"/>
                        <a:pt x="1460" y="3557"/>
                      </a:cubicBezTo>
                      <a:cubicBezTo>
                        <a:pt x="1533" y="3568"/>
                        <a:pt x="1604" y="3574"/>
                        <a:pt x="1675" y="3574"/>
                      </a:cubicBezTo>
                      <a:cubicBezTo>
                        <a:pt x="2475" y="3574"/>
                        <a:pt x="3166" y="2898"/>
                        <a:pt x="3272" y="1977"/>
                      </a:cubicBezTo>
                      <a:cubicBezTo>
                        <a:pt x="3387" y="998"/>
                        <a:pt x="2773" y="110"/>
                        <a:pt x="1904" y="13"/>
                      </a:cubicBezTo>
                      <a:cubicBezTo>
                        <a:pt x="1842" y="5"/>
                        <a:pt x="1780" y="1"/>
                        <a:pt x="171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7"/>
                <p:cNvSpPr/>
                <p:nvPr/>
              </p:nvSpPr>
              <p:spPr>
                <a:xfrm>
                  <a:off x="5519064" y="3294769"/>
                  <a:ext cx="369103" cy="393071"/>
                </a:xfrm>
                <a:custGeom>
                  <a:avLst/>
                  <a:gdLst/>
                  <a:ahLst/>
                  <a:cxnLst/>
                  <a:rect l="l" t="t" r="r" b="b"/>
                  <a:pathLst>
                    <a:path w="1771" h="1886" extrusionOk="0">
                      <a:moveTo>
                        <a:pt x="250" y="1"/>
                      </a:moveTo>
                      <a:lnTo>
                        <a:pt x="1" y="1886"/>
                      </a:lnTo>
                      <a:lnTo>
                        <a:pt x="1" y="1886"/>
                      </a:lnTo>
                      <a:lnTo>
                        <a:pt x="1771" y="1156"/>
                      </a:lnTo>
                      <a:lnTo>
                        <a:pt x="2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7"/>
                <p:cNvSpPr/>
                <p:nvPr/>
              </p:nvSpPr>
              <p:spPr>
                <a:xfrm>
                  <a:off x="5514259" y="3278304"/>
                  <a:ext cx="398073" cy="426000"/>
                </a:xfrm>
                <a:custGeom>
                  <a:avLst/>
                  <a:gdLst/>
                  <a:ahLst/>
                  <a:cxnLst/>
                  <a:rect l="l" t="t" r="r" b="b"/>
                  <a:pathLst>
                    <a:path w="1910" h="2044" extrusionOk="0">
                      <a:moveTo>
                        <a:pt x="329" y="153"/>
                      </a:moveTo>
                      <a:lnTo>
                        <a:pt x="1734" y="1212"/>
                      </a:lnTo>
                      <a:lnTo>
                        <a:pt x="98" y="1905"/>
                      </a:lnTo>
                      <a:lnTo>
                        <a:pt x="329" y="153"/>
                      </a:lnTo>
                      <a:close/>
                      <a:moveTo>
                        <a:pt x="273" y="1"/>
                      </a:moveTo>
                      <a:lnTo>
                        <a:pt x="273" y="56"/>
                      </a:lnTo>
                      <a:lnTo>
                        <a:pt x="1" y="2043"/>
                      </a:lnTo>
                      <a:lnTo>
                        <a:pt x="1909" y="1235"/>
                      </a:lnTo>
                      <a:lnTo>
                        <a:pt x="273"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7" name="Google Shape;2107;p47"/>
              <p:cNvGrpSpPr/>
              <p:nvPr/>
            </p:nvGrpSpPr>
            <p:grpSpPr>
              <a:xfrm>
                <a:off x="5117700" y="2356524"/>
                <a:ext cx="2151000" cy="2036851"/>
                <a:chOff x="3496500" y="2571724"/>
                <a:chExt cx="2151000" cy="2036851"/>
              </a:xfrm>
            </p:grpSpPr>
            <p:sp>
              <p:nvSpPr>
                <p:cNvPr id="2108" name="Google Shape;2108;p47"/>
                <p:cNvSpPr/>
                <p:nvPr/>
              </p:nvSpPr>
              <p:spPr>
                <a:xfrm>
                  <a:off x="3496500" y="4150775"/>
                  <a:ext cx="2151000" cy="457800"/>
                </a:xfrm>
                <a:prstGeom prst="ellipse">
                  <a:avLst/>
                </a:prstGeom>
                <a:solidFill>
                  <a:srgbClr val="3E285A">
                    <a:alpha val="13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9" name="Google Shape;2109;p47"/>
                <p:cNvGrpSpPr/>
                <p:nvPr/>
              </p:nvGrpSpPr>
              <p:grpSpPr>
                <a:xfrm>
                  <a:off x="3793882" y="2571724"/>
                  <a:ext cx="1391302" cy="1923996"/>
                  <a:chOff x="5016125" y="652800"/>
                  <a:chExt cx="2922289" cy="4041160"/>
                </a:xfrm>
              </p:grpSpPr>
              <p:sp>
                <p:nvSpPr>
                  <p:cNvPr id="2110" name="Google Shape;2110;p47"/>
                  <p:cNvSpPr/>
                  <p:nvPr/>
                </p:nvSpPr>
                <p:spPr>
                  <a:xfrm>
                    <a:off x="5789289" y="802982"/>
                    <a:ext cx="739857" cy="1340441"/>
                  </a:xfrm>
                  <a:custGeom>
                    <a:avLst/>
                    <a:gdLst/>
                    <a:ahLst/>
                    <a:cxnLst/>
                    <a:rect l="l" t="t" r="r" b="b"/>
                    <a:pathLst>
                      <a:path w="4621" h="8372" extrusionOk="0">
                        <a:moveTo>
                          <a:pt x="2524" y="0"/>
                        </a:moveTo>
                        <a:cubicBezTo>
                          <a:pt x="2117" y="0"/>
                          <a:pt x="1612" y="93"/>
                          <a:pt x="1118" y="431"/>
                        </a:cubicBezTo>
                        <a:cubicBezTo>
                          <a:pt x="0" y="1180"/>
                          <a:pt x="231" y="2395"/>
                          <a:pt x="444" y="2857"/>
                        </a:cubicBezTo>
                        <a:cubicBezTo>
                          <a:pt x="638" y="3301"/>
                          <a:pt x="1215" y="4146"/>
                          <a:pt x="1081" y="4742"/>
                        </a:cubicBezTo>
                        <a:cubicBezTo>
                          <a:pt x="947" y="5338"/>
                          <a:pt x="310" y="5782"/>
                          <a:pt x="485" y="6651"/>
                        </a:cubicBezTo>
                        <a:cubicBezTo>
                          <a:pt x="656" y="7515"/>
                          <a:pt x="1137" y="7898"/>
                          <a:pt x="1696" y="8171"/>
                        </a:cubicBezTo>
                        <a:cubicBezTo>
                          <a:pt x="2037" y="8340"/>
                          <a:pt x="2927" y="8371"/>
                          <a:pt x="3538" y="8371"/>
                        </a:cubicBezTo>
                        <a:cubicBezTo>
                          <a:pt x="3896" y="8371"/>
                          <a:pt x="4159" y="8360"/>
                          <a:pt x="4159" y="8360"/>
                        </a:cubicBezTo>
                        <a:cubicBezTo>
                          <a:pt x="4159" y="8360"/>
                          <a:pt x="4334" y="7496"/>
                          <a:pt x="4487" y="6092"/>
                        </a:cubicBezTo>
                        <a:cubicBezTo>
                          <a:pt x="4621" y="4705"/>
                          <a:pt x="4584" y="2797"/>
                          <a:pt x="4487" y="2086"/>
                        </a:cubicBezTo>
                        <a:cubicBezTo>
                          <a:pt x="4390" y="1393"/>
                          <a:pt x="4182" y="759"/>
                          <a:pt x="4066" y="584"/>
                        </a:cubicBezTo>
                        <a:cubicBezTo>
                          <a:pt x="3951" y="390"/>
                          <a:pt x="3373" y="140"/>
                          <a:pt x="3373" y="140"/>
                        </a:cubicBezTo>
                        <a:cubicBezTo>
                          <a:pt x="3373" y="140"/>
                          <a:pt x="3023" y="0"/>
                          <a:pt x="2524" y="0"/>
                        </a:cubicBezTo>
                        <a:close/>
                      </a:path>
                    </a:pathLst>
                  </a:custGeom>
                  <a:solidFill>
                    <a:srgbClr val="886A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7"/>
                  <p:cNvSpPr/>
                  <p:nvPr/>
                </p:nvSpPr>
                <p:spPr>
                  <a:xfrm>
                    <a:off x="5817308" y="794496"/>
                    <a:ext cx="718562" cy="1358053"/>
                  </a:xfrm>
                  <a:custGeom>
                    <a:avLst/>
                    <a:gdLst/>
                    <a:ahLst/>
                    <a:cxnLst/>
                    <a:rect l="l" t="t" r="r" b="b"/>
                    <a:pathLst>
                      <a:path w="4488" h="8482" extrusionOk="0">
                        <a:moveTo>
                          <a:pt x="2275" y="109"/>
                        </a:moveTo>
                        <a:cubicBezTo>
                          <a:pt x="2347" y="109"/>
                          <a:pt x="2416" y="113"/>
                          <a:pt x="2482" y="119"/>
                        </a:cubicBezTo>
                        <a:cubicBezTo>
                          <a:pt x="2889" y="138"/>
                          <a:pt x="3175" y="253"/>
                          <a:pt x="3175" y="253"/>
                        </a:cubicBezTo>
                        <a:cubicBezTo>
                          <a:pt x="3175" y="253"/>
                          <a:pt x="3314" y="309"/>
                          <a:pt x="3466" y="387"/>
                        </a:cubicBezTo>
                        <a:cubicBezTo>
                          <a:pt x="3563" y="424"/>
                          <a:pt x="3637" y="484"/>
                          <a:pt x="3697" y="521"/>
                        </a:cubicBezTo>
                        <a:cubicBezTo>
                          <a:pt x="3776" y="581"/>
                          <a:pt x="3831" y="618"/>
                          <a:pt x="3850" y="655"/>
                        </a:cubicBezTo>
                        <a:cubicBezTo>
                          <a:pt x="3891" y="734"/>
                          <a:pt x="3984" y="946"/>
                          <a:pt x="4062" y="1214"/>
                        </a:cubicBezTo>
                        <a:cubicBezTo>
                          <a:pt x="4141" y="1464"/>
                          <a:pt x="4215" y="1792"/>
                          <a:pt x="4275" y="2157"/>
                        </a:cubicBezTo>
                        <a:cubicBezTo>
                          <a:pt x="4372" y="2850"/>
                          <a:pt x="4390" y="4758"/>
                          <a:pt x="4256" y="6145"/>
                        </a:cubicBezTo>
                        <a:cubicBezTo>
                          <a:pt x="4122" y="7512"/>
                          <a:pt x="3947" y="8339"/>
                          <a:pt x="3947" y="8358"/>
                        </a:cubicBezTo>
                        <a:cubicBezTo>
                          <a:pt x="3910" y="8376"/>
                          <a:pt x="3485" y="8376"/>
                          <a:pt x="2967" y="8376"/>
                        </a:cubicBezTo>
                        <a:cubicBezTo>
                          <a:pt x="2676" y="8358"/>
                          <a:pt x="2390" y="8358"/>
                          <a:pt x="2135" y="8321"/>
                        </a:cubicBezTo>
                        <a:cubicBezTo>
                          <a:pt x="1886" y="8279"/>
                          <a:pt x="1655" y="8242"/>
                          <a:pt x="1539" y="8182"/>
                        </a:cubicBezTo>
                        <a:cubicBezTo>
                          <a:pt x="1003" y="7914"/>
                          <a:pt x="518" y="7549"/>
                          <a:pt x="347" y="6704"/>
                        </a:cubicBezTo>
                        <a:cubicBezTo>
                          <a:pt x="269" y="6279"/>
                          <a:pt x="384" y="5969"/>
                          <a:pt x="541" y="5683"/>
                        </a:cubicBezTo>
                        <a:cubicBezTo>
                          <a:pt x="694" y="5391"/>
                          <a:pt x="888" y="5123"/>
                          <a:pt x="962" y="4814"/>
                        </a:cubicBezTo>
                        <a:cubicBezTo>
                          <a:pt x="1022" y="4486"/>
                          <a:pt x="906" y="4121"/>
                          <a:pt x="749" y="3774"/>
                        </a:cubicBezTo>
                        <a:cubicBezTo>
                          <a:pt x="597" y="3428"/>
                          <a:pt x="403" y="3100"/>
                          <a:pt x="310" y="2892"/>
                        </a:cubicBezTo>
                        <a:cubicBezTo>
                          <a:pt x="213" y="2661"/>
                          <a:pt x="116" y="2254"/>
                          <a:pt x="153" y="1811"/>
                        </a:cubicBezTo>
                        <a:cubicBezTo>
                          <a:pt x="213" y="1367"/>
                          <a:pt x="426" y="886"/>
                          <a:pt x="962" y="521"/>
                        </a:cubicBezTo>
                        <a:cubicBezTo>
                          <a:pt x="1418" y="213"/>
                          <a:pt x="1887" y="109"/>
                          <a:pt x="2275" y="109"/>
                        </a:cubicBezTo>
                        <a:close/>
                        <a:moveTo>
                          <a:pt x="2342" y="0"/>
                        </a:moveTo>
                        <a:cubicBezTo>
                          <a:pt x="1924" y="0"/>
                          <a:pt x="1408" y="99"/>
                          <a:pt x="906" y="443"/>
                        </a:cubicBezTo>
                        <a:cubicBezTo>
                          <a:pt x="347" y="831"/>
                          <a:pt x="116" y="1330"/>
                          <a:pt x="56" y="1792"/>
                        </a:cubicBezTo>
                        <a:cubicBezTo>
                          <a:pt x="1" y="2273"/>
                          <a:pt x="116" y="2698"/>
                          <a:pt x="213" y="2929"/>
                        </a:cubicBezTo>
                        <a:cubicBezTo>
                          <a:pt x="329" y="3160"/>
                          <a:pt x="518" y="3488"/>
                          <a:pt x="675" y="3816"/>
                        </a:cubicBezTo>
                        <a:cubicBezTo>
                          <a:pt x="828" y="4162"/>
                          <a:pt x="925" y="4509"/>
                          <a:pt x="865" y="4795"/>
                        </a:cubicBezTo>
                        <a:cubicBezTo>
                          <a:pt x="809" y="5063"/>
                          <a:pt x="615" y="5336"/>
                          <a:pt x="444" y="5622"/>
                        </a:cubicBezTo>
                        <a:cubicBezTo>
                          <a:pt x="287" y="5932"/>
                          <a:pt x="153" y="6260"/>
                          <a:pt x="250" y="6722"/>
                        </a:cubicBezTo>
                        <a:cubicBezTo>
                          <a:pt x="426" y="7586"/>
                          <a:pt x="943" y="7993"/>
                          <a:pt x="1502" y="8261"/>
                        </a:cubicBezTo>
                        <a:cubicBezTo>
                          <a:pt x="1636" y="8339"/>
                          <a:pt x="1867" y="8395"/>
                          <a:pt x="2117" y="8413"/>
                        </a:cubicBezTo>
                        <a:cubicBezTo>
                          <a:pt x="2390" y="8455"/>
                          <a:pt x="2676" y="8473"/>
                          <a:pt x="2967" y="8473"/>
                        </a:cubicBezTo>
                        <a:cubicBezTo>
                          <a:pt x="3146" y="8480"/>
                          <a:pt x="3321" y="8482"/>
                          <a:pt x="3475" y="8482"/>
                        </a:cubicBezTo>
                        <a:cubicBezTo>
                          <a:pt x="3783" y="8482"/>
                          <a:pt x="4007" y="8473"/>
                          <a:pt x="4007" y="8473"/>
                        </a:cubicBezTo>
                        <a:lnTo>
                          <a:pt x="4044" y="8473"/>
                        </a:lnTo>
                        <a:lnTo>
                          <a:pt x="4044" y="8436"/>
                        </a:lnTo>
                        <a:cubicBezTo>
                          <a:pt x="4044" y="8436"/>
                          <a:pt x="4215" y="7549"/>
                          <a:pt x="4353" y="6163"/>
                        </a:cubicBezTo>
                        <a:cubicBezTo>
                          <a:pt x="4487" y="4758"/>
                          <a:pt x="4469" y="2850"/>
                          <a:pt x="4372" y="2139"/>
                        </a:cubicBezTo>
                        <a:cubicBezTo>
                          <a:pt x="4312" y="1774"/>
                          <a:pt x="4238" y="1446"/>
                          <a:pt x="4159" y="1178"/>
                        </a:cubicBezTo>
                        <a:cubicBezTo>
                          <a:pt x="4081" y="905"/>
                          <a:pt x="3984" y="715"/>
                          <a:pt x="3928" y="600"/>
                        </a:cubicBezTo>
                        <a:cubicBezTo>
                          <a:pt x="3891" y="558"/>
                          <a:pt x="3831" y="503"/>
                          <a:pt x="3753" y="443"/>
                        </a:cubicBezTo>
                        <a:cubicBezTo>
                          <a:pt x="3679" y="406"/>
                          <a:pt x="3600" y="350"/>
                          <a:pt x="3522" y="309"/>
                        </a:cubicBezTo>
                        <a:cubicBezTo>
                          <a:pt x="3369" y="212"/>
                          <a:pt x="3217" y="156"/>
                          <a:pt x="3217" y="156"/>
                        </a:cubicBezTo>
                        <a:cubicBezTo>
                          <a:pt x="3217" y="156"/>
                          <a:pt x="2926" y="41"/>
                          <a:pt x="2482" y="4"/>
                        </a:cubicBezTo>
                        <a:cubicBezTo>
                          <a:pt x="2437" y="2"/>
                          <a:pt x="2390" y="0"/>
                          <a:pt x="234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7"/>
                  <p:cNvSpPr/>
                  <p:nvPr/>
                </p:nvSpPr>
                <p:spPr>
                  <a:xfrm>
                    <a:off x="7117869" y="2323377"/>
                    <a:ext cx="557975" cy="613381"/>
                  </a:xfrm>
                  <a:custGeom>
                    <a:avLst/>
                    <a:gdLst/>
                    <a:ahLst/>
                    <a:cxnLst/>
                    <a:rect l="l" t="t" r="r" b="b"/>
                    <a:pathLst>
                      <a:path w="3485" h="3831" extrusionOk="0">
                        <a:moveTo>
                          <a:pt x="2122" y="1"/>
                        </a:moveTo>
                        <a:lnTo>
                          <a:pt x="1" y="1313"/>
                        </a:lnTo>
                        <a:cubicBezTo>
                          <a:pt x="1" y="1313"/>
                          <a:pt x="1313" y="3526"/>
                          <a:pt x="1983" y="3757"/>
                        </a:cubicBezTo>
                        <a:cubicBezTo>
                          <a:pt x="2129" y="3806"/>
                          <a:pt x="2274" y="3831"/>
                          <a:pt x="2410" y="3831"/>
                        </a:cubicBezTo>
                        <a:cubicBezTo>
                          <a:pt x="2921" y="3831"/>
                          <a:pt x="3330" y="3488"/>
                          <a:pt x="3392" y="2773"/>
                        </a:cubicBezTo>
                        <a:cubicBezTo>
                          <a:pt x="3485" y="1868"/>
                          <a:pt x="2122" y="1"/>
                          <a:pt x="2122"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7"/>
                  <p:cNvSpPr/>
                  <p:nvPr/>
                </p:nvSpPr>
                <p:spPr>
                  <a:xfrm>
                    <a:off x="7109063" y="2311689"/>
                    <a:ext cx="566781" cy="631314"/>
                  </a:xfrm>
                  <a:custGeom>
                    <a:avLst/>
                    <a:gdLst/>
                    <a:ahLst/>
                    <a:cxnLst/>
                    <a:rect l="l" t="t" r="r" b="b"/>
                    <a:pathLst>
                      <a:path w="3540" h="3943" extrusionOk="0">
                        <a:moveTo>
                          <a:pt x="2177" y="153"/>
                        </a:moveTo>
                        <a:cubicBezTo>
                          <a:pt x="2195" y="171"/>
                          <a:pt x="2482" y="596"/>
                          <a:pt x="2810" y="1155"/>
                        </a:cubicBezTo>
                        <a:cubicBezTo>
                          <a:pt x="3138" y="1733"/>
                          <a:pt x="3447" y="2426"/>
                          <a:pt x="3387" y="2846"/>
                        </a:cubicBezTo>
                        <a:cubicBezTo>
                          <a:pt x="3350" y="3271"/>
                          <a:pt x="3175" y="3558"/>
                          <a:pt x="2944" y="3715"/>
                        </a:cubicBezTo>
                        <a:cubicBezTo>
                          <a:pt x="2812" y="3802"/>
                          <a:pt x="2649" y="3845"/>
                          <a:pt x="2474" y="3845"/>
                        </a:cubicBezTo>
                        <a:cubicBezTo>
                          <a:pt x="2341" y="3845"/>
                          <a:pt x="2200" y="3820"/>
                          <a:pt x="2061" y="3770"/>
                        </a:cubicBezTo>
                        <a:cubicBezTo>
                          <a:pt x="1904" y="3733"/>
                          <a:pt x="1715" y="3558"/>
                          <a:pt x="1484" y="3308"/>
                        </a:cubicBezTo>
                        <a:cubicBezTo>
                          <a:pt x="1271" y="3077"/>
                          <a:pt x="1040" y="2791"/>
                          <a:pt x="846" y="2500"/>
                        </a:cubicBezTo>
                        <a:cubicBezTo>
                          <a:pt x="444" y="1922"/>
                          <a:pt x="153" y="1442"/>
                          <a:pt x="134" y="1405"/>
                        </a:cubicBezTo>
                        <a:lnTo>
                          <a:pt x="2177" y="153"/>
                        </a:lnTo>
                        <a:close/>
                        <a:moveTo>
                          <a:pt x="2195" y="0"/>
                        </a:moveTo>
                        <a:lnTo>
                          <a:pt x="0" y="1363"/>
                        </a:lnTo>
                        <a:lnTo>
                          <a:pt x="19" y="1405"/>
                        </a:lnTo>
                        <a:cubicBezTo>
                          <a:pt x="19" y="1405"/>
                          <a:pt x="347" y="1964"/>
                          <a:pt x="749" y="2560"/>
                        </a:cubicBezTo>
                        <a:cubicBezTo>
                          <a:pt x="961" y="2846"/>
                          <a:pt x="1192" y="3137"/>
                          <a:pt x="1405" y="3387"/>
                        </a:cubicBezTo>
                        <a:cubicBezTo>
                          <a:pt x="1636" y="3618"/>
                          <a:pt x="1849" y="3812"/>
                          <a:pt x="2038" y="3867"/>
                        </a:cubicBezTo>
                        <a:cubicBezTo>
                          <a:pt x="2187" y="3917"/>
                          <a:pt x="2337" y="3942"/>
                          <a:pt x="2480" y="3942"/>
                        </a:cubicBezTo>
                        <a:cubicBezTo>
                          <a:pt x="2670" y="3942"/>
                          <a:pt x="2849" y="3899"/>
                          <a:pt x="3004" y="3812"/>
                        </a:cubicBezTo>
                        <a:cubicBezTo>
                          <a:pt x="3272" y="3636"/>
                          <a:pt x="3447" y="3308"/>
                          <a:pt x="3503" y="2846"/>
                        </a:cubicBezTo>
                        <a:cubicBezTo>
                          <a:pt x="3540" y="2366"/>
                          <a:pt x="3216" y="1673"/>
                          <a:pt x="2888" y="1095"/>
                        </a:cubicBezTo>
                        <a:cubicBezTo>
                          <a:pt x="2560" y="518"/>
                          <a:pt x="2214" y="37"/>
                          <a:pt x="2214" y="37"/>
                        </a:cubicBezTo>
                        <a:lnTo>
                          <a:pt x="219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7"/>
                  <p:cNvSpPr/>
                  <p:nvPr/>
                </p:nvSpPr>
                <p:spPr>
                  <a:xfrm>
                    <a:off x="5354915" y="2392384"/>
                    <a:ext cx="703032" cy="748834"/>
                  </a:xfrm>
                  <a:custGeom>
                    <a:avLst/>
                    <a:gdLst/>
                    <a:ahLst/>
                    <a:cxnLst/>
                    <a:rect l="l" t="t" r="r" b="b"/>
                    <a:pathLst>
                      <a:path w="4391" h="4677" extrusionOk="0">
                        <a:moveTo>
                          <a:pt x="2197" y="0"/>
                        </a:moveTo>
                        <a:cubicBezTo>
                          <a:pt x="2099" y="0"/>
                          <a:pt x="2043" y="14"/>
                          <a:pt x="2043" y="14"/>
                        </a:cubicBezTo>
                        <a:cubicBezTo>
                          <a:pt x="2043" y="14"/>
                          <a:pt x="773" y="2227"/>
                          <a:pt x="384" y="2804"/>
                        </a:cubicBezTo>
                        <a:cubicBezTo>
                          <a:pt x="1" y="3382"/>
                          <a:pt x="329" y="4135"/>
                          <a:pt x="865" y="4422"/>
                        </a:cubicBezTo>
                        <a:cubicBezTo>
                          <a:pt x="1146" y="4573"/>
                          <a:pt x="1406" y="4677"/>
                          <a:pt x="1666" y="4677"/>
                        </a:cubicBezTo>
                        <a:cubicBezTo>
                          <a:pt x="1907" y="4677"/>
                          <a:pt x="2149" y="4588"/>
                          <a:pt x="2408" y="4366"/>
                        </a:cubicBezTo>
                        <a:cubicBezTo>
                          <a:pt x="2944" y="3904"/>
                          <a:pt x="4390" y="1418"/>
                          <a:pt x="4390" y="1418"/>
                        </a:cubicBezTo>
                        <a:cubicBezTo>
                          <a:pt x="4390" y="1418"/>
                          <a:pt x="3582" y="554"/>
                          <a:pt x="3004" y="245"/>
                        </a:cubicBezTo>
                        <a:cubicBezTo>
                          <a:pt x="2653" y="38"/>
                          <a:pt x="2364" y="0"/>
                          <a:pt x="2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7"/>
                  <p:cNvSpPr/>
                  <p:nvPr/>
                </p:nvSpPr>
                <p:spPr>
                  <a:xfrm>
                    <a:off x="5376369" y="2384538"/>
                    <a:ext cx="690384" cy="765486"/>
                  </a:xfrm>
                  <a:custGeom>
                    <a:avLst/>
                    <a:gdLst/>
                    <a:ahLst/>
                    <a:cxnLst/>
                    <a:rect l="l" t="t" r="r" b="b"/>
                    <a:pathLst>
                      <a:path w="4312" h="4781" extrusionOk="0">
                        <a:moveTo>
                          <a:pt x="2177" y="100"/>
                        </a:moveTo>
                        <a:cubicBezTo>
                          <a:pt x="2330" y="123"/>
                          <a:pt x="2579" y="178"/>
                          <a:pt x="2852" y="331"/>
                        </a:cubicBezTo>
                        <a:cubicBezTo>
                          <a:pt x="3388" y="622"/>
                          <a:pt x="4141" y="1430"/>
                          <a:pt x="4178" y="1467"/>
                        </a:cubicBezTo>
                        <a:cubicBezTo>
                          <a:pt x="4178" y="1509"/>
                          <a:pt x="3831" y="2086"/>
                          <a:pt x="3429" y="2738"/>
                        </a:cubicBezTo>
                        <a:cubicBezTo>
                          <a:pt x="3198" y="3084"/>
                          <a:pt x="2986" y="3431"/>
                          <a:pt x="2773" y="3741"/>
                        </a:cubicBezTo>
                        <a:cubicBezTo>
                          <a:pt x="2561" y="4027"/>
                          <a:pt x="2371" y="4281"/>
                          <a:pt x="2233" y="4374"/>
                        </a:cubicBezTo>
                        <a:cubicBezTo>
                          <a:pt x="1983" y="4605"/>
                          <a:pt x="1752" y="4683"/>
                          <a:pt x="1503" y="4683"/>
                        </a:cubicBezTo>
                        <a:cubicBezTo>
                          <a:pt x="1272" y="4665"/>
                          <a:pt x="1022" y="4568"/>
                          <a:pt x="754" y="4434"/>
                        </a:cubicBezTo>
                        <a:cubicBezTo>
                          <a:pt x="500" y="4281"/>
                          <a:pt x="292" y="4027"/>
                          <a:pt x="195" y="3759"/>
                        </a:cubicBezTo>
                        <a:cubicBezTo>
                          <a:pt x="98" y="3473"/>
                          <a:pt x="116" y="3144"/>
                          <a:pt x="292" y="2872"/>
                        </a:cubicBezTo>
                        <a:cubicBezTo>
                          <a:pt x="676" y="2294"/>
                          <a:pt x="1928" y="160"/>
                          <a:pt x="1946" y="123"/>
                        </a:cubicBezTo>
                        <a:cubicBezTo>
                          <a:pt x="1946" y="123"/>
                          <a:pt x="2025" y="100"/>
                          <a:pt x="2177" y="100"/>
                        </a:cubicBezTo>
                        <a:close/>
                        <a:moveTo>
                          <a:pt x="2072" y="0"/>
                        </a:moveTo>
                        <a:cubicBezTo>
                          <a:pt x="1957" y="0"/>
                          <a:pt x="1886" y="26"/>
                          <a:pt x="1886" y="26"/>
                        </a:cubicBezTo>
                        <a:lnTo>
                          <a:pt x="1868" y="26"/>
                        </a:lnTo>
                        <a:lnTo>
                          <a:pt x="1868" y="44"/>
                        </a:lnTo>
                        <a:cubicBezTo>
                          <a:pt x="1868" y="44"/>
                          <a:pt x="578" y="2257"/>
                          <a:pt x="213" y="2816"/>
                        </a:cubicBezTo>
                        <a:cubicBezTo>
                          <a:pt x="1" y="3126"/>
                          <a:pt x="1" y="3473"/>
                          <a:pt x="98" y="3777"/>
                        </a:cubicBezTo>
                        <a:cubicBezTo>
                          <a:pt x="213" y="4087"/>
                          <a:pt x="426" y="4355"/>
                          <a:pt x="712" y="4512"/>
                        </a:cubicBezTo>
                        <a:cubicBezTo>
                          <a:pt x="985" y="4665"/>
                          <a:pt x="1235" y="4762"/>
                          <a:pt x="1503" y="4780"/>
                        </a:cubicBezTo>
                        <a:cubicBezTo>
                          <a:pt x="1771" y="4780"/>
                          <a:pt x="2043" y="4702"/>
                          <a:pt x="2311" y="4452"/>
                        </a:cubicBezTo>
                        <a:cubicBezTo>
                          <a:pt x="2445" y="4337"/>
                          <a:pt x="2639" y="4087"/>
                          <a:pt x="2852" y="3796"/>
                        </a:cubicBezTo>
                        <a:cubicBezTo>
                          <a:pt x="3064" y="3491"/>
                          <a:pt x="3295" y="3144"/>
                          <a:pt x="3503" y="2798"/>
                        </a:cubicBezTo>
                        <a:cubicBezTo>
                          <a:pt x="3928" y="2105"/>
                          <a:pt x="4293" y="1486"/>
                          <a:pt x="4293" y="1486"/>
                        </a:cubicBezTo>
                        <a:lnTo>
                          <a:pt x="4312" y="1449"/>
                        </a:lnTo>
                        <a:lnTo>
                          <a:pt x="4293" y="1430"/>
                        </a:lnTo>
                        <a:cubicBezTo>
                          <a:pt x="4293" y="1430"/>
                          <a:pt x="3485" y="562"/>
                          <a:pt x="2907" y="238"/>
                        </a:cubicBezTo>
                        <a:cubicBezTo>
                          <a:pt x="2621" y="81"/>
                          <a:pt x="2371" y="26"/>
                          <a:pt x="2177" y="7"/>
                        </a:cubicBezTo>
                        <a:cubicBezTo>
                          <a:pt x="2139" y="2"/>
                          <a:pt x="2104" y="0"/>
                          <a:pt x="207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7"/>
                  <p:cNvSpPr/>
                  <p:nvPr/>
                </p:nvSpPr>
                <p:spPr>
                  <a:xfrm>
                    <a:off x="5604364" y="2029257"/>
                    <a:ext cx="533478" cy="769329"/>
                  </a:xfrm>
                  <a:custGeom>
                    <a:avLst/>
                    <a:gdLst/>
                    <a:ahLst/>
                    <a:cxnLst/>
                    <a:rect l="l" t="t" r="r" b="b"/>
                    <a:pathLst>
                      <a:path w="3332" h="4805" extrusionOk="0">
                        <a:moveTo>
                          <a:pt x="2666" y="1"/>
                        </a:moveTo>
                        <a:cubicBezTo>
                          <a:pt x="1904" y="1"/>
                          <a:pt x="1334" y="535"/>
                          <a:pt x="947" y="1011"/>
                        </a:cubicBezTo>
                        <a:cubicBezTo>
                          <a:pt x="485" y="1533"/>
                          <a:pt x="0" y="2573"/>
                          <a:pt x="0" y="2573"/>
                        </a:cubicBezTo>
                        <a:lnTo>
                          <a:pt x="3027" y="4804"/>
                        </a:lnTo>
                        <a:cubicBezTo>
                          <a:pt x="3027" y="4804"/>
                          <a:pt x="3258" y="3206"/>
                          <a:pt x="3295" y="1880"/>
                        </a:cubicBezTo>
                        <a:cubicBezTo>
                          <a:pt x="3331" y="549"/>
                          <a:pt x="2985" y="31"/>
                          <a:pt x="2985" y="31"/>
                        </a:cubicBezTo>
                        <a:cubicBezTo>
                          <a:pt x="2875" y="10"/>
                          <a:pt x="2769" y="1"/>
                          <a:pt x="26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7"/>
                  <p:cNvSpPr/>
                  <p:nvPr/>
                </p:nvSpPr>
                <p:spPr>
                  <a:xfrm>
                    <a:off x="5595397" y="2022052"/>
                    <a:ext cx="549169" cy="792064"/>
                  </a:xfrm>
                  <a:custGeom>
                    <a:avLst/>
                    <a:gdLst/>
                    <a:ahLst/>
                    <a:cxnLst/>
                    <a:rect l="l" t="t" r="r" b="b"/>
                    <a:pathLst>
                      <a:path w="3430" h="4947" extrusionOk="0">
                        <a:moveTo>
                          <a:pt x="2711" y="104"/>
                        </a:moveTo>
                        <a:cubicBezTo>
                          <a:pt x="2810" y="104"/>
                          <a:pt x="2913" y="113"/>
                          <a:pt x="3022" y="132"/>
                        </a:cubicBezTo>
                        <a:cubicBezTo>
                          <a:pt x="3022" y="132"/>
                          <a:pt x="3101" y="229"/>
                          <a:pt x="3175" y="515"/>
                        </a:cubicBezTo>
                        <a:cubicBezTo>
                          <a:pt x="3253" y="806"/>
                          <a:pt x="3332" y="1250"/>
                          <a:pt x="3314" y="1925"/>
                        </a:cubicBezTo>
                        <a:cubicBezTo>
                          <a:pt x="3272" y="3214"/>
                          <a:pt x="3041" y="4674"/>
                          <a:pt x="3022" y="4752"/>
                        </a:cubicBezTo>
                        <a:lnTo>
                          <a:pt x="116" y="2595"/>
                        </a:lnTo>
                        <a:cubicBezTo>
                          <a:pt x="153" y="2539"/>
                          <a:pt x="615" y="1596"/>
                          <a:pt x="1040" y="1074"/>
                        </a:cubicBezTo>
                        <a:cubicBezTo>
                          <a:pt x="1253" y="825"/>
                          <a:pt x="1539" y="538"/>
                          <a:pt x="1867" y="344"/>
                        </a:cubicBezTo>
                        <a:cubicBezTo>
                          <a:pt x="2118" y="196"/>
                          <a:pt x="2390" y="104"/>
                          <a:pt x="2711" y="104"/>
                        </a:cubicBezTo>
                        <a:close/>
                        <a:moveTo>
                          <a:pt x="2718" y="0"/>
                        </a:moveTo>
                        <a:cubicBezTo>
                          <a:pt x="2378" y="0"/>
                          <a:pt x="2074" y="105"/>
                          <a:pt x="1812" y="266"/>
                        </a:cubicBezTo>
                        <a:cubicBezTo>
                          <a:pt x="1465" y="460"/>
                          <a:pt x="1193" y="746"/>
                          <a:pt x="962" y="1019"/>
                        </a:cubicBezTo>
                        <a:cubicBezTo>
                          <a:pt x="500" y="1555"/>
                          <a:pt x="19" y="2595"/>
                          <a:pt x="19" y="2595"/>
                        </a:cubicBezTo>
                        <a:lnTo>
                          <a:pt x="1" y="2636"/>
                        </a:lnTo>
                        <a:lnTo>
                          <a:pt x="3101" y="4946"/>
                        </a:lnTo>
                        <a:lnTo>
                          <a:pt x="3119" y="4868"/>
                        </a:lnTo>
                        <a:cubicBezTo>
                          <a:pt x="3119" y="4868"/>
                          <a:pt x="3369" y="3251"/>
                          <a:pt x="3406" y="1925"/>
                        </a:cubicBezTo>
                        <a:cubicBezTo>
                          <a:pt x="3429" y="1250"/>
                          <a:pt x="3351" y="788"/>
                          <a:pt x="3272" y="478"/>
                        </a:cubicBezTo>
                        <a:cubicBezTo>
                          <a:pt x="3175" y="192"/>
                          <a:pt x="3083" y="53"/>
                          <a:pt x="3083" y="53"/>
                        </a:cubicBezTo>
                        <a:lnTo>
                          <a:pt x="3083" y="35"/>
                        </a:lnTo>
                        <a:lnTo>
                          <a:pt x="3059" y="35"/>
                        </a:lnTo>
                        <a:cubicBezTo>
                          <a:pt x="2942" y="11"/>
                          <a:pt x="2828" y="0"/>
                          <a:pt x="271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7"/>
                  <p:cNvSpPr/>
                  <p:nvPr/>
                </p:nvSpPr>
                <p:spPr>
                  <a:xfrm>
                    <a:off x="6840561" y="2018529"/>
                    <a:ext cx="672612" cy="780056"/>
                  </a:xfrm>
                  <a:custGeom>
                    <a:avLst/>
                    <a:gdLst/>
                    <a:ahLst/>
                    <a:cxnLst/>
                    <a:rect l="l" t="t" r="r" b="b"/>
                    <a:pathLst>
                      <a:path w="4201" h="4872" extrusionOk="0">
                        <a:moveTo>
                          <a:pt x="1222" y="0"/>
                        </a:moveTo>
                        <a:cubicBezTo>
                          <a:pt x="946" y="0"/>
                          <a:pt x="662" y="40"/>
                          <a:pt x="347" y="98"/>
                        </a:cubicBezTo>
                        <a:cubicBezTo>
                          <a:pt x="347" y="98"/>
                          <a:pt x="0" y="616"/>
                          <a:pt x="42" y="1947"/>
                        </a:cubicBezTo>
                        <a:cubicBezTo>
                          <a:pt x="79" y="3273"/>
                          <a:pt x="328" y="4871"/>
                          <a:pt x="328" y="4871"/>
                        </a:cubicBezTo>
                        <a:lnTo>
                          <a:pt x="4200" y="2233"/>
                        </a:lnTo>
                        <a:cubicBezTo>
                          <a:pt x="4200" y="2233"/>
                          <a:pt x="3794" y="1138"/>
                          <a:pt x="2985" y="616"/>
                        </a:cubicBezTo>
                        <a:cubicBezTo>
                          <a:pt x="2293" y="155"/>
                          <a:pt x="1772" y="0"/>
                          <a:pt x="12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7"/>
                  <p:cNvSpPr/>
                  <p:nvPr/>
                </p:nvSpPr>
                <p:spPr>
                  <a:xfrm>
                    <a:off x="6837519" y="2011004"/>
                    <a:ext cx="684460" cy="803112"/>
                  </a:xfrm>
                  <a:custGeom>
                    <a:avLst/>
                    <a:gdLst/>
                    <a:ahLst/>
                    <a:cxnLst/>
                    <a:rect l="l" t="t" r="r" b="b"/>
                    <a:pathLst>
                      <a:path w="4275" h="5016" extrusionOk="0">
                        <a:moveTo>
                          <a:pt x="1268" y="96"/>
                        </a:moveTo>
                        <a:cubicBezTo>
                          <a:pt x="1393" y="96"/>
                          <a:pt x="1514" y="105"/>
                          <a:pt x="1636" y="122"/>
                        </a:cubicBezTo>
                        <a:cubicBezTo>
                          <a:pt x="2043" y="201"/>
                          <a:pt x="2463" y="353"/>
                          <a:pt x="2985" y="700"/>
                        </a:cubicBezTo>
                        <a:cubicBezTo>
                          <a:pt x="3734" y="1203"/>
                          <a:pt x="4122" y="2201"/>
                          <a:pt x="4159" y="2262"/>
                        </a:cubicBezTo>
                        <a:lnTo>
                          <a:pt x="384" y="4840"/>
                        </a:lnTo>
                        <a:cubicBezTo>
                          <a:pt x="366" y="4743"/>
                          <a:pt x="153" y="3283"/>
                          <a:pt x="116" y="1994"/>
                        </a:cubicBezTo>
                        <a:cubicBezTo>
                          <a:pt x="98" y="1319"/>
                          <a:pt x="176" y="875"/>
                          <a:pt x="250" y="584"/>
                        </a:cubicBezTo>
                        <a:cubicBezTo>
                          <a:pt x="329" y="298"/>
                          <a:pt x="407" y="201"/>
                          <a:pt x="407" y="201"/>
                        </a:cubicBezTo>
                        <a:cubicBezTo>
                          <a:pt x="722" y="135"/>
                          <a:pt x="1001" y="96"/>
                          <a:pt x="1268" y="96"/>
                        </a:cubicBezTo>
                        <a:close/>
                        <a:moveTo>
                          <a:pt x="1240" y="1"/>
                        </a:moveTo>
                        <a:cubicBezTo>
                          <a:pt x="960" y="1"/>
                          <a:pt x="675" y="39"/>
                          <a:pt x="366" y="104"/>
                        </a:cubicBezTo>
                        <a:lnTo>
                          <a:pt x="347" y="104"/>
                        </a:lnTo>
                        <a:lnTo>
                          <a:pt x="329" y="122"/>
                        </a:lnTo>
                        <a:cubicBezTo>
                          <a:pt x="329" y="122"/>
                          <a:pt x="232" y="261"/>
                          <a:pt x="153" y="547"/>
                        </a:cubicBezTo>
                        <a:cubicBezTo>
                          <a:pt x="79" y="857"/>
                          <a:pt x="1" y="1319"/>
                          <a:pt x="19" y="1994"/>
                        </a:cubicBezTo>
                        <a:cubicBezTo>
                          <a:pt x="61" y="3320"/>
                          <a:pt x="292" y="4937"/>
                          <a:pt x="292" y="4937"/>
                        </a:cubicBezTo>
                        <a:lnTo>
                          <a:pt x="310" y="5015"/>
                        </a:lnTo>
                        <a:lnTo>
                          <a:pt x="4275" y="2299"/>
                        </a:lnTo>
                        <a:lnTo>
                          <a:pt x="4256" y="2262"/>
                        </a:lnTo>
                        <a:cubicBezTo>
                          <a:pt x="4256" y="2262"/>
                          <a:pt x="3849" y="1162"/>
                          <a:pt x="3041" y="626"/>
                        </a:cubicBezTo>
                        <a:cubicBezTo>
                          <a:pt x="2523" y="279"/>
                          <a:pt x="2080" y="104"/>
                          <a:pt x="1655" y="30"/>
                        </a:cubicBezTo>
                        <a:cubicBezTo>
                          <a:pt x="1516" y="10"/>
                          <a:pt x="1378" y="1"/>
                          <a:pt x="124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7"/>
                  <p:cNvSpPr/>
                  <p:nvPr/>
                </p:nvSpPr>
                <p:spPr>
                  <a:xfrm>
                    <a:off x="5922339" y="1974980"/>
                    <a:ext cx="1214255" cy="1674911"/>
                  </a:xfrm>
                  <a:custGeom>
                    <a:avLst/>
                    <a:gdLst/>
                    <a:ahLst/>
                    <a:cxnLst/>
                    <a:rect l="l" t="t" r="r" b="b"/>
                    <a:pathLst>
                      <a:path w="7584" h="10461" extrusionOk="0">
                        <a:moveTo>
                          <a:pt x="3755" y="0"/>
                        </a:moveTo>
                        <a:cubicBezTo>
                          <a:pt x="3727" y="0"/>
                          <a:pt x="3701" y="0"/>
                          <a:pt x="3674" y="1"/>
                        </a:cubicBezTo>
                        <a:lnTo>
                          <a:pt x="3582" y="1"/>
                        </a:lnTo>
                        <a:cubicBezTo>
                          <a:pt x="2464" y="1"/>
                          <a:pt x="999" y="370"/>
                          <a:pt x="999" y="370"/>
                        </a:cubicBezTo>
                        <a:cubicBezTo>
                          <a:pt x="999" y="370"/>
                          <a:pt x="324" y="3928"/>
                          <a:pt x="403" y="4603"/>
                        </a:cubicBezTo>
                        <a:cubicBezTo>
                          <a:pt x="463" y="5259"/>
                          <a:pt x="810" y="5624"/>
                          <a:pt x="828" y="5989"/>
                        </a:cubicBezTo>
                        <a:cubicBezTo>
                          <a:pt x="865" y="6377"/>
                          <a:pt x="1" y="10050"/>
                          <a:pt x="1" y="10050"/>
                        </a:cubicBezTo>
                        <a:cubicBezTo>
                          <a:pt x="1" y="10050"/>
                          <a:pt x="403" y="10244"/>
                          <a:pt x="1133" y="10360"/>
                        </a:cubicBezTo>
                        <a:cubicBezTo>
                          <a:pt x="1868" y="10457"/>
                          <a:pt x="2002" y="10457"/>
                          <a:pt x="2713" y="10457"/>
                        </a:cubicBezTo>
                        <a:cubicBezTo>
                          <a:pt x="2771" y="10460"/>
                          <a:pt x="2828" y="10461"/>
                          <a:pt x="2885" y="10461"/>
                        </a:cubicBezTo>
                        <a:cubicBezTo>
                          <a:pt x="3245" y="10461"/>
                          <a:pt x="3577" y="10414"/>
                          <a:pt x="3813" y="10378"/>
                        </a:cubicBezTo>
                        <a:cubicBezTo>
                          <a:pt x="4076" y="10414"/>
                          <a:pt x="4402" y="10461"/>
                          <a:pt x="4721" y="10461"/>
                        </a:cubicBezTo>
                        <a:cubicBezTo>
                          <a:pt x="4771" y="10461"/>
                          <a:pt x="4821" y="10460"/>
                          <a:pt x="4871" y="10457"/>
                        </a:cubicBezTo>
                        <a:cubicBezTo>
                          <a:pt x="5583" y="10457"/>
                          <a:pt x="5717" y="10457"/>
                          <a:pt x="6447" y="10360"/>
                        </a:cubicBezTo>
                        <a:cubicBezTo>
                          <a:pt x="7163" y="10244"/>
                          <a:pt x="7583" y="10050"/>
                          <a:pt x="7583" y="10050"/>
                        </a:cubicBezTo>
                        <a:cubicBezTo>
                          <a:pt x="7583" y="10050"/>
                          <a:pt x="6719" y="6377"/>
                          <a:pt x="6738" y="5989"/>
                        </a:cubicBezTo>
                        <a:cubicBezTo>
                          <a:pt x="6775" y="5624"/>
                          <a:pt x="7121" y="5259"/>
                          <a:pt x="7181" y="4603"/>
                        </a:cubicBezTo>
                        <a:cubicBezTo>
                          <a:pt x="7255" y="3928"/>
                          <a:pt x="6585" y="370"/>
                          <a:pt x="6585" y="370"/>
                        </a:cubicBezTo>
                        <a:cubicBezTo>
                          <a:pt x="6585" y="370"/>
                          <a:pt x="4892" y="0"/>
                          <a:pt x="37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7"/>
                  <p:cNvSpPr/>
                  <p:nvPr/>
                </p:nvSpPr>
                <p:spPr>
                  <a:xfrm>
                    <a:off x="6350789" y="1771641"/>
                    <a:ext cx="378814" cy="379621"/>
                  </a:xfrm>
                  <a:custGeom>
                    <a:avLst/>
                    <a:gdLst/>
                    <a:ahLst/>
                    <a:cxnLst/>
                    <a:rect l="l" t="t" r="r" b="b"/>
                    <a:pathLst>
                      <a:path w="2366" h="2371" extrusionOk="0">
                        <a:moveTo>
                          <a:pt x="2061" y="0"/>
                        </a:moveTo>
                        <a:lnTo>
                          <a:pt x="19" y="139"/>
                        </a:lnTo>
                        <a:lnTo>
                          <a:pt x="0" y="1811"/>
                        </a:lnTo>
                        <a:cubicBezTo>
                          <a:pt x="0" y="1811"/>
                          <a:pt x="250" y="2370"/>
                          <a:pt x="980" y="2370"/>
                        </a:cubicBezTo>
                        <a:cubicBezTo>
                          <a:pt x="1714" y="2370"/>
                          <a:pt x="2366" y="1617"/>
                          <a:pt x="2366" y="1617"/>
                        </a:cubicBezTo>
                        <a:lnTo>
                          <a:pt x="2061" y="0"/>
                        </a:ln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7"/>
                  <p:cNvSpPr/>
                  <p:nvPr/>
                </p:nvSpPr>
                <p:spPr>
                  <a:xfrm>
                    <a:off x="6341183" y="1762675"/>
                    <a:ext cx="398027" cy="397393"/>
                  </a:xfrm>
                  <a:custGeom>
                    <a:avLst/>
                    <a:gdLst/>
                    <a:ahLst/>
                    <a:cxnLst/>
                    <a:rect l="l" t="t" r="r" b="b"/>
                    <a:pathLst>
                      <a:path w="2486" h="2482" extrusionOk="0">
                        <a:moveTo>
                          <a:pt x="2079" y="116"/>
                        </a:moveTo>
                        <a:lnTo>
                          <a:pt x="2389" y="1655"/>
                        </a:lnTo>
                        <a:cubicBezTo>
                          <a:pt x="2352" y="1673"/>
                          <a:pt x="1733" y="2366"/>
                          <a:pt x="1040" y="2366"/>
                        </a:cubicBezTo>
                        <a:cubicBezTo>
                          <a:pt x="1025" y="2367"/>
                          <a:pt x="1010" y="2367"/>
                          <a:pt x="995" y="2367"/>
                        </a:cubicBezTo>
                        <a:cubicBezTo>
                          <a:pt x="337" y="2367"/>
                          <a:pt x="116" y="1867"/>
                          <a:pt x="116" y="1867"/>
                        </a:cubicBezTo>
                        <a:lnTo>
                          <a:pt x="116" y="250"/>
                        </a:lnTo>
                        <a:lnTo>
                          <a:pt x="2079" y="116"/>
                        </a:lnTo>
                        <a:close/>
                        <a:moveTo>
                          <a:pt x="2158" y="1"/>
                        </a:moveTo>
                        <a:lnTo>
                          <a:pt x="19" y="153"/>
                        </a:lnTo>
                        <a:lnTo>
                          <a:pt x="19" y="195"/>
                        </a:lnTo>
                        <a:lnTo>
                          <a:pt x="0" y="1886"/>
                        </a:lnTo>
                        <a:lnTo>
                          <a:pt x="19" y="1886"/>
                        </a:lnTo>
                        <a:cubicBezTo>
                          <a:pt x="19" y="1886"/>
                          <a:pt x="291" y="2482"/>
                          <a:pt x="1040" y="2482"/>
                        </a:cubicBezTo>
                        <a:cubicBezTo>
                          <a:pt x="1811" y="2463"/>
                          <a:pt x="2468" y="1715"/>
                          <a:pt x="2468" y="1715"/>
                        </a:cubicBezTo>
                        <a:lnTo>
                          <a:pt x="2486" y="1696"/>
                        </a:lnTo>
                        <a:lnTo>
                          <a:pt x="215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7"/>
                  <p:cNvSpPr/>
                  <p:nvPr/>
                </p:nvSpPr>
                <p:spPr>
                  <a:xfrm>
                    <a:off x="5912732" y="1966174"/>
                    <a:ext cx="1233468" cy="1692042"/>
                  </a:xfrm>
                  <a:custGeom>
                    <a:avLst/>
                    <a:gdLst/>
                    <a:ahLst/>
                    <a:cxnLst/>
                    <a:rect l="l" t="t" r="r" b="b"/>
                    <a:pathLst>
                      <a:path w="7704" h="10568" extrusionOk="0">
                        <a:moveTo>
                          <a:pt x="3697" y="97"/>
                        </a:moveTo>
                        <a:lnTo>
                          <a:pt x="3697" y="116"/>
                        </a:lnTo>
                        <a:lnTo>
                          <a:pt x="3734" y="116"/>
                        </a:lnTo>
                        <a:cubicBezTo>
                          <a:pt x="3762" y="115"/>
                          <a:pt x="3790" y="115"/>
                          <a:pt x="3818" y="115"/>
                        </a:cubicBezTo>
                        <a:cubicBezTo>
                          <a:pt x="4934" y="115"/>
                          <a:pt x="6531" y="462"/>
                          <a:pt x="6585" y="462"/>
                        </a:cubicBezTo>
                        <a:cubicBezTo>
                          <a:pt x="6604" y="499"/>
                          <a:pt x="6761" y="1349"/>
                          <a:pt x="6913" y="2292"/>
                        </a:cubicBezTo>
                        <a:cubicBezTo>
                          <a:pt x="6992" y="2791"/>
                          <a:pt x="7066" y="3290"/>
                          <a:pt x="7126" y="3715"/>
                        </a:cubicBezTo>
                        <a:cubicBezTo>
                          <a:pt x="7181" y="4140"/>
                          <a:pt x="7200" y="4487"/>
                          <a:pt x="7200" y="4639"/>
                        </a:cubicBezTo>
                        <a:cubicBezTo>
                          <a:pt x="7163" y="4967"/>
                          <a:pt x="7066" y="5217"/>
                          <a:pt x="6969" y="5429"/>
                        </a:cubicBezTo>
                        <a:cubicBezTo>
                          <a:pt x="6853" y="5660"/>
                          <a:pt x="6761" y="5854"/>
                          <a:pt x="6761" y="6044"/>
                        </a:cubicBezTo>
                        <a:cubicBezTo>
                          <a:pt x="6761" y="6104"/>
                          <a:pt x="6761" y="6201"/>
                          <a:pt x="6779" y="6335"/>
                        </a:cubicBezTo>
                        <a:cubicBezTo>
                          <a:pt x="6798" y="6488"/>
                          <a:pt x="6835" y="6663"/>
                          <a:pt x="6876" y="6853"/>
                        </a:cubicBezTo>
                        <a:cubicBezTo>
                          <a:pt x="6950" y="7259"/>
                          <a:pt x="7066" y="7740"/>
                          <a:pt x="7163" y="8220"/>
                        </a:cubicBezTo>
                        <a:cubicBezTo>
                          <a:pt x="7375" y="9163"/>
                          <a:pt x="7588" y="10031"/>
                          <a:pt x="7588" y="10068"/>
                        </a:cubicBezTo>
                        <a:cubicBezTo>
                          <a:pt x="7569" y="10087"/>
                          <a:pt x="7181" y="10263"/>
                          <a:pt x="6488" y="10360"/>
                        </a:cubicBezTo>
                        <a:cubicBezTo>
                          <a:pt x="5777" y="10475"/>
                          <a:pt x="5643" y="10475"/>
                          <a:pt x="4931" y="10475"/>
                        </a:cubicBezTo>
                        <a:cubicBezTo>
                          <a:pt x="4566" y="10475"/>
                          <a:pt x="4178" y="10433"/>
                          <a:pt x="3891" y="10397"/>
                        </a:cubicBezTo>
                        <a:lnTo>
                          <a:pt x="3873" y="10397"/>
                        </a:lnTo>
                        <a:cubicBezTo>
                          <a:pt x="3600" y="10433"/>
                          <a:pt x="3198" y="10475"/>
                          <a:pt x="2773" y="10475"/>
                        </a:cubicBezTo>
                        <a:cubicBezTo>
                          <a:pt x="2062" y="10475"/>
                          <a:pt x="1928" y="10475"/>
                          <a:pt x="1193" y="10360"/>
                        </a:cubicBezTo>
                        <a:cubicBezTo>
                          <a:pt x="500" y="10263"/>
                          <a:pt x="135" y="10087"/>
                          <a:pt x="116" y="10068"/>
                        </a:cubicBezTo>
                        <a:cubicBezTo>
                          <a:pt x="116" y="10031"/>
                          <a:pt x="329" y="9163"/>
                          <a:pt x="541" y="8220"/>
                        </a:cubicBezTo>
                        <a:cubicBezTo>
                          <a:pt x="638" y="7740"/>
                          <a:pt x="754" y="7259"/>
                          <a:pt x="828" y="6853"/>
                        </a:cubicBezTo>
                        <a:cubicBezTo>
                          <a:pt x="870" y="6663"/>
                          <a:pt x="888" y="6488"/>
                          <a:pt x="906" y="6335"/>
                        </a:cubicBezTo>
                        <a:cubicBezTo>
                          <a:pt x="943" y="6201"/>
                          <a:pt x="943" y="6104"/>
                          <a:pt x="943" y="6044"/>
                        </a:cubicBezTo>
                        <a:cubicBezTo>
                          <a:pt x="925" y="5854"/>
                          <a:pt x="828" y="5660"/>
                          <a:pt x="731" y="5429"/>
                        </a:cubicBezTo>
                        <a:cubicBezTo>
                          <a:pt x="638" y="5217"/>
                          <a:pt x="541" y="4967"/>
                          <a:pt x="500" y="4639"/>
                        </a:cubicBezTo>
                        <a:cubicBezTo>
                          <a:pt x="481" y="4487"/>
                          <a:pt x="523" y="4140"/>
                          <a:pt x="578" y="3715"/>
                        </a:cubicBezTo>
                        <a:cubicBezTo>
                          <a:pt x="638" y="3290"/>
                          <a:pt x="712" y="2791"/>
                          <a:pt x="791" y="2292"/>
                        </a:cubicBezTo>
                        <a:cubicBezTo>
                          <a:pt x="943" y="1349"/>
                          <a:pt x="1101" y="499"/>
                          <a:pt x="1119" y="462"/>
                        </a:cubicBezTo>
                        <a:cubicBezTo>
                          <a:pt x="1156" y="462"/>
                          <a:pt x="2542" y="116"/>
                          <a:pt x="3642" y="97"/>
                        </a:cubicBezTo>
                        <a:close/>
                        <a:moveTo>
                          <a:pt x="3642" y="0"/>
                        </a:moveTo>
                        <a:cubicBezTo>
                          <a:pt x="2505" y="19"/>
                          <a:pt x="1059" y="384"/>
                          <a:pt x="1059" y="384"/>
                        </a:cubicBezTo>
                        <a:lnTo>
                          <a:pt x="1022" y="384"/>
                        </a:lnTo>
                        <a:lnTo>
                          <a:pt x="1022" y="425"/>
                        </a:lnTo>
                        <a:cubicBezTo>
                          <a:pt x="1022" y="425"/>
                          <a:pt x="846" y="1308"/>
                          <a:pt x="694" y="2292"/>
                        </a:cubicBezTo>
                        <a:cubicBezTo>
                          <a:pt x="597" y="2773"/>
                          <a:pt x="523" y="3272"/>
                          <a:pt x="481" y="3715"/>
                        </a:cubicBezTo>
                        <a:cubicBezTo>
                          <a:pt x="426" y="4140"/>
                          <a:pt x="384" y="4487"/>
                          <a:pt x="407" y="4658"/>
                        </a:cubicBezTo>
                        <a:cubicBezTo>
                          <a:pt x="444" y="4986"/>
                          <a:pt x="541" y="5254"/>
                          <a:pt x="657" y="5466"/>
                        </a:cubicBezTo>
                        <a:cubicBezTo>
                          <a:pt x="754" y="5697"/>
                          <a:pt x="828" y="5873"/>
                          <a:pt x="846" y="6062"/>
                        </a:cubicBezTo>
                        <a:cubicBezTo>
                          <a:pt x="846" y="6086"/>
                          <a:pt x="828" y="6201"/>
                          <a:pt x="809" y="6335"/>
                        </a:cubicBezTo>
                        <a:cubicBezTo>
                          <a:pt x="791" y="6469"/>
                          <a:pt x="772" y="6640"/>
                          <a:pt x="731" y="6834"/>
                        </a:cubicBezTo>
                        <a:cubicBezTo>
                          <a:pt x="638" y="7241"/>
                          <a:pt x="541" y="7721"/>
                          <a:pt x="426" y="8202"/>
                        </a:cubicBezTo>
                        <a:cubicBezTo>
                          <a:pt x="213" y="9163"/>
                          <a:pt x="1" y="10087"/>
                          <a:pt x="1" y="10087"/>
                        </a:cubicBezTo>
                        <a:lnTo>
                          <a:pt x="1" y="10129"/>
                        </a:lnTo>
                        <a:lnTo>
                          <a:pt x="38" y="10147"/>
                        </a:lnTo>
                        <a:cubicBezTo>
                          <a:pt x="38" y="10147"/>
                          <a:pt x="463" y="10360"/>
                          <a:pt x="1193" y="10452"/>
                        </a:cubicBezTo>
                        <a:cubicBezTo>
                          <a:pt x="1909" y="10567"/>
                          <a:pt x="2062" y="10567"/>
                          <a:pt x="2773" y="10567"/>
                        </a:cubicBezTo>
                        <a:cubicBezTo>
                          <a:pt x="3198" y="10567"/>
                          <a:pt x="3600" y="10531"/>
                          <a:pt x="3873" y="10494"/>
                        </a:cubicBezTo>
                        <a:cubicBezTo>
                          <a:pt x="4178" y="10531"/>
                          <a:pt x="4566" y="10567"/>
                          <a:pt x="4931" y="10567"/>
                        </a:cubicBezTo>
                        <a:cubicBezTo>
                          <a:pt x="5643" y="10567"/>
                          <a:pt x="5795" y="10567"/>
                          <a:pt x="6507" y="10452"/>
                        </a:cubicBezTo>
                        <a:cubicBezTo>
                          <a:pt x="7241" y="10360"/>
                          <a:pt x="7662" y="10147"/>
                          <a:pt x="7662" y="10147"/>
                        </a:cubicBezTo>
                        <a:lnTo>
                          <a:pt x="7703" y="10129"/>
                        </a:lnTo>
                        <a:lnTo>
                          <a:pt x="7703" y="10087"/>
                        </a:lnTo>
                        <a:cubicBezTo>
                          <a:pt x="7703" y="10087"/>
                          <a:pt x="7472" y="9163"/>
                          <a:pt x="7260" y="8202"/>
                        </a:cubicBezTo>
                        <a:cubicBezTo>
                          <a:pt x="7163" y="7721"/>
                          <a:pt x="7047" y="7241"/>
                          <a:pt x="6969" y="6834"/>
                        </a:cubicBezTo>
                        <a:cubicBezTo>
                          <a:pt x="6932" y="6640"/>
                          <a:pt x="6913" y="6469"/>
                          <a:pt x="6895" y="6335"/>
                        </a:cubicBezTo>
                        <a:cubicBezTo>
                          <a:pt x="6853" y="6201"/>
                          <a:pt x="6853" y="6086"/>
                          <a:pt x="6853" y="6062"/>
                        </a:cubicBezTo>
                        <a:cubicBezTo>
                          <a:pt x="6876" y="5873"/>
                          <a:pt x="6950" y="5697"/>
                          <a:pt x="7047" y="5466"/>
                        </a:cubicBezTo>
                        <a:cubicBezTo>
                          <a:pt x="7144" y="5254"/>
                          <a:pt x="7260" y="4986"/>
                          <a:pt x="7297" y="4658"/>
                        </a:cubicBezTo>
                        <a:cubicBezTo>
                          <a:pt x="7315" y="4487"/>
                          <a:pt x="7278" y="4140"/>
                          <a:pt x="7223" y="3715"/>
                        </a:cubicBezTo>
                        <a:cubicBezTo>
                          <a:pt x="7163" y="3272"/>
                          <a:pt x="7084" y="2773"/>
                          <a:pt x="7010" y="2292"/>
                        </a:cubicBezTo>
                        <a:cubicBezTo>
                          <a:pt x="6853" y="1308"/>
                          <a:pt x="6682" y="425"/>
                          <a:pt x="6682" y="425"/>
                        </a:cubicBezTo>
                        <a:lnTo>
                          <a:pt x="6682" y="384"/>
                        </a:lnTo>
                        <a:lnTo>
                          <a:pt x="6645" y="384"/>
                        </a:lnTo>
                        <a:cubicBezTo>
                          <a:pt x="6645" y="384"/>
                          <a:pt x="4931" y="19"/>
                          <a:pt x="3794" y="19"/>
                        </a:cubicBezTo>
                        <a:lnTo>
                          <a:pt x="379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7"/>
                  <p:cNvSpPr/>
                  <p:nvPr/>
                </p:nvSpPr>
                <p:spPr>
                  <a:xfrm>
                    <a:off x="6322610" y="1974980"/>
                    <a:ext cx="419642" cy="1674911"/>
                  </a:xfrm>
                  <a:custGeom>
                    <a:avLst/>
                    <a:gdLst/>
                    <a:ahLst/>
                    <a:cxnLst/>
                    <a:rect l="l" t="t" r="r" b="b"/>
                    <a:pathLst>
                      <a:path w="2621" h="10461" extrusionOk="0">
                        <a:moveTo>
                          <a:pt x="1082" y="1"/>
                        </a:moveTo>
                        <a:cubicBezTo>
                          <a:pt x="735" y="1"/>
                          <a:pt x="347" y="42"/>
                          <a:pt x="1" y="79"/>
                        </a:cubicBezTo>
                        <a:lnTo>
                          <a:pt x="1" y="10457"/>
                        </a:lnTo>
                        <a:lnTo>
                          <a:pt x="213" y="10457"/>
                        </a:lnTo>
                        <a:cubicBezTo>
                          <a:pt x="271" y="10460"/>
                          <a:pt x="328" y="10461"/>
                          <a:pt x="385" y="10461"/>
                        </a:cubicBezTo>
                        <a:cubicBezTo>
                          <a:pt x="745" y="10461"/>
                          <a:pt x="1077" y="10414"/>
                          <a:pt x="1313" y="10378"/>
                        </a:cubicBezTo>
                        <a:cubicBezTo>
                          <a:pt x="1576" y="10414"/>
                          <a:pt x="1902" y="10461"/>
                          <a:pt x="2221" y="10461"/>
                        </a:cubicBezTo>
                        <a:cubicBezTo>
                          <a:pt x="2271" y="10461"/>
                          <a:pt x="2321" y="10460"/>
                          <a:pt x="2371" y="10457"/>
                        </a:cubicBezTo>
                        <a:lnTo>
                          <a:pt x="2620" y="10457"/>
                        </a:lnTo>
                        <a:lnTo>
                          <a:pt x="2620" y="116"/>
                        </a:lnTo>
                        <a:cubicBezTo>
                          <a:pt x="2140" y="61"/>
                          <a:pt x="1618" y="1"/>
                          <a:pt x="1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7"/>
                  <p:cNvSpPr/>
                  <p:nvPr/>
                </p:nvSpPr>
                <p:spPr>
                  <a:xfrm>
                    <a:off x="6313804" y="1966174"/>
                    <a:ext cx="437254" cy="1692042"/>
                  </a:xfrm>
                  <a:custGeom>
                    <a:avLst/>
                    <a:gdLst/>
                    <a:ahLst/>
                    <a:cxnLst/>
                    <a:rect l="l" t="t" r="r" b="b"/>
                    <a:pathLst>
                      <a:path w="2731" h="10568" extrusionOk="0">
                        <a:moveTo>
                          <a:pt x="1192" y="97"/>
                        </a:moveTo>
                        <a:lnTo>
                          <a:pt x="1192" y="116"/>
                        </a:lnTo>
                        <a:lnTo>
                          <a:pt x="1229" y="116"/>
                        </a:lnTo>
                        <a:cubicBezTo>
                          <a:pt x="1286" y="113"/>
                          <a:pt x="1344" y="112"/>
                          <a:pt x="1403" y="112"/>
                        </a:cubicBezTo>
                        <a:cubicBezTo>
                          <a:pt x="1787" y="112"/>
                          <a:pt x="2218" y="161"/>
                          <a:pt x="2639" y="213"/>
                        </a:cubicBezTo>
                        <a:lnTo>
                          <a:pt x="2639" y="10475"/>
                        </a:lnTo>
                        <a:lnTo>
                          <a:pt x="2426" y="10475"/>
                        </a:lnTo>
                        <a:cubicBezTo>
                          <a:pt x="2061" y="10475"/>
                          <a:pt x="1673" y="10433"/>
                          <a:pt x="1386" y="10397"/>
                        </a:cubicBezTo>
                        <a:lnTo>
                          <a:pt x="1368" y="10397"/>
                        </a:lnTo>
                        <a:cubicBezTo>
                          <a:pt x="1095" y="10433"/>
                          <a:pt x="693" y="10475"/>
                          <a:pt x="268" y="10475"/>
                        </a:cubicBezTo>
                        <a:lnTo>
                          <a:pt x="97" y="10475"/>
                        </a:lnTo>
                        <a:lnTo>
                          <a:pt x="97" y="194"/>
                        </a:lnTo>
                        <a:cubicBezTo>
                          <a:pt x="444" y="134"/>
                          <a:pt x="809" y="97"/>
                          <a:pt x="1137" y="97"/>
                        </a:cubicBezTo>
                        <a:close/>
                        <a:moveTo>
                          <a:pt x="1137" y="0"/>
                        </a:moveTo>
                        <a:cubicBezTo>
                          <a:pt x="790" y="0"/>
                          <a:pt x="402" y="37"/>
                          <a:pt x="37" y="97"/>
                        </a:cubicBezTo>
                        <a:lnTo>
                          <a:pt x="0" y="97"/>
                        </a:lnTo>
                        <a:lnTo>
                          <a:pt x="0" y="10512"/>
                        </a:lnTo>
                        <a:lnTo>
                          <a:pt x="0" y="10549"/>
                        </a:lnTo>
                        <a:lnTo>
                          <a:pt x="37" y="10567"/>
                        </a:lnTo>
                        <a:lnTo>
                          <a:pt x="268" y="10567"/>
                        </a:lnTo>
                        <a:cubicBezTo>
                          <a:pt x="693" y="10567"/>
                          <a:pt x="1095" y="10531"/>
                          <a:pt x="1368" y="10494"/>
                        </a:cubicBezTo>
                        <a:cubicBezTo>
                          <a:pt x="1673" y="10531"/>
                          <a:pt x="2061" y="10567"/>
                          <a:pt x="2426" y="10567"/>
                        </a:cubicBezTo>
                        <a:lnTo>
                          <a:pt x="2731" y="10567"/>
                        </a:lnTo>
                        <a:lnTo>
                          <a:pt x="2731" y="10512"/>
                        </a:lnTo>
                        <a:lnTo>
                          <a:pt x="2731" y="134"/>
                        </a:lnTo>
                        <a:lnTo>
                          <a:pt x="2694" y="116"/>
                        </a:lnTo>
                        <a:cubicBezTo>
                          <a:pt x="2213" y="56"/>
                          <a:pt x="1714" y="19"/>
                          <a:pt x="1289" y="19"/>
                        </a:cubicBezTo>
                        <a:lnTo>
                          <a:pt x="128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7"/>
                  <p:cNvSpPr/>
                  <p:nvPr/>
                </p:nvSpPr>
                <p:spPr>
                  <a:xfrm>
                    <a:off x="6264171" y="1960250"/>
                    <a:ext cx="58599" cy="1713497"/>
                  </a:xfrm>
                  <a:custGeom>
                    <a:avLst/>
                    <a:gdLst/>
                    <a:ahLst/>
                    <a:cxnLst/>
                    <a:rect l="l" t="t" r="r" b="b"/>
                    <a:pathLst>
                      <a:path w="366" h="10702" extrusionOk="0">
                        <a:moveTo>
                          <a:pt x="153" y="0"/>
                        </a:moveTo>
                        <a:cubicBezTo>
                          <a:pt x="61" y="0"/>
                          <a:pt x="1" y="74"/>
                          <a:pt x="1" y="153"/>
                        </a:cubicBezTo>
                        <a:lnTo>
                          <a:pt x="1" y="10549"/>
                        </a:lnTo>
                        <a:cubicBezTo>
                          <a:pt x="1" y="10628"/>
                          <a:pt x="61" y="10702"/>
                          <a:pt x="153" y="10702"/>
                        </a:cubicBezTo>
                        <a:lnTo>
                          <a:pt x="213" y="10702"/>
                        </a:lnTo>
                        <a:cubicBezTo>
                          <a:pt x="292" y="10702"/>
                          <a:pt x="366" y="10628"/>
                          <a:pt x="366" y="10549"/>
                        </a:cubicBezTo>
                        <a:lnTo>
                          <a:pt x="366" y="153"/>
                        </a:lnTo>
                        <a:cubicBezTo>
                          <a:pt x="366" y="74"/>
                          <a:pt x="292" y="0"/>
                          <a:pt x="2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7"/>
                  <p:cNvSpPr/>
                  <p:nvPr/>
                </p:nvSpPr>
                <p:spPr>
                  <a:xfrm>
                    <a:off x="6255365" y="1953525"/>
                    <a:ext cx="74130" cy="1729828"/>
                  </a:xfrm>
                  <a:custGeom>
                    <a:avLst/>
                    <a:gdLst/>
                    <a:ahLst/>
                    <a:cxnLst/>
                    <a:rect l="l" t="t" r="r" b="b"/>
                    <a:pathLst>
                      <a:path w="463" h="10804" extrusionOk="0">
                        <a:moveTo>
                          <a:pt x="268" y="98"/>
                        </a:moveTo>
                        <a:cubicBezTo>
                          <a:pt x="324" y="98"/>
                          <a:pt x="365" y="135"/>
                          <a:pt x="365" y="195"/>
                        </a:cubicBezTo>
                        <a:lnTo>
                          <a:pt x="365" y="10591"/>
                        </a:lnTo>
                        <a:cubicBezTo>
                          <a:pt x="365" y="10646"/>
                          <a:pt x="324" y="10688"/>
                          <a:pt x="268" y="10688"/>
                        </a:cubicBezTo>
                        <a:lnTo>
                          <a:pt x="208" y="10688"/>
                        </a:lnTo>
                        <a:cubicBezTo>
                          <a:pt x="153" y="10688"/>
                          <a:pt x="93" y="10646"/>
                          <a:pt x="93" y="10591"/>
                        </a:cubicBezTo>
                        <a:lnTo>
                          <a:pt x="93" y="195"/>
                        </a:lnTo>
                        <a:cubicBezTo>
                          <a:pt x="93" y="135"/>
                          <a:pt x="153" y="98"/>
                          <a:pt x="208" y="98"/>
                        </a:cubicBezTo>
                        <a:close/>
                        <a:moveTo>
                          <a:pt x="208" y="1"/>
                        </a:moveTo>
                        <a:cubicBezTo>
                          <a:pt x="93" y="1"/>
                          <a:pt x="0" y="98"/>
                          <a:pt x="0" y="195"/>
                        </a:cubicBezTo>
                        <a:lnTo>
                          <a:pt x="0" y="10591"/>
                        </a:lnTo>
                        <a:cubicBezTo>
                          <a:pt x="0" y="10707"/>
                          <a:pt x="93" y="10804"/>
                          <a:pt x="208" y="10804"/>
                        </a:cubicBezTo>
                        <a:lnTo>
                          <a:pt x="268" y="10804"/>
                        </a:lnTo>
                        <a:cubicBezTo>
                          <a:pt x="384" y="10804"/>
                          <a:pt x="462" y="10707"/>
                          <a:pt x="462" y="10591"/>
                        </a:cubicBezTo>
                        <a:lnTo>
                          <a:pt x="462" y="195"/>
                        </a:lnTo>
                        <a:cubicBezTo>
                          <a:pt x="462" y="98"/>
                          <a:pt x="384" y="1"/>
                          <a:pt x="26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7"/>
                  <p:cNvSpPr/>
                  <p:nvPr/>
                </p:nvSpPr>
                <p:spPr>
                  <a:xfrm>
                    <a:off x="6742094" y="1960250"/>
                    <a:ext cx="58599" cy="1713497"/>
                  </a:xfrm>
                  <a:custGeom>
                    <a:avLst/>
                    <a:gdLst/>
                    <a:ahLst/>
                    <a:cxnLst/>
                    <a:rect l="l" t="t" r="r" b="b"/>
                    <a:pathLst>
                      <a:path w="366" h="10702" extrusionOk="0">
                        <a:moveTo>
                          <a:pt x="153" y="0"/>
                        </a:moveTo>
                        <a:cubicBezTo>
                          <a:pt x="79" y="0"/>
                          <a:pt x="0" y="74"/>
                          <a:pt x="0" y="153"/>
                        </a:cubicBezTo>
                        <a:lnTo>
                          <a:pt x="0" y="10549"/>
                        </a:lnTo>
                        <a:cubicBezTo>
                          <a:pt x="0" y="10628"/>
                          <a:pt x="79" y="10702"/>
                          <a:pt x="153" y="10702"/>
                        </a:cubicBezTo>
                        <a:lnTo>
                          <a:pt x="213" y="10702"/>
                        </a:lnTo>
                        <a:cubicBezTo>
                          <a:pt x="310" y="10702"/>
                          <a:pt x="366" y="10628"/>
                          <a:pt x="366" y="10549"/>
                        </a:cubicBezTo>
                        <a:lnTo>
                          <a:pt x="366" y="153"/>
                        </a:lnTo>
                        <a:cubicBezTo>
                          <a:pt x="366" y="74"/>
                          <a:pt x="310" y="0"/>
                          <a:pt x="2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7"/>
                  <p:cNvSpPr/>
                  <p:nvPr/>
                </p:nvSpPr>
                <p:spPr>
                  <a:xfrm>
                    <a:off x="6736170" y="1953525"/>
                    <a:ext cx="74130" cy="1729828"/>
                  </a:xfrm>
                  <a:custGeom>
                    <a:avLst/>
                    <a:gdLst/>
                    <a:ahLst/>
                    <a:cxnLst/>
                    <a:rect l="l" t="t" r="r" b="b"/>
                    <a:pathLst>
                      <a:path w="463" h="10804" extrusionOk="0">
                        <a:moveTo>
                          <a:pt x="250" y="98"/>
                        </a:moveTo>
                        <a:cubicBezTo>
                          <a:pt x="305" y="98"/>
                          <a:pt x="366" y="135"/>
                          <a:pt x="366" y="195"/>
                        </a:cubicBezTo>
                        <a:lnTo>
                          <a:pt x="366" y="10591"/>
                        </a:lnTo>
                        <a:cubicBezTo>
                          <a:pt x="366" y="10646"/>
                          <a:pt x="305" y="10688"/>
                          <a:pt x="250" y="10688"/>
                        </a:cubicBezTo>
                        <a:lnTo>
                          <a:pt x="190" y="10688"/>
                        </a:lnTo>
                        <a:cubicBezTo>
                          <a:pt x="135" y="10688"/>
                          <a:pt x="93" y="10646"/>
                          <a:pt x="93" y="10591"/>
                        </a:cubicBezTo>
                        <a:lnTo>
                          <a:pt x="93" y="195"/>
                        </a:lnTo>
                        <a:cubicBezTo>
                          <a:pt x="93" y="135"/>
                          <a:pt x="135" y="98"/>
                          <a:pt x="190" y="98"/>
                        </a:cubicBezTo>
                        <a:close/>
                        <a:moveTo>
                          <a:pt x="190" y="1"/>
                        </a:moveTo>
                        <a:cubicBezTo>
                          <a:pt x="74" y="1"/>
                          <a:pt x="1" y="98"/>
                          <a:pt x="1" y="195"/>
                        </a:cubicBezTo>
                        <a:lnTo>
                          <a:pt x="1" y="10591"/>
                        </a:lnTo>
                        <a:cubicBezTo>
                          <a:pt x="1" y="10707"/>
                          <a:pt x="74" y="10804"/>
                          <a:pt x="190" y="10804"/>
                        </a:cubicBezTo>
                        <a:lnTo>
                          <a:pt x="250" y="10804"/>
                        </a:lnTo>
                        <a:cubicBezTo>
                          <a:pt x="366" y="10804"/>
                          <a:pt x="463" y="10707"/>
                          <a:pt x="463" y="10591"/>
                        </a:cubicBezTo>
                        <a:lnTo>
                          <a:pt x="463" y="195"/>
                        </a:lnTo>
                        <a:cubicBezTo>
                          <a:pt x="463" y="98"/>
                          <a:pt x="366" y="1"/>
                          <a:pt x="25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7"/>
                  <p:cNvSpPr/>
                  <p:nvPr/>
                </p:nvSpPr>
                <p:spPr>
                  <a:xfrm>
                    <a:off x="6742094" y="1993552"/>
                    <a:ext cx="58599" cy="1655858"/>
                  </a:xfrm>
                  <a:custGeom>
                    <a:avLst/>
                    <a:gdLst/>
                    <a:ahLst/>
                    <a:cxnLst/>
                    <a:rect l="l" t="t" r="r" b="b"/>
                    <a:pathLst>
                      <a:path w="366" h="10342" extrusionOk="0">
                        <a:moveTo>
                          <a:pt x="0" y="0"/>
                        </a:moveTo>
                        <a:lnTo>
                          <a:pt x="0" y="10341"/>
                        </a:lnTo>
                        <a:lnTo>
                          <a:pt x="366" y="10341"/>
                        </a:lnTo>
                        <a:lnTo>
                          <a:pt x="366" y="60"/>
                        </a:lnTo>
                        <a:cubicBezTo>
                          <a:pt x="250" y="42"/>
                          <a:pt x="134" y="23"/>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7"/>
                  <p:cNvSpPr/>
                  <p:nvPr/>
                </p:nvSpPr>
                <p:spPr>
                  <a:xfrm>
                    <a:off x="6736170" y="1984586"/>
                    <a:ext cx="74130" cy="1673630"/>
                  </a:xfrm>
                  <a:custGeom>
                    <a:avLst/>
                    <a:gdLst/>
                    <a:ahLst/>
                    <a:cxnLst/>
                    <a:rect l="l" t="t" r="r" b="b"/>
                    <a:pathLst>
                      <a:path w="463" h="10453" extrusionOk="0">
                        <a:moveTo>
                          <a:pt x="93" y="116"/>
                        </a:moveTo>
                        <a:cubicBezTo>
                          <a:pt x="190" y="135"/>
                          <a:pt x="269" y="135"/>
                          <a:pt x="366" y="153"/>
                        </a:cubicBezTo>
                        <a:lnTo>
                          <a:pt x="366" y="10337"/>
                        </a:lnTo>
                        <a:cubicBezTo>
                          <a:pt x="269" y="10360"/>
                          <a:pt x="190" y="10360"/>
                          <a:pt x="93" y="10360"/>
                        </a:cubicBezTo>
                        <a:lnTo>
                          <a:pt x="93" y="116"/>
                        </a:lnTo>
                        <a:close/>
                        <a:moveTo>
                          <a:pt x="1" y="1"/>
                        </a:moveTo>
                        <a:lnTo>
                          <a:pt x="1" y="56"/>
                        </a:lnTo>
                        <a:lnTo>
                          <a:pt x="1" y="10397"/>
                        </a:lnTo>
                        <a:lnTo>
                          <a:pt x="1" y="10416"/>
                        </a:lnTo>
                        <a:lnTo>
                          <a:pt x="1" y="10452"/>
                        </a:lnTo>
                        <a:lnTo>
                          <a:pt x="403" y="10452"/>
                        </a:lnTo>
                        <a:lnTo>
                          <a:pt x="463" y="10434"/>
                        </a:lnTo>
                        <a:lnTo>
                          <a:pt x="463" y="10397"/>
                        </a:lnTo>
                        <a:lnTo>
                          <a:pt x="463" y="79"/>
                        </a:lnTo>
                        <a:lnTo>
                          <a:pt x="421" y="56"/>
                        </a:lnTo>
                        <a:cubicBezTo>
                          <a:pt x="287" y="38"/>
                          <a:pt x="171" y="19"/>
                          <a:pt x="5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7"/>
                  <p:cNvSpPr/>
                  <p:nvPr/>
                </p:nvSpPr>
                <p:spPr>
                  <a:xfrm>
                    <a:off x="7016520" y="2634949"/>
                    <a:ext cx="40187" cy="113998"/>
                  </a:xfrm>
                  <a:custGeom>
                    <a:avLst/>
                    <a:gdLst/>
                    <a:ahLst/>
                    <a:cxnLst/>
                    <a:rect l="l" t="t" r="r" b="b"/>
                    <a:pathLst>
                      <a:path w="251" h="712" extrusionOk="0">
                        <a:moveTo>
                          <a:pt x="153" y="0"/>
                        </a:moveTo>
                        <a:cubicBezTo>
                          <a:pt x="135" y="0"/>
                          <a:pt x="116" y="19"/>
                          <a:pt x="116" y="60"/>
                        </a:cubicBezTo>
                        <a:cubicBezTo>
                          <a:pt x="153" y="250"/>
                          <a:pt x="75" y="444"/>
                          <a:pt x="19" y="638"/>
                        </a:cubicBezTo>
                        <a:cubicBezTo>
                          <a:pt x="1" y="675"/>
                          <a:pt x="19" y="693"/>
                          <a:pt x="38" y="712"/>
                        </a:cubicBezTo>
                        <a:cubicBezTo>
                          <a:pt x="75" y="712"/>
                          <a:pt x="98" y="693"/>
                          <a:pt x="98" y="675"/>
                        </a:cubicBezTo>
                        <a:cubicBezTo>
                          <a:pt x="172" y="481"/>
                          <a:pt x="250" y="268"/>
                          <a:pt x="213" y="37"/>
                        </a:cubicBezTo>
                        <a:cubicBezTo>
                          <a:pt x="213" y="19"/>
                          <a:pt x="172" y="0"/>
                          <a:pt x="15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7"/>
                  <p:cNvSpPr/>
                  <p:nvPr/>
                </p:nvSpPr>
                <p:spPr>
                  <a:xfrm>
                    <a:off x="5127080" y="3162028"/>
                    <a:ext cx="1531588" cy="1269993"/>
                  </a:xfrm>
                  <a:custGeom>
                    <a:avLst/>
                    <a:gdLst/>
                    <a:ahLst/>
                    <a:cxnLst/>
                    <a:rect l="l" t="t" r="r" b="b"/>
                    <a:pathLst>
                      <a:path w="9566" h="7932" extrusionOk="0">
                        <a:moveTo>
                          <a:pt x="2339" y="0"/>
                        </a:moveTo>
                        <a:cubicBezTo>
                          <a:pt x="1455" y="0"/>
                          <a:pt x="696" y="580"/>
                          <a:pt x="384" y="1426"/>
                        </a:cubicBezTo>
                        <a:cubicBezTo>
                          <a:pt x="1" y="2484"/>
                          <a:pt x="3522" y="5469"/>
                          <a:pt x="4330" y="6083"/>
                        </a:cubicBezTo>
                        <a:cubicBezTo>
                          <a:pt x="5120" y="6721"/>
                          <a:pt x="6987" y="7932"/>
                          <a:pt x="6987" y="7932"/>
                        </a:cubicBezTo>
                        <a:cubicBezTo>
                          <a:pt x="6987" y="7932"/>
                          <a:pt x="7814" y="7299"/>
                          <a:pt x="8701" y="5912"/>
                        </a:cubicBezTo>
                        <a:cubicBezTo>
                          <a:pt x="9565" y="4526"/>
                          <a:pt x="9510" y="3214"/>
                          <a:pt x="9510" y="3214"/>
                        </a:cubicBezTo>
                        <a:cubicBezTo>
                          <a:pt x="9510" y="3214"/>
                          <a:pt x="4099" y="442"/>
                          <a:pt x="2963" y="95"/>
                        </a:cubicBezTo>
                        <a:cubicBezTo>
                          <a:pt x="2751" y="31"/>
                          <a:pt x="2542" y="0"/>
                          <a:pt x="23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7"/>
                  <p:cNvSpPr/>
                  <p:nvPr/>
                </p:nvSpPr>
                <p:spPr>
                  <a:xfrm>
                    <a:off x="5164065" y="3153382"/>
                    <a:ext cx="1504210" cy="1288245"/>
                  </a:xfrm>
                  <a:custGeom>
                    <a:avLst/>
                    <a:gdLst/>
                    <a:ahLst/>
                    <a:cxnLst/>
                    <a:rect l="l" t="t" r="r" b="b"/>
                    <a:pathLst>
                      <a:path w="9395" h="8046" extrusionOk="0">
                        <a:moveTo>
                          <a:pt x="2085" y="106"/>
                        </a:moveTo>
                        <a:cubicBezTo>
                          <a:pt x="2288" y="106"/>
                          <a:pt x="2508" y="130"/>
                          <a:pt x="2713" y="191"/>
                        </a:cubicBezTo>
                        <a:cubicBezTo>
                          <a:pt x="2981" y="288"/>
                          <a:pt x="3540" y="519"/>
                          <a:pt x="4215" y="824"/>
                        </a:cubicBezTo>
                        <a:cubicBezTo>
                          <a:pt x="4871" y="1133"/>
                          <a:pt x="5661" y="1517"/>
                          <a:pt x="6410" y="1882"/>
                        </a:cubicBezTo>
                        <a:cubicBezTo>
                          <a:pt x="7874" y="2616"/>
                          <a:pt x="9182" y="3291"/>
                          <a:pt x="9219" y="3310"/>
                        </a:cubicBezTo>
                        <a:cubicBezTo>
                          <a:pt x="9219" y="3347"/>
                          <a:pt x="9279" y="4599"/>
                          <a:pt x="8410" y="5925"/>
                        </a:cubicBezTo>
                        <a:cubicBezTo>
                          <a:pt x="7565" y="7274"/>
                          <a:pt x="6793" y="7889"/>
                          <a:pt x="6738" y="7930"/>
                        </a:cubicBezTo>
                        <a:cubicBezTo>
                          <a:pt x="6701" y="7889"/>
                          <a:pt x="4908" y="6715"/>
                          <a:pt x="4118" y="6100"/>
                        </a:cubicBezTo>
                        <a:cubicBezTo>
                          <a:pt x="3734" y="5791"/>
                          <a:pt x="2635" y="4885"/>
                          <a:pt x="1710" y="3943"/>
                        </a:cubicBezTo>
                        <a:cubicBezTo>
                          <a:pt x="1248" y="3462"/>
                          <a:pt x="809" y="2963"/>
                          <a:pt x="537" y="2538"/>
                        </a:cubicBezTo>
                        <a:cubicBezTo>
                          <a:pt x="250" y="2113"/>
                          <a:pt x="116" y="1729"/>
                          <a:pt x="190" y="1498"/>
                        </a:cubicBezTo>
                        <a:cubicBezTo>
                          <a:pt x="481" y="727"/>
                          <a:pt x="1133" y="191"/>
                          <a:pt x="1904" y="112"/>
                        </a:cubicBezTo>
                        <a:cubicBezTo>
                          <a:pt x="1963" y="108"/>
                          <a:pt x="2023" y="106"/>
                          <a:pt x="2085" y="106"/>
                        </a:cubicBezTo>
                        <a:close/>
                        <a:moveTo>
                          <a:pt x="2119" y="1"/>
                        </a:moveTo>
                        <a:cubicBezTo>
                          <a:pt x="2047" y="1"/>
                          <a:pt x="1976" y="5"/>
                          <a:pt x="1904" y="15"/>
                        </a:cubicBezTo>
                        <a:cubicBezTo>
                          <a:pt x="1077" y="94"/>
                          <a:pt x="403" y="671"/>
                          <a:pt x="93" y="1461"/>
                        </a:cubicBezTo>
                        <a:cubicBezTo>
                          <a:pt x="1" y="1748"/>
                          <a:pt x="153" y="2154"/>
                          <a:pt x="440" y="2598"/>
                        </a:cubicBezTo>
                        <a:cubicBezTo>
                          <a:pt x="731" y="3037"/>
                          <a:pt x="1174" y="3522"/>
                          <a:pt x="1637" y="4003"/>
                        </a:cubicBezTo>
                        <a:cubicBezTo>
                          <a:pt x="2579" y="4964"/>
                          <a:pt x="3656" y="5869"/>
                          <a:pt x="4062" y="6179"/>
                        </a:cubicBezTo>
                        <a:cubicBezTo>
                          <a:pt x="4871" y="6812"/>
                          <a:pt x="6719" y="8027"/>
                          <a:pt x="6719" y="8027"/>
                        </a:cubicBezTo>
                        <a:lnTo>
                          <a:pt x="6756" y="8046"/>
                        </a:lnTo>
                        <a:lnTo>
                          <a:pt x="6775" y="8027"/>
                        </a:lnTo>
                        <a:cubicBezTo>
                          <a:pt x="6775" y="8027"/>
                          <a:pt x="7625" y="7371"/>
                          <a:pt x="8507" y="5985"/>
                        </a:cubicBezTo>
                        <a:cubicBezTo>
                          <a:pt x="9394" y="4599"/>
                          <a:pt x="9316" y="3268"/>
                          <a:pt x="9316" y="3268"/>
                        </a:cubicBezTo>
                        <a:lnTo>
                          <a:pt x="9316" y="3250"/>
                        </a:lnTo>
                        <a:lnTo>
                          <a:pt x="9297" y="3231"/>
                        </a:lnTo>
                        <a:cubicBezTo>
                          <a:pt x="9297" y="3231"/>
                          <a:pt x="7948" y="2538"/>
                          <a:pt x="6447" y="1808"/>
                        </a:cubicBezTo>
                        <a:cubicBezTo>
                          <a:pt x="5698" y="1420"/>
                          <a:pt x="4926" y="1055"/>
                          <a:pt x="4252" y="750"/>
                        </a:cubicBezTo>
                        <a:cubicBezTo>
                          <a:pt x="3582" y="440"/>
                          <a:pt x="3041" y="191"/>
                          <a:pt x="2750" y="94"/>
                        </a:cubicBezTo>
                        <a:cubicBezTo>
                          <a:pt x="2526" y="36"/>
                          <a:pt x="2319" y="1"/>
                          <a:pt x="211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7"/>
                  <p:cNvSpPr/>
                  <p:nvPr/>
                </p:nvSpPr>
                <p:spPr>
                  <a:xfrm>
                    <a:off x="5305441" y="3910697"/>
                    <a:ext cx="943353" cy="415966"/>
                  </a:xfrm>
                  <a:custGeom>
                    <a:avLst/>
                    <a:gdLst/>
                    <a:ahLst/>
                    <a:cxnLst/>
                    <a:rect l="l" t="t" r="r" b="b"/>
                    <a:pathLst>
                      <a:path w="5892" h="2598" extrusionOk="0">
                        <a:moveTo>
                          <a:pt x="5329" y="0"/>
                        </a:moveTo>
                        <a:cubicBezTo>
                          <a:pt x="4940" y="0"/>
                          <a:pt x="3955" y="202"/>
                          <a:pt x="3872" y="234"/>
                        </a:cubicBezTo>
                        <a:cubicBezTo>
                          <a:pt x="3794" y="271"/>
                          <a:pt x="3641" y="599"/>
                          <a:pt x="3600" y="659"/>
                        </a:cubicBezTo>
                        <a:cubicBezTo>
                          <a:pt x="3563" y="696"/>
                          <a:pt x="2639" y="756"/>
                          <a:pt x="2639" y="756"/>
                        </a:cubicBezTo>
                        <a:cubicBezTo>
                          <a:pt x="2639" y="756"/>
                          <a:pt x="1313" y="756"/>
                          <a:pt x="735" y="871"/>
                        </a:cubicBezTo>
                        <a:cubicBezTo>
                          <a:pt x="157" y="987"/>
                          <a:pt x="0" y="1255"/>
                          <a:pt x="19" y="1583"/>
                        </a:cubicBezTo>
                        <a:cubicBezTo>
                          <a:pt x="42" y="1888"/>
                          <a:pt x="310" y="2410"/>
                          <a:pt x="522" y="2489"/>
                        </a:cubicBezTo>
                        <a:cubicBezTo>
                          <a:pt x="629" y="2535"/>
                          <a:pt x="975" y="2597"/>
                          <a:pt x="1442" y="2597"/>
                        </a:cubicBezTo>
                        <a:cubicBezTo>
                          <a:pt x="1909" y="2597"/>
                          <a:pt x="2495" y="2535"/>
                          <a:pt x="3082" y="2331"/>
                        </a:cubicBezTo>
                        <a:cubicBezTo>
                          <a:pt x="4256" y="1929"/>
                          <a:pt x="4639" y="1948"/>
                          <a:pt x="5143" y="1541"/>
                        </a:cubicBezTo>
                        <a:cubicBezTo>
                          <a:pt x="5661" y="1139"/>
                          <a:pt x="5892" y="599"/>
                          <a:pt x="5892" y="599"/>
                        </a:cubicBezTo>
                        <a:cubicBezTo>
                          <a:pt x="5873" y="543"/>
                          <a:pt x="5642" y="137"/>
                          <a:pt x="5471" y="21"/>
                        </a:cubicBezTo>
                        <a:cubicBezTo>
                          <a:pt x="5448" y="7"/>
                          <a:pt x="5398" y="0"/>
                          <a:pt x="53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7"/>
                  <p:cNvSpPr/>
                  <p:nvPr/>
                </p:nvSpPr>
                <p:spPr>
                  <a:xfrm>
                    <a:off x="5299517" y="3905093"/>
                    <a:ext cx="958884" cy="428614"/>
                  </a:xfrm>
                  <a:custGeom>
                    <a:avLst/>
                    <a:gdLst/>
                    <a:ahLst/>
                    <a:cxnLst/>
                    <a:rect l="l" t="t" r="r" b="b"/>
                    <a:pathLst>
                      <a:path w="5989" h="2677" extrusionOk="0">
                        <a:moveTo>
                          <a:pt x="5393" y="98"/>
                        </a:moveTo>
                        <a:cubicBezTo>
                          <a:pt x="5448" y="98"/>
                          <a:pt x="5485" y="116"/>
                          <a:pt x="5485" y="116"/>
                        </a:cubicBezTo>
                        <a:cubicBezTo>
                          <a:pt x="5545" y="153"/>
                          <a:pt x="5661" y="269"/>
                          <a:pt x="5739" y="403"/>
                        </a:cubicBezTo>
                        <a:cubicBezTo>
                          <a:pt x="5776" y="463"/>
                          <a:pt x="5813" y="518"/>
                          <a:pt x="5832" y="560"/>
                        </a:cubicBezTo>
                        <a:cubicBezTo>
                          <a:pt x="5855" y="578"/>
                          <a:pt x="5855" y="597"/>
                          <a:pt x="5873" y="615"/>
                        </a:cubicBezTo>
                        <a:lnTo>
                          <a:pt x="5873" y="634"/>
                        </a:lnTo>
                        <a:cubicBezTo>
                          <a:pt x="5855" y="652"/>
                          <a:pt x="5642" y="1156"/>
                          <a:pt x="5162" y="1539"/>
                        </a:cubicBezTo>
                        <a:cubicBezTo>
                          <a:pt x="4907" y="1733"/>
                          <a:pt x="4700" y="1830"/>
                          <a:pt x="4390" y="1923"/>
                        </a:cubicBezTo>
                        <a:cubicBezTo>
                          <a:pt x="4080" y="2020"/>
                          <a:pt x="3697" y="2117"/>
                          <a:pt x="3119" y="2311"/>
                        </a:cubicBezTo>
                        <a:cubicBezTo>
                          <a:pt x="2523" y="2524"/>
                          <a:pt x="1946" y="2579"/>
                          <a:pt x="1484" y="2579"/>
                        </a:cubicBezTo>
                        <a:cubicBezTo>
                          <a:pt x="1253" y="2579"/>
                          <a:pt x="1058" y="2561"/>
                          <a:pt x="906" y="2542"/>
                        </a:cubicBezTo>
                        <a:cubicBezTo>
                          <a:pt x="730" y="2524"/>
                          <a:pt x="633" y="2500"/>
                          <a:pt x="578" y="2482"/>
                        </a:cubicBezTo>
                        <a:cubicBezTo>
                          <a:pt x="499" y="2445"/>
                          <a:pt x="384" y="2311"/>
                          <a:pt x="287" y="2135"/>
                        </a:cubicBezTo>
                        <a:cubicBezTo>
                          <a:pt x="194" y="1964"/>
                          <a:pt x="116" y="1752"/>
                          <a:pt x="116" y="1599"/>
                        </a:cubicBezTo>
                        <a:cubicBezTo>
                          <a:pt x="97" y="1461"/>
                          <a:pt x="134" y="1327"/>
                          <a:pt x="231" y="1211"/>
                        </a:cubicBezTo>
                        <a:cubicBezTo>
                          <a:pt x="328" y="1096"/>
                          <a:pt x="499" y="999"/>
                          <a:pt x="772" y="962"/>
                        </a:cubicBezTo>
                        <a:cubicBezTo>
                          <a:pt x="1350" y="846"/>
                          <a:pt x="2676" y="846"/>
                          <a:pt x="2676" y="846"/>
                        </a:cubicBezTo>
                        <a:cubicBezTo>
                          <a:pt x="2676" y="846"/>
                          <a:pt x="2907" y="828"/>
                          <a:pt x="3138" y="809"/>
                        </a:cubicBezTo>
                        <a:cubicBezTo>
                          <a:pt x="3272" y="791"/>
                          <a:pt x="3387" y="791"/>
                          <a:pt x="3484" y="768"/>
                        </a:cubicBezTo>
                        <a:cubicBezTo>
                          <a:pt x="3521" y="768"/>
                          <a:pt x="3563" y="768"/>
                          <a:pt x="3600" y="749"/>
                        </a:cubicBezTo>
                        <a:lnTo>
                          <a:pt x="3637" y="749"/>
                        </a:lnTo>
                        <a:cubicBezTo>
                          <a:pt x="3660" y="749"/>
                          <a:pt x="3660" y="749"/>
                          <a:pt x="3678" y="712"/>
                        </a:cubicBezTo>
                        <a:cubicBezTo>
                          <a:pt x="3697" y="694"/>
                          <a:pt x="3697" y="675"/>
                          <a:pt x="3734" y="634"/>
                        </a:cubicBezTo>
                        <a:cubicBezTo>
                          <a:pt x="3752" y="597"/>
                          <a:pt x="3775" y="560"/>
                          <a:pt x="3794" y="500"/>
                        </a:cubicBezTo>
                        <a:cubicBezTo>
                          <a:pt x="3831" y="463"/>
                          <a:pt x="3849" y="403"/>
                          <a:pt x="3891" y="366"/>
                        </a:cubicBezTo>
                        <a:cubicBezTo>
                          <a:pt x="3909" y="347"/>
                          <a:pt x="3928" y="306"/>
                          <a:pt x="3928" y="306"/>
                        </a:cubicBezTo>
                        <a:lnTo>
                          <a:pt x="3965" y="306"/>
                        </a:lnTo>
                        <a:cubicBezTo>
                          <a:pt x="3965" y="306"/>
                          <a:pt x="3983" y="287"/>
                          <a:pt x="4006" y="287"/>
                        </a:cubicBezTo>
                        <a:cubicBezTo>
                          <a:pt x="4062" y="287"/>
                          <a:pt x="4122" y="269"/>
                          <a:pt x="4177" y="250"/>
                        </a:cubicBezTo>
                        <a:cubicBezTo>
                          <a:pt x="4330" y="232"/>
                          <a:pt x="4505" y="190"/>
                          <a:pt x="4700" y="153"/>
                        </a:cubicBezTo>
                        <a:cubicBezTo>
                          <a:pt x="4870" y="135"/>
                          <a:pt x="5065" y="116"/>
                          <a:pt x="5199" y="98"/>
                        </a:cubicBezTo>
                        <a:close/>
                        <a:moveTo>
                          <a:pt x="5199" y="1"/>
                        </a:moveTo>
                        <a:cubicBezTo>
                          <a:pt x="5046" y="19"/>
                          <a:pt x="4852" y="38"/>
                          <a:pt x="4676" y="56"/>
                        </a:cubicBezTo>
                        <a:cubicBezTo>
                          <a:pt x="4487" y="98"/>
                          <a:pt x="4311" y="135"/>
                          <a:pt x="4159" y="153"/>
                        </a:cubicBezTo>
                        <a:cubicBezTo>
                          <a:pt x="4099" y="172"/>
                          <a:pt x="4025" y="172"/>
                          <a:pt x="3983" y="190"/>
                        </a:cubicBezTo>
                        <a:cubicBezTo>
                          <a:pt x="3965" y="190"/>
                          <a:pt x="3946" y="213"/>
                          <a:pt x="3928" y="213"/>
                        </a:cubicBezTo>
                        <a:cubicBezTo>
                          <a:pt x="3909" y="213"/>
                          <a:pt x="3909" y="213"/>
                          <a:pt x="3891" y="232"/>
                        </a:cubicBezTo>
                        <a:cubicBezTo>
                          <a:pt x="3849" y="250"/>
                          <a:pt x="3831" y="269"/>
                          <a:pt x="3794" y="306"/>
                        </a:cubicBezTo>
                        <a:cubicBezTo>
                          <a:pt x="3775" y="347"/>
                          <a:pt x="3734" y="403"/>
                          <a:pt x="3715" y="463"/>
                        </a:cubicBezTo>
                        <a:cubicBezTo>
                          <a:pt x="3678" y="500"/>
                          <a:pt x="3660" y="537"/>
                          <a:pt x="3637" y="578"/>
                        </a:cubicBezTo>
                        <a:cubicBezTo>
                          <a:pt x="3618" y="615"/>
                          <a:pt x="3600" y="634"/>
                          <a:pt x="3600" y="652"/>
                        </a:cubicBezTo>
                        <a:lnTo>
                          <a:pt x="3581" y="652"/>
                        </a:lnTo>
                        <a:cubicBezTo>
                          <a:pt x="3544" y="652"/>
                          <a:pt x="3503" y="675"/>
                          <a:pt x="3466" y="675"/>
                        </a:cubicBezTo>
                        <a:cubicBezTo>
                          <a:pt x="3369" y="694"/>
                          <a:pt x="3253" y="694"/>
                          <a:pt x="3138" y="712"/>
                        </a:cubicBezTo>
                        <a:cubicBezTo>
                          <a:pt x="2907" y="731"/>
                          <a:pt x="2657" y="749"/>
                          <a:pt x="2657" y="749"/>
                        </a:cubicBezTo>
                        <a:cubicBezTo>
                          <a:pt x="2657" y="749"/>
                          <a:pt x="1368" y="749"/>
                          <a:pt x="772" y="865"/>
                        </a:cubicBezTo>
                        <a:cubicBezTo>
                          <a:pt x="462" y="906"/>
                          <a:pt x="268" y="1022"/>
                          <a:pt x="153" y="1156"/>
                        </a:cubicBezTo>
                        <a:cubicBezTo>
                          <a:pt x="37" y="1290"/>
                          <a:pt x="0" y="1442"/>
                          <a:pt x="19" y="1618"/>
                        </a:cubicBezTo>
                        <a:cubicBezTo>
                          <a:pt x="19" y="1789"/>
                          <a:pt x="97" y="2001"/>
                          <a:pt x="194" y="2177"/>
                        </a:cubicBezTo>
                        <a:cubicBezTo>
                          <a:pt x="287" y="2366"/>
                          <a:pt x="425" y="2524"/>
                          <a:pt x="541" y="2579"/>
                        </a:cubicBezTo>
                        <a:cubicBezTo>
                          <a:pt x="615" y="2598"/>
                          <a:pt x="730" y="2616"/>
                          <a:pt x="888" y="2639"/>
                        </a:cubicBezTo>
                        <a:cubicBezTo>
                          <a:pt x="1040" y="2658"/>
                          <a:pt x="1253" y="2676"/>
                          <a:pt x="1484" y="2676"/>
                        </a:cubicBezTo>
                        <a:cubicBezTo>
                          <a:pt x="1964" y="2676"/>
                          <a:pt x="2542" y="2616"/>
                          <a:pt x="3138" y="2408"/>
                        </a:cubicBezTo>
                        <a:cubicBezTo>
                          <a:pt x="3734" y="2214"/>
                          <a:pt x="4122" y="2117"/>
                          <a:pt x="4427" y="2020"/>
                        </a:cubicBezTo>
                        <a:cubicBezTo>
                          <a:pt x="4736" y="1923"/>
                          <a:pt x="4949" y="1807"/>
                          <a:pt x="5217" y="1618"/>
                        </a:cubicBezTo>
                        <a:cubicBezTo>
                          <a:pt x="5739" y="1193"/>
                          <a:pt x="5970" y="652"/>
                          <a:pt x="5970" y="652"/>
                        </a:cubicBezTo>
                        <a:lnTo>
                          <a:pt x="5989" y="634"/>
                        </a:lnTo>
                        <a:lnTo>
                          <a:pt x="5970" y="615"/>
                        </a:lnTo>
                        <a:cubicBezTo>
                          <a:pt x="5970" y="597"/>
                          <a:pt x="5970" y="597"/>
                          <a:pt x="5947" y="578"/>
                        </a:cubicBezTo>
                        <a:cubicBezTo>
                          <a:pt x="5947" y="560"/>
                          <a:pt x="5929" y="537"/>
                          <a:pt x="5929" y="518"/>
                        </a:cubicBezTo>
                        <a:cubicBezTo>
                          <a:pt x="5892" y="463"/>
                          <a:pt x="5855" y="403"/>
                          <a:pt x="5813" y="347"/>
                        </a:cubicBezTo>
                        <a:cubicBezTo>
                          <a:pt x="5739" y="213"/>
                          <a:pt x="5642" y="75"/>
                          <a:pt x="5527" y="19"/>
                        </a:cubicBezTo>
                        <a:cubicBezTo>
                          <a:pt x="5508" y="1"/>
                          <a:pt x="5448" y="1"/>
                          <a:pt x="539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7"/>
                  <p:cNvSpPr/>
                  <p:nvPr/>
                </p:nvSpPr>
                <p:spPr>
                  <a:xfrm>
                    <a:off x="5265414" y="3989791"/>
                    <a:ext cx="1075922" cy="649246"/>
                  </a:xfrm>
                  <a:custGeom>
                    <a:avLst/>
                    <a:gdLst/>
                    <a:ahLst/>
                    <a:cxnLst/>
                    <a:rect l="l" t="t" r="r" b="b"/>
                    <a:pathLst>
                      <a:path w="6720" h="4055" extrusionOk="0">
                        <a:moveTo>
                          <a:pt x="5939" y="0"/>
                        </a:moveTo>
                        <a:cubicBezTo>
                          <a:pt x="5480" y="0"/>
                          <a:pt x="4165" y="435"/>
                          <a:pt x="3734" y="470"/>
                        </a:cubicBezTo>
                        <a:cubicBezTo>
                          <a:pt x="3272" y="511"/>
                          <a:pt x="1174" y="779"/>
                          <a:pt x="597" y="913"/>
                        </a:cubicBezTo>
                        <a:cubicBezTo>
                          <a:pt x="1" y="1047"/>
                          <a:pt x="1" y="2129"/>
                          <a:pt x="79" y="2665"/>
                        </a:cubicBezTo>
                        <a:cubicBezTo>
                          <a:pt x="153" y="3205"/>
                          <a:pt x="500" y="3820"/>
                          <a:pt x="888" y="3995"/>
                        </a:cubicBezTo>
                        <a:cubicBezTo>
                          <a:pt x="985" y="4039"/>
                          <a:pt x="1220" y="4055"/>
                          <a:pt x="1534" y="4055"/>
                        </a:cubicBezTo>
                        <a:cubicBezTo>
                          <a:pt x="2463" y="4055"/>
                          <a:pt x="4085" y="3912"/>
                          <a:pt x="4889" y="3898"/>
                        </a:cubicBezTo>
                        <a:cubicBezTo>
                          <a:pt x="5971" y="3861"/>
                          <a:pt x="6202" y="3496"/>
                          <a:pt x="6299" y="3284"/>
                        </a:cubicBezTo>
                        <a:cubicBezTo>
                          <a:pt x="6414" y="3071"/>
                          <a:pt x="6622" y="2512"/>
                          <a:pt x="6664" y="2147"/>
                        </a:cubicBezTo>
                        <a:cubicBezTo>
                          <a:pt x="6719" y="1782"/>
                          <a:pt x="6585" y="913"/>
                          <a:pt x="6585" y="913"/>
                        </a:cubicBezTo>
                        <a:cubicBezTo>
                          <a:pt x="6530" y="567"/>
                          <a:pt x="6373" y="105"/>
                          <a:pt x="6026" y="8"/>
                        </a:cubicBezTo>
                        <a:cubicBezTo>
                          <a:pt x="6002" y="3"/>
                          <a:pt x="5973" y="0"/>
                          <a:pt x="59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7"/>
                  <p:cNvSpPr/>
                  <p:nvPr/>
                </p:nvSpPr>
                <p:spPr>
                  <a:xfrm>
                    <a:off x="5259490" y="3981785"/>
                    <a:ext cx="1084728" cy="666218"/>
                  </a:xfrm>
                  <a:custGeom>
                    <a:avLst/>
                    <a:gdLst/>
                    <a:ahLst/>
                    <a:cxnLst/>
                    <a:rect l="l" t="t" r="r" b="b"/>
                    <a:pathLst>
                      <a:path w="6775" h="4161" extrusionOk="0">
                        <a:moveTo>
                          <a:pt x="5921" y="106"/>
                        </a:moveTo>
                        <a:cubicBezTo>
                          <a:pt x="5978" y="106"/>
                          <a:pt x="6022" y="110"/>
                          <a:pt x="6045" y="118"/>
                        </a:cubicBezTo>
                        <a:cubicBezTo>
                          <a:pt x="6197" y="155"/>
                          <a:pt x="6313" y="270"/>
                          <a:pt x="6410" y="446"/>
                        </a:cubicBezTo>
                        <a:cubicBezTo>
                          <a:pt x="6488" y="617"/>
                          <a:pt x="6544" y="811"/>
                          <a:pt x="6585" y="982"/>
                        </a:cubicBezTo>
                        <a:cubicBezTo>
                          <a:pt x="6585" y="982"/>
                          <a:pt x="6604" y="1194"/>
                          <a:pt x="6641" y="1444"/>
                        </a:cubicBezTo>
                        <a:cubicBezTo>
                          <a:pt x="6659" y="1717"/>
                          <a:pt x="6682" y="2003"/>
                          <a:pt x="6659" y="2179"/>
                        </a:cubicBezTo>
                        <a:cubicBezTo>
                          <a:pt x="6604" y="2544"/>
                          <a:pt x="6391" y="3103"/>
                          <a:pt x="6294" y="3292"/>
                        </a:cubicBezTo>
                        <a:cubicBezTo>
                          <a:pt x="6239" y="3408"/>
                          <a:pt x="6160" y="3546"/>
                          <a:pt x="5966" y="3662"/>
                        </a:cubicBezTo>
                        <a:cubicBezTo>
                          <a:pt x="5777" y="3777"/>
                          <a:pt x="5449" y="3870"/>
                          <a:pt x="4926" y="3893"/>
                        </a:cubicBezTo>
                        <a:cubicBezTo>
                          <a:pt x="4390" y="3893"/>
                          <a:pt x="3485" y="3967"/>
                          <a:pt x="2676" y="4008"/>
                        </a:cubicBezTo>
                        <a:cubicBezTo>
                          <a:pt x="2251" y="4027"/>
                          <a:pt x="1868" y="4045"/>
                          <a:pt x="1558" y="4045"/>
                        </a:cubicBezTo>
                        <a:lnTo>
                          <a:pt x="1174" y="4045"/>
                        </a:lnTo>
                        <a:cubicBezTo>
                          <a:pt x="1059" y="4027"/>
                          <a:pt x="980" y="4008"/>
                          <a:pt x="943" y="3985"/>
                        </a:cubicBezTo>
                        <a:cubicBezTo>
                          <a:pt x="768" y="3911"/>
                          <a:pt x="578" y="3736"/>
                          <a:pt x="444" y="3486"/>
                        </a:cubicBezTo>
                        <a:cubicBezTo>
                          <a:pt x="306" y="3255"/>
                          <a:pt x="190" y="2969"/>
                          <a:pt x="153" y="2715"/>
                        </a:cubicBezTo>
                        <a:cubicBezTo>
                          <a:pt x="116" y="2447"/>
                          <a:pt x="98" y="2045"/>
                          <a:pt x="172" y="1698"/>
                        </a:cubicBezTo>
                        <a:cubicBezTo>
                          <a:pt x="190" y="1522"/>
                          <a:pt x="250" y="1370"/>
                          <a:pt x="329" y="1236"/>
                        </a:cubicBezTo>
                        <a:cubicBezTo>
                          <a:pt x="403" y="1120"/>
                          <a:pt x="500" y="1042"/>
                          <a:pt x="634" y="1005"/>
                        </a:cubicBezTo>
                        <a:cubicBezTo>
                          <a:pt x="1211" y="866"/>
                          <a:pt x="3309" y="617"/>
                          <a:pt x="3771" y="561"/>
                        </a:cubicBezTo>
                        <a:cubicBezTo>
                          <a:pt x="4025" y="543"/>
                          <a:pt x="4506" y="404"/>
                          <a:pt x="4968" y="289"/>
                        </a:cubicBezTo>
                        <a:cubicBezTo>
                          <a:pt x="5199" y="233"/>
                          <a:pt x="5430" y="173"/>
                          <a:pt x="5619" y="136"/>
                        </a:cubicBezTo>
                        <a:cubicBezTo>
                          <a:pt x="5733" y="115"/>
                          <a:pt x="5841" y="106"/>
                          <a:pt x="5921" y="106"/>
                        </a:cubicBezTo>
                        <a:close/>
                        <a:moveTo>
                          <a:pt x="5928" y="1"/>
                        </a:moveTo>
                        <a:cubicBezTo>
                          <a:pt x="5843" y="1"/>
                          <a:pt x="5739" y="16"/>
                          <a:pt x="5619" y="39"/>
                        </a:cubicBezTo>
                        <a:cubicBezTo>
                          <a:pt x="5412" y="81"/>
                          <a:pt x="5181" y="136"/>
                          <a:pt x="4950" y="196"/>
                        </a:cubicBezTo>
                        <a:cubicBezTo>
                          <a:pt x="4464" y="312"/>
                          <a:pt x="3984" y="446"/>
                          <a:pt x="3771" y="464"/>
                        </a:cubicBezTo>
                        <a:cubicBezTo>
                          <a:pt x="3291" y="520"/>
                          <a:pt x="1211" y="774"/>
                          <a:pt x="615" y="908"/>
                        </a:cubicBezTo>
                        <a:cubicBezTo>
                          <a:pt x="463" y="945"/>
                          <a:pt x="329" y="1042"/>
                          <a:pt x="250" y="1176"/>
                        </a:cubicBezTo>
                        <a:cubicBezTo>
                          <a:pt x="153" y="1328"/>
                          <a:pt x="98" y="1504"/>
                          <a:pt x="75" y="1675"/>
                        </a:cubicBezTo>
                        <a:cubicBezTo>
                          <a:pt x="1" y="2045"/>
                          <a:pt x="19" y="2447"/>
                          <a:pt x="56" y="2738"/>
                        </a:cubicBezTo>
                        <a:cubicBezTo>
                          <a:pt x="98" y="3006"/>
                          <a:pt x="213" y="3292"/>
                          <a:pt x="366" y="3546"/>
                        </a:cubicBezTo>
                        <a:cubicBezTo>
                          <a:pt x="500" y="3796"/>
                          <a:pt x="694" y="3985"/>
                          <a:pt x="907" y="4082"/>
                        </a:cubicBezTo>
                        <a:cubicBezTo>
                          <a:pt x="962" y="4124"/>
                          <a:pt x="1059" y="4124"/>
                          <a:pt x="1156" y="4142"/>
                        </a:cubicBezTo>
                        <a:cubicBezTo>
                          <a:pt x="1272" y="4142"/>
                          <a:pt x="1406" y="4161"/>
                          <a:pt x="1558" y="4161"/>
                        </a:cubicBezTo>
                        <a:cubicBezTo>
                          <a:pt x="1868" y="4161"/>
                          <a:pt x="2270" y="4142"/>
                          <a:pt x="2676" y="4124"/>
                        </a:cubicBezTo>
                        <a:cubicBezTo>
                          <a:pt x="3485" y="4064"/>
                          <a:pt x="4390" y="4008"/>
                          <a:pt x="4926" y="3985"/>
                        </a:cubicBezTo>
                        <a:cubicBezTo>
                          <a:pt x="5467" y="3985"/>
                          <a:pt x="5814" y="3870"/>
                          <a:pt x="6026" y="3736"/>
                        </a:cubicBezTo>
                        <a:cubicBezTo>
                          <a:pt x="6239" y="3620"/>
                          <a:pt x="6336" y="3449"/>
                          <a:pt x="6391" y="3352"/>
                        </a:cubicBezTo>
                        <a:cubicBezTo>
                          <a:pt x="6488" y="3121"/>
                          <a:pt x="6701" y="2581"/>
                          <a:pt x="6756" y="2197"/>
                        </a:cubicBezTo>
                        <a:cubicBezTo>
                          <a:pt x="6775" y="2003"/>
                          <a:pt x="6756" y="1698"/>
                          <a:pt x="6738" y="1444"/>
                        </a:cubicBezTo>
                        <a:cubicBezTo>
                          <a:pt x="6701" y="1176"/>
                          <a:pt x="6682" y="963"/>
                          <a:pt x="6682" y="963"/>
                        </a:cubicBezTo>
                        <a:cubicBezTo>
                          <a:pt x="6641" y="792"/>
                          <a:pt x="6585" y="580"/>
                          <a:pt x="6488" y="404"/>
                        </a:cubicBezTo>
                        <a:cubicBezTo>
                          <a:pt x="6391" y="215"/>
                          <a:pt x="6257" y="58"/>
                          <a:pt x="6063" y="21"/>
                        </a:cubicBezTo>
                        <a:cubicBezTo>
                          <a:pt x="6026" y="7"/>
                          <a:pt x="5981" y="1"/>
                          <a:pt x="592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7"/>
                  <p:cNvSpPr/>
                  <p:nvPr/>
                </p:nvSpPr>
                <p:spPr>
                  <a:xfrm>
                    <a:off x="5407430" y="4219547"/>
                    <a:ext cx="922059" cy="427334"/>
                  </a:xfrm>
                  <a:custGeom>
                    <a:avLst/>
                    <a:gdLst/>
                    <a:ahLst/>
                    <a:cxnLst/>
                    <a:rect l="l" t="t" r="r" b="b"/>
                    <a:pathLst>
                      <a:path w="5759" h="2669" extrusionOk="0">
                        <a:moveTo>
                          <a:pt x="4871" y="0"/>
                        </a:moveTo>
                        <a:cubicBezTo>
                          <a:pt x="4494" y="201"/>
                          <a:pt x="4032" y="230"/>
                          <a:pt x="3510" y="230"/>
                        </a:cubicBezTo>
                        <a:cubicBezTo>
                          <a:pt x="3300" y="230"/>
                          <a:pt x="3079" y="226"/>
                          <a:pt x="2851" y="226"/>
                        </a:cubicBezTo>
                        <a:cubicBezTo>
                          <a:pt x="2513" y="226"/>
                          <a:pt x="2157" y="236"/>
                          <a:pt x="1789" y="287"/>
                        </a:cubicBezTo>
                        <a:cubicBezTo>
                          <a:pt x="560" y="481"/>
                          <a:pt x="1" y="1114"/>
                          <a:pt x="306" y="1983"/>
                        </a:cubicBezTo>
                        <a:cubicBezTo>
                          <a:pt x="515" y="2565"/>
                          <a:pt x="995" y="2669"/>
                          <a:pt x="1451" y="2669"/>
                        </a:cubicBezTo>
                        <a:cubicBezTo>
                          <a:pt x="1671" y="2669"/>
                          <a:pt x="1886" y="2645"/>
                          <a:pt x="2062" y="2639"/>
                        </a:cubicBezTo>
                        <a:cubicBezTo>
                          <a:pt x="2579" y="2639"/>
                          <a:pt x="4603" y="2597"/>
                          <a:pt x="5181" y="2251"/>
                        </a:cubicBezTo>
                        <a:cubicBezTo>
                          <a:pt x="5758" y="1886"/>
                          <a:pt x="5661" y="1849"/>
                          <a:pt x="5486" y="1174"/>
                        </a:cubicBezTo>
                        <a:cubicBezTo>
                          <a:pt x="5315" y="518"/>
                          <a:pt x="4871" y="0"/>
                          <a:pt x="48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7"/>
                  <p:cNvSpPr/>
                  <p:nvPr/>
                </p:nvSpPr>
                <p:spPr>
                  <a:xfrm>
                    <a:off x="5423121" y="4209941"/>
                    <a:ext cx="896762" cy="445266"/>
                  </a:xfrm>
                  <a:custGeom>
                    <a:avLst/>
                    <a:gdLst/>
                    <a:ahLst/>
                    <a:cxnLst/>
                    <a:rect l="l" t="t" r="r" b="b"/>
                    <a:pathLst>
                      <a:path w="5601" h="2781" extrusionOk="0">
                        <a:moveTo>
                          <a:pt x="4755" y="116"/>
                        </a:moveTo>
                        <a:cubicBezTo>
                          <a:pt x="4773" y="158"/>
                          <a:pt x="5175" y="638"/>
                          <a:pt x="5351" y="1253"/>
                        </a:cubicBezTo>
                        <a:cubicBezTo>
                          <a:pt x="5429" y="1581"/>
                          <a:pt x="5485" y="1752"/>
                          <a:pt x="5466" y="1867"/>
                        </a:cubicBezTo>
                        <a:cubicBezTo>
                          <a:pt x="5466" y="1927"/>
                          <a:pt x="5429" y="1983"/>
                          <a:pt x="5369" y="2043"/>
                        </a:cubicBezTo>
                        <a:cubicBezTo>
                          <a:pt x="5291" y="2098"/>
                          <a:pt x="5198" y="2177"/>
                          <a:pt x="5060" y="2255"/>
                        </a:cubicBezTo>
                        <a:cubicBezTo>
                          <a:pt x="4792" y="2426"/>
                          <a:pt x="4135" y="2523"/>
                          <a:pt x="3502" y="2583"/>
                        </a:cubicBezTo>
                        <a:cubicBezTo>
                          <a:pt x="2846" y="2639"/>
                          <a:pt x="2213" y="2639"/>
                          <a:pt x="1964" y="2639"/>
                        </a:cubicBezTo>
                        <a:cubicBezTo>
                          <a:pt x="1786" y="2650"/>
                          <a:pt x="1586" y="2670"/>
                          <a:pt x="1384" y="2670"/>
                        </a:cubicBezTo>
                        <a:cubicBezTo>
                          <a:pt x="1255" y="2670"/>
                          <a:pt x="1125" y="2662"/>
                          <a:pt x="998" y="2639"/>
                        </a:cubicBezTo>
                        <a:cubicBezTo>
                          <a:pt x="693" y="2602"/>
                          <a:pt x="402" y="2445"/>
                          <a:pt x="250" y="2024"/>
                        </a:cubicBezTo>
                        <a:cubicBezTo>
                          <a:pt x="116" y="1599"/>
                          <a:pt x="171" y="1253"/>
                          <a:pt x="402" y="985"/>
                        </a:cubicBezTo>
                        <a:cubicBezTo>
                          <a:pt x="652" y="694"/>
                          <a:pt x="1095" y="504"/>
                          <a:pt x="1691" y="407"/>
                        </a:cubicBezTo>
                        <a:cubicBezTo>
                          <a:pt x="2043" y="352"/>
                          <a:pt x="2381" y="340"/>
                          <a:pt x="2702" y="340"/>
                        </a:cubicBezTo>
                        <a:cubicBezTo>
                          <a:pt x="2947" y="340"/>
                          <a:pt x="3182" y="347"/>
                          <a:pt x="3405" y="347"/>
                        </a:cubicBezTo>
                        <a:cubicBezTo>
                          <a:pt x="3928" y="347"/>
                          <a:pt x="4366" y="310"/>
                          <a:pt x="4755" y="116"/>
                        </a:cubicBezTo>
                        <a:close/>
                        <a:moveTo>
                          <a:pt x="4773" y="0"/>
                        </a:moveTo>
                        <a:lnTo>
                          <a:pt x="4755" y="19"/>
                        </a:lnTo>
                        <a:cubicBezTo>
                          <a:pt x="4390" y="213"/>
                          <a:pt x="3928" y="231"/>
                          <a:pt x="3405" y="231"/>
                        </a:cubicBezTo>
                        <a:cubicBezTo>
                          <a:pt x="3263" y="231"/>
                          <a:pt x="3115" y="230"/>
                          <a:pt x="2964" y="230"/>
                        </a:cubicBezTo>
                        <a:cubicBezTo>
                          <a:pt x="2566" y="230"/>
                          <a:pt x="2140" y="240"/>
                          <a:pt x="1691" y="310"/>
                        </a:cubicBezTo>
                        <a:cubicBezTo>
                          <a:pt x="1058" y="407"/>
                          <a:pt x="596" y="620"/>
                          <a:pt x="347" y="906"/>
                        </a:cubicBezTo>
                        <a:cubicBezTo>
                          <a:pt x="74" y="1216"/>
                          <a:pt x="0" y="1618"/>
                          <a:pt x="171" y="2061"/>
                        </a:cubicBezTo>
                        <a:cubicBezTo>
                          <a:pt x="323" y="2505"/>
                          <a:pt x="652" y="2676"/>
                          <a:pt x="998" y="2754"/>
                        </a:cubicBezTo>
                        <a:cubicBezTo>
                          <a:pt x="1107" y="2774"/>
                          <a:pt x="1221" y="2781"/>
                          <a:pt x="1334" y="2781"/>
                        </a:cubicBezTo>
                        <a:cubicBezTo>
                          <a:pt x="1559" y="2781"/>
                          <a:pt x="1782" y="2754"/>
                          <a:pt x="1964" y="2754"/>
                        </a:cubicBezTo>
                        <a:cubicBezTo>
                          <a:pt x="2213" y="2736"/>
                          <a:pt x="2865" y="2736"/>
                          <a:pt x="3502" y="2676"/>
                        </a:cubicBezTo>
                        <a:cubicBezTo>
                          <a:pt x="4159" y="2620"/>
                          <a:pt x="4792" y="2542"/>
                          <a:pt x="5120" y="2352"/>
                        </a:cubicBezTo>
                        <a:cubicBezTo>
                          <a:pt x="5254" y="2255"/>
                          <a:pt x="5351" y="2177"/>
                          <a:pt x="5429" y="2121"/>
                        </a:cubicBezTo>
                        <a:cubicBezTo>
                          <a:pt x="5503" y="2043"/>
                          <a:pt x="5563" y="1983"/>
                          <a:pt x="5563" y="1890"/>
                        </a:cubicBezTo>
                        <a:cubicBezTo>
                          <a:pt x="5600" y="1733"/>
                          <a:pt x="5522" y="1562"/>
                          <a:pt x="5448" y="1234"/>
                        </a:cubicBezTo>
                        <a:cubicBezTo>
                          <a:pt x="5272" y="560"/>
                          <a:pt x="4810" y="42"/>
                          <a:pt x="4810" y="42"/>
                        </a:cubicBezTo>
                        <a:lnTo>
                          <a:pt x="477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7"/>
                  <p:cNvSpPr/>
                  <p:nvPr/>
                </p:nvSpPr>
                <p:spPr>
                  <a:xfrm>
                    <a:off x="6085169" y="4108271"/>
                    <a:ext cx="459509" cy="453592"/>
                  </a:xfrm>
                  <a:custGeom>
                    <a:avLst/>
                    <a:gdLst/>
                    <a:ahLst/>
                    <a:cxnLst/>
                    <a:rect l="l" t="t" r="r" b="b"/>
                    <a:pathLst>
                      <a:path w="2870" h="2833" extrusionOk="0">
                        <a:moveTo>
                          <a:pt x="1615" y="0"/>
                        </a:moveTo>
                        <a:cubicBezTo>
                          <a:pt x="1450" y="0"/>
                          <a:pt x="1070" y="25"/>
                          <a:pt x="851" y="233"/>
                        </a:cubicBezTo>
                        <a:cubicBezTo>
                          <a:pt x="560" y="483"/>
                          <a:pt x="116" y="829"/>
                          <a:pt x="60" y="1675"/>
                        </a:cubicBezTo>
                        <a:cubicBezTo>
                          <a:pt x="0" y="2525"/>
                          <a:pt x="389" y="2830"/>
                          <a:pt x="389" y="2830"/>
                        </a:cubicBezTo>
                        <a:cubicBezTo>
                          <a:pt x="389" y="2830"/>
                          <a:pt x="433" y="2833"/>
                          <a:pt x="513" y="2833"/>
                        </a:cubicBezTo>
                        <a:cubicBezTo>
                          <a:pt x="881" y="2833"/>
                          <a:pt x="1999" y="2779"/>
                          <a:pt x="2870" y="2179"/>
                        </a:cubicBezTo>
                        <a:lnTo>
                          <a:pt x="1696" y="2"/>
                        </a:lnTo>
                        <a:cubicBezTo>
                          <a:pt x="1696" y="2"/>
                          <a:pt x="1666" y="0"/>
                          <a:pt x="1615"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7"/>
                  <p:cNvSpPr/>
                  <p:nvPr/>
                </p:nvSpPr>
                <p:spPr>
                  <a:xfrm>
                    <a:off x="6082127" y="4098985"/>
                    <a:ext cx="475199" cy="469763"/>
                  </a:xfrm>
                  <a:custGeom>
                    <a:avLst/>
                    <a:gdLst/>
                    <a:ahLst/>
                    <a:cxnLst/>
                    <a:rect l="l" t="t" r="r" b="b"/>
                    <a:pathLst>
                      <a:path w="2968" h="2934" extrusionOk="0">
                        <a:moveTo>
                          <a:pt x="1697" y="97"/>
                        </a:moveTo>
                        <a:lnTo>
                          <a:pt x="2833" y="2214"/>
                        </a:lnTo>
                        <a:cubicBezTo>
                          <a:pt x="1941" y="2793"/>
                          <a:pt x="833" y="2834"/>
                          <a:pt x="515" y="2834"/>
                        </a:cubicBezTo>
                        <a:cubicBezTo>
                          <a:pt x="462" y="2834"/>
                          <a:pt x="431" y="2833"/>
                          <a:pt x="426" y="2833"/>
                        </a:cubicBezTo>
                        <a:cubicBezTo>
                          <a:pt x="426" y="2833"/>
                          <a:pt x="347" y="2773"/>
                          <a:pt x="274" y="2602"/>
                        </a:cubicBezTo>
                        <a:cubicBezTo>
                          <a:pt x="177" y="2426"/>
                          <a:pt x="98" y="2140"/>
                          <a:pt x="116" y="1733"/>
                        </a:cubicBezTo>
                        <a:cubicBezTo>
                          <a:pt x="195" y="906"/>
                          <a:pt x="597" y="578"/>
                          <a:pt x="907" y="328"/>
                        </a:cubicBezTo>
                        <a:cubicBezTo>
                          <a:pt x="1041" y="194"/>
                          <a:pt x="1235" y="134"/>
                          <a:pt x="1406" y="116"/>
                        </a:cubicBezTo>
                        <a:cubicBezTo>
                          <a:pt x="1563" y="97"/>
                          <a:pt x="1660" y="97"/>
                          <a:pt x="1697" y="97"/>
                        </a:cubicBezTo>
                        <a:close/>
                        <a:moveTo>
                          <a:pt x="1715" y="0"/>
                        </a:moveTo>
                        <a:cubicBezTo>
                          <a:pt x="1715" y="0"/>
                          <a:pt x="1581" y="0"/>
                          <a:pt x="1387" y="19"/>
                        </a:cubicBezTo>
                        <a:cubicBezTo>
                          <a:pt x="1216" y="42"/>
                          <a:pt x="1004" y="97"/>
                          <a:pt x="828" y="250"/>
                        </a:cubicBezTo>
                        <a:cubicBezTo>
                          <a:pt x="542" y="504"/>
                          <a:pt x="98" y="869"/>
                          <a:pt x="19" y="1715"/>
                        </a:cubicBezTo>
                        <a:cubicBezTo>
                          <a:pt x="1" y="2158"/>
                          <a:pt x="79" y="2445"/>
                          <a:pt x="177" y="2639"/>
                        </a:cubicBezTo>
                        <a:cubicBezTo>
                          <a:pt x="274" y="2833"/>
                          <a:pt x="366" y="2930"/>
                          <a:pt x="366" y="2930"/>
                        </a:cubicBezTo>
                        <a:lnTo>
                          <a:pt x="408" y="2930"/>
                        </a:lnTo>
                        <a:cubicBezTo>
                          <a:pt x="408" y="2930"/>
                          <a:pt x="464" y="2933"/>
                          <a:pt x="563" y="2933"/>
                        </a:cubicBezTo>
                        <a:cubicBezTo>
                          <a:pt x="964" y="2933"/>
                          <a:pt x="2063" y="2874"/>
                          <a:pt x="2930" y="2274"/>
                        </a:cubicBezTo>
                        <a:lnTo>
                          <a:pt x="2967" y="2255"/>
                        </a:lnTo>
                        <a:lnTo>
                          <a:pt x="2930" y="2214"/>
                        </a:lnTo>
                        <a:lnTo>
                          <a:pt x="175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7"/>
                  <p:cNvSpPr/>
                  <p:nvPr/>
                </p:nvSpPr>
                <p:spPr>
                  <a:xfrm>
                    <a:off x="6199807" y="3146497"/>
                    <a:ext cx="1729001" cy="1538497"/>
                  </a:xfrm>
                  <a:custGeom>
                    <a:avLst/>
                    <a:gdLst/>
                    <a:ahLst/>
                    <a:cxnLst/>
                    <a:rect l="l" t="t" r="r" b="b"/>
                    <a:pathLst>
                      <a:path w="10799" h="9609" extrusionOk="0">
                        <a:moveTo>
                          <a:pt x="8902" y="0"/>
                        </a:moveTo>
                        <a:cubicBezTo>
                          <a:pt x="8680" y="0"/>
                          <a:pt x="8439" y="49"/>
                          <a:pt x="8179" y="155"/>
                        </a:cubicBezTo>
                        <a:cubicBezTo>
                          <a:pt x="6908" y="677"/>
                          <a:pt x="209" y="4526"/>
                          <a:pt x="209" y="4526"/>
                        </a:cubicBezTo>
                        <a:cubicBezTo>
                          <a:pt x="56" y="4563"/>
                          <a:pt x="1" y="5238"/>
                          <a:pt x="883" y="7146"/>
                        </a:cubicBezTo>
                        <a:cubicBezTo>
                          <a:pt x="1789" y="9068"/>
                          <a:pt x="3096" y="9609"/>
                          <a:pt x="3096" y="9609"/>
                        </a:cubicBezTo>
                        <a:cubicBezTo>
                          <a:pt x="3096" y="9609"/>
                          <a:pt x="9796" y="4235"/>
                          <a:pt x="10124" y="3912"/>
                        </a:cubicBezTo>
                        <a:cubicBezTo>
                          <a:pt x="10434" y="3565"/>
                          <a:pt x="10799" y="2964"/>
                          <a:pt x="10549" y="1735"/>
                        </a:cubicBezTo>
                        <a:cubicBezTo>
                          <a:pt x="10336" y="739"/>
                          <a:pt x="9766" y="0"/>
                          <a:pt x="89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7"/>
                  <p:cNvSpPr/>
                  <p:nvPr/>
                </p:nvSpPr>
                <p:spPr>
                  <a:xfrm>
                    <a:off x="6208773" y="3139452"/>
                    <a:ext cx="1729641" cy="1554508"/>
                  </a:xfrm>
                  <a:custGeom>
                    <a:avLst/>
                    <a:gdLst/>
                    <a:ahLst/>
                    <a:cxnLst/>
                    <a:rect l="l" t="t" r="r" b="b"/>
                    <a:pathLst>
                      <a:path w="10803" h="9709" extrusionOk="0">
                        <a:moveTo>
                          <a:pt x="8872" y="98"/>
                        </a:moveTo>
                        <a:cubicBezTo>
                          <a:pt x="8913" y="98"/>
                          <a:pt x="8953" y="99"/>
                          <a:pt x="8992" y="102"/>
                        </a:cubicBezTo>
                        <a:cubicBezTo>
                          <a:pt x="9241" y="121"/>
                          <a:pt x="9454" y="218"/>
                          <a:pt x="9648" y="375"/>
                        </a:cubicBezTo>
                        <a:cubicBezTo>
                          <a:pt x="10031" y="661"/>
                          <a:pt x="10299" y="1183"/>
                          <a:pt x="10433" y="1779"/>
                        </a:cubicBezTo>
                        <a:cubicBezTo>
                          <a:pt x="10706" y="3008"/>
                          <a:pt x="10341" y="3586"/>
                          <a:pt x="10031" y="3914"/>
                        </a:cubicBezTo>
                        <a:cubicBezTo>
                          <a:pt x="9994" y="3956"/>
                          <a:pt x="9856" y="4071"/>
                          <a:pt x="9648" y="4261"/>
                        </a:cubicBezTo>
                        <a:cubicBezTo>
                          <a:pt x="9435" y="4436"/>
                          <a:pt x="9144" y="4667"/>
                          <a:pt x="8798" y="4935"/>
                        </a:cubicBezTo>
                        <a:cubicBezTo>
                          <a:pt x="8123" y="5494"/>
                          <a:pt x="7259" y="6206"/>
                          <a:pt x="6413" y="6880"/>
                        </a:cubicBezTo>
                        <a:cubicBezTo>
                          <a:pt x="4699" y="8267"/>
                          <a:pt x="3064" y="9574"/>
                          <a:pt x="3040" y="9593"/>
                        </a:cubicBezTo>
                        <a:cubicBezTo>
                          <a:pt x="3022" y="9593"/>
                          <a:pt x="2735" y="9459"/>
                          <a:pt x="2310" y="9112"/>
                        </a:cubicBezTo>
                        <a:cubicBezTo>
                          <a:pt x="1867" y="8729"/>
                          <a:pt x="1331" y="8133"/>
                          <a:pt x="887" y="7167"/>
                        </a:cubicBezTo>
                        <a:cubicBezTo>
                          <a:pt x="425" y="6224"/>
                          <a:pt x="231" y="5573"/>
                          <a:pt x="153" y="5166"/>
                        </a:cubicBezTo>
                        <a:cubicBezTo>
                          <a:pt x="116" y="4972"/>
                          <a:pt x="97" y="4820"/>
                          <a:pt x="116" y="4741"/>
                        </a:cubicBezTo>
                        <a:cubicBezTo>
                          <a:pt x="116" y="4686"/>
                          <a:pt x="134" y="4667"/>
                          <a:pt x="134" y="4649"/>
                        </a:cubicBezTo>
                        <a:cubicBezTo>
                          <a:pt x="153" y="4626"/>
                          <a:pt x="153" y="4607"/>
                          <a:pt x="153" y="4607"/>
                        </a:cubicBezTo>
                        <a:lnTo>
                          <a:pt x="176" y="4607"/>
                        </a:lnTo>
                        <a:cubicBezTo>
                          <a:pt x="176" y="4607"/>
                          <a:pt x="1848" y="3646"/>
                          <a:pt x="3678" y="2625"/>
                        </a:cubicBezTo>
                        <a:cubicBezTo>
                          <a:pt x="5508" y="1604"/>
                          <a:pt x="7508" y="509"/>
                          <a:pt x="8146" y="259"/>
                        </a:cubicBezTo>
                        <a:cubicBezTo>
                          <a:pt x="8403" y="142"/>
                          <a:pt x="8651" y="98"/>
                          <a:pt x="8872" y="98"/>
                        </a:cubicBezTo>
                        <a:close/>
                        <a:moveTo>
                          <a:pt x="8871" y="1"/>
                        </a:moveTo>
                        <a:cubicBezTo>
                          <a:pt x="8637" y="1"/>
                          <a:pt x="8384" y="48"/>
                          <a:pt x="8105" y="162"/>
                        </a:cubicBezTo>
                        <a:cubicBezTo>
                          <a:pt x="7453" y="430"/>
                          <a:pt x="5466" y="1507"/>
                          <a:pt x="3641" y="2528"/>
                        </a:cubicBezTo>
                        <a:cubicBezTo>
                          <a:pt x="1793" y="3568"/>
                          <a:pt x="116" y="4533"/>
                          <a:pt x="116" y="4533"/>
                        </a:cubicBezTo>
                        <a:lnTo>
                          <a:pt x="134" y="4510"/>
                        </a:lnTo>
                        <a:lnTo>
                          <a:pt x="134" y="4510"/>
                        </a:lnTo>
                        <a:cubicBezTo>
                          <a:pt x="97" y="4533"/>
                          <a:pt x="79" y="4552"/>
                          <a:pt x="60" y="4589"/>
                        </a:cubicBezTo>
                        <a:cubicBezTo>
                          <a:pt x="37" y="4626"/>
                          <a:pt x="19" y="4667"/>
                          <a:pt x="19" y="4723"/>
                        </a:cubicBezTo>
                        <a:cubicBezTo>
                          <a:pt x="0" y="4820"/>
                          <a:pt x="0" y="4972"/>
                          <a:pt x="60" y="5185"/>
                        </a:cubicBezTo>
                        <a:cubicBezTo>
                          <a:pt x="134" y="5610"/>
                          <a:pt x="347" y="6266"/>
                          <a:pt x="790" y="7227"/>
                        </a:cubicBezTo>
                        <a:cubicBezTo>
                          <a:pt x="1234" y="8188"/>
                          <a:pt x="1793" y="8807"/>
                          <a:pt x="2255" y="9191"/>
                        </a:cubicBezTo>
                        <a:cubicBezTo>
                          <a:pt x="2694" y="9556"/>
                          <a:pt x="3022" y="9708"/>
                          <a:pt x="3022" y="9708"/>
                        </a:cubicBezTo>
                        <a:lnTo>
                          <a:pt x="3064" y="9708"/>
                        </a:lnTo>
                        <a:lnTo>
                          <a:pt x="3082" y="9690"/>
                        </a:lnTo>
                        <a:cubicBezTo>
                          <a:pt x="3082" y="9690"/>
                          <a:pt x="4755" y="8345"/>
                          <a:pt x="6469" y="6978"/>
                        </a:cubicBezTo>
                        <a:cubicBezTo>
                          <a:pt x="7314" y="6284"/>
                          <a:pt x="8202" y="5573"/>
                          <a:pt x="8858" y="5032"/>
                        </a:cubicBezTo>
                        <a:cubicBezTo>
                          <a:pt x="9204" y="4741"/>
                          <a:pt x="9491" y="4510"/>
                          <a:pt x="9703" y="4339"/>
                        </a:cubicBezTo>
                        <a:cubicBezTo>
                          <a:pt x="9916" y="4145"/>
                          <a:pt x="10050" y="4030"/>
                          <a:pt x="10110" y="3993"/>
                        </a:cubicBezTo>
                        <a:cubicBezTo>
                          <a:pt x="10415" y="3646"/>
                          <a:pt x="10803" y="3008"/>
                          <a:pt x="10530" y="1761"/>
                        </a:cubicBezTo>
                        <a:cubicBezTo>
                          <a:pt x="10396" y="1142"/>
                          <a:pt x="10128" y="606"/>
                          <a:pt x="9703" y="296"/>
                        </a:cubicBezTo>
                        <a:cubicBezTo>
                          <a:pt x="9509" y="144"/>
                          <a:pt x="9260" y="47"/>
                          <a:pt x="8992" y="5"/>
                        </a:cubicBezTo>
                        <a:cubicBezTo>
                          <a:pt x="8952" y="2"/>
                          <a:pt x="8912" y="1"/>
                          <a:pt x="887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7"/>
                  <p:cNvSpPr/>
                  <p:nvPr/>
                </p:nvSpPr>
                <p:spPr>
                  <a:xfrm>
                    <a:off x="7046941" y="2557776"/>
                    <a:ext cx="647475" cy="769809"/>
                  </a:xfrm>
                  <a:custGeom>
                    <a:avLst/>
                    <a:gdLst/>
                    <a:ahLst/>
                    <a:cxnLst/>
                    <a:rect l="l" t="t" r="r" b="b"/>
                    <a:pathLst>
                      <a:path w="4044" h="4808" extrusionOk="0">
                        <a:moveTo>
                          <a:pt x="2751" y="0"/>
                        </a:moveTo>
                        <a:cubicBezTo>
                          <a:pt x="2690" y="0"/>
                          <a:pt x="2639" y="2"/>
                          <a:pt x="2602" y="2"/>
                        </a:cubicBezTo>
                        <a:cubicBezTo>
                          <a:pt x="2103" y="20"/>
                          <a:pt x="1733" y="367"/>
                          <a:pt x="1368" y="695"/>
                        </a:cubicBezTo>
                        <a:cubicBezTo>
                          <a:pt x="906" y="1120"/>
                          <a:pt x="559" y="1466"/>
                          <a:pt x="176" y="1965"/>
                        </a:cubicBezTo>
                        <a:cubicBezTo>
                          <a:pt x="0" y="2136"/>
                          <a:pt x="60" y="2409"/>
                          <a:pt x="157" y="2622"/>
                        </a:cubicBezTo>
                        <a:cubicBezTo>
                          <a:pt x="388" y="3255"/>
                          <a:pt x="716" y="3832"/>
                          <a:pt x="1081" y="4391"/>
                        </a:cubicBezTo>
                        <a:cubicBezTo>
                          <a:pt x="1215" y="4578"/>
                          <a:pt x="1410" y="4807"/>
                          <a:pt x="1665" y="4807"/>
                        </a:cubicBezTo>
                        <a:cubicBezTo>
                          <a:pt x="1700" y="4807"/>
                          <a:pt x="1737" y="4803"/>
                          <a:pt x="1774" y="4793"/>
                        </a:cubicBezTo>
                        <a:cubicBezTo>
                          <a:pt x="1964" y="4701"/>
                          <a:pt x="2079" y="4470"/>
                          <a:pt x="2237" y="4294"/>
                        </a:cubicBezTo>
                        <a:cubicBezTo>
                          <a:pt x="2736" y="3583"/>
                          <a:pt x="3235" y="2871"/>
                          <a:pt x="3641" y="2081"/>
                        </a:cubicBezTo>
                        <a:cubicBezTo>
                          <a:pt x="3835" y="1656"/>
                          <a:pt x="4043" y="1138"/>
                          <a:pt x="3835" y="676"/>
                        </a:cubicBezTo>
                        <a:cubicBezTo>
                          <a:pt x="3738" y="385"/>
                          <a:pt x="3678" y="311"/>
                          <a:pt x="3313" y="80"/>
                        </a:cubicBezTo>
                        <a:cubicBezTo>
                          <a:pt x="3132" y="10"/>
                          <a:pt x="2911" y="0"/>
                          <a:pt x="2751"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7"/>
                  <p:cNvSpPr/>
                  <p:nvPr/>
                </p:nvSpPr>
                <p:spPr>
                  <a:xfrm>
                    <a:off x="7046941" y="2579391"/>
                    <a:ext cx="657081" cy="757320"/>
                  </a:xfrm>
                  <a:custGeom>
                    <a:avLst/>
                    <a:gdLst/>
                    <a:ahLst/>
                    <a:cxnLst/>
                    <a:rect l="l" t="t" r="r" b="b"/>
                    <a:pathLst>
                      <a:path w="4104" h="4730" extrusionOk="0">
                        <a:moveTo>
                          <a:pt x="3489" y="1"/>
                        </a:moveTo>
                        <a:cubicBezTo>
                          <a:pt x="3563" y="116"/>
                          <a:pt x="3641" y="232"/>
                          <a:pt x="3641" y="232"/>
                        </a:cubicBezTo>
                        <a:lnTo>
                          <a:pt x="3623" y="232"/>
                        </a:lnTo>
                        <a:lnTo>
                          <a:pt x="3641" y="250"/>
                        </a:lnTo>
                        <a:cubicBezTo>
                          <a:pt x="3697" y="329"/>
                          <a:pt x="3738" y="426"/>
                          <a:pt x="3794" y="560"/>
                        </a:cubicBezTo>
                        <a:cubicBezTo>
                          <a:pt x="3988" y="1003"/>
                          <a:pt x="3794" y="1502"/>
                          <a:pt x="3581" y="1927"/>
                        </a:cubicBezTo>
                        <a:cubicBezTo>
                          <a:pt x="3179" y="2694"/>
                          <a:pt x="2699" y="3429"/>
                          <a:pt x="2176" y="4141"/>
                        </a:cubicBezTo>
                        <a:cubicBezTo>
                          <a:pt x="2042" y="4312"/>
                          <a:pt x="1927" y="4524"/>
                          <a:pt x="1756" y="4621"/>
                        </a:cubicBezTo>
                        <a:cubicBezTo>
                          <a:pt x="1725" y="4625"/>
                          <a:pt x="1696" y="4628"/>
                          <a:pt x="1667" y="4628"/>
                        </a:cubicBezTo>
                        <a:cubicBezTo>
                          <a:pt x="1566" y="4628"/>
                          <a:pt x="1476" y="4600"/>
                          <a:pt x="1386" y="4524"/>
                        </a:cubicBezTo>
                        <a:cubicBezTo>
                          <a:pt x="1294" y="4450"/>
                          <a:pt x="1197" y="4335"/>
                          <a:pt x="1118" y="4238"/>
                        </a:cubicBezTo>
                        <a:cubicBezTo>
                          <a:pt x="753" y="3679"/>
                          <a:pt x="425" y="3083"/>
                          <a:pt x="194" y="2463"/>
                        </a:cubicBezTo>
                        <a:cubicBezTo>
                          <a:pt x="157" y="2371"/>
                          <a:pt x="116" y="2256"/>
                          <a:pt x="116" y="2140"/>
                        </a:cubicBezTo>
                        <a:cubicBezTo>
                          <a:pt x="116" y="2043"/>
                          <a:pt x="139" y="1946"/>
                          <a:pt x="213" y="1867"/>
                        </a:cubicBezTo>
                        <a:lnTo>
                          <a:pt x="213" y="1849"/>
                        </a:lnTo>
                        <a:lnTo>
                          <a:pt x="231" y="1849"/>
                        </a:lnTo>
                        <a:cubicBezTo>
                          <a:pt x="601" y="1368"/>
                          <a:pt x="947" y="1022"/>
                          <a:pt x="1409" y="597"/>
                        </a:cubicBezTo>
                        <a:cubicBezTo>
                          <a:pt x="1525" y="481"/>
                          <a:pt x="1640" y="366"/>
                          <a:pt x="1774" y="269"/>
                        </a:cubicBezTo>
                        <a:cubicBezTo>
                          <a:pt x="1774" y="232"/>
                          <a:pt x="1756" y="213"/>
                          <a:pt x="1696" y="213"/>
                        </a:cubicBezTo>
                        <a:cubicBezTo>
                          <a:pt x="1562" y="310"/>
                          <a:pt x="1446" y="426"/>
                          <a:pt x="1331" y="523"/>
                        </a:cubicBezTo>
                        <a:cubicBezTo>
                          <a:pt x="869" y="943"/>
                          <a:pt x="522" y="1290"/>
                          <a:pt x="157" y="1793"/>
                        </a:cubicBezTo>
                        <a:cubicBezTo>
                          <a:pt x="42" y="1886"/>
                          <a:pt x="0" y="2024"/>
                          <a:pt x="23" y="2140"/>
                        </a:cubicBezTo>
                        <a:cubicBezTo>
                          <a:pt x="23" y="2274"/>
                          <a:pt x="60" y="2390"/>
                          <a:pt x="97" y="2505"/>
                        </a:cubicBezTo>
                        <a:cubicBezTo>
                          <a:pt x="328" y="3138"/>
                          <a:pt x="675" y="3734"/>
                          <a:pt x="1040" y="4293"/>
                        </a:cubicBezTo>
                        <a:cubicBezTo>
                          <a:pt x="1118" y="4409"/>
                          <a:pt x="1215" y="4524"/>
                          <a:pt x="1331" y="4621"/>
                        </a:cubicBezTo>
                        <a:cubicBezTo>
                          <a:pt x="1436" y="4683"/>
                          <a:pt x="1552" y="4730"/>
                          <a:pt x="1673" y="4730"/>
                        </a:cubicBezTo>
                        <a:cubicBezTo>
                          <a:pt x="1706" y="4730"/>
                          <a:pt x="1740" y="4726"/>
                          <a:pt x="1774" y="4718"/>
                        </a:cubicBezTo>
                        <a:lnTo>
                          <a:pt x="1793" y="4718"/>
                        </a:lnTo>
                        <a:cubicBezTo>
                          <a:pt x="2006" y="4603"/>
                          <a:pt x="2121" y="4353"/>
                          <a:pt x="2273" y="4196"/>
                        </a:cubicBezTo>
                        <a:cubicBezTo>
                          <a:pt x="2773" y="3485"/>
                          <a:pt x="3276" y="2755"/>
                          <a:pt x="3678" y="1983"/>
                        </a:cubicBezTo>
                        <a:lnTo>
                          <a:pt x="3678" y="1964"/>
                        </a:lnTo>
                        <a:cubicBezTo>
                          <a:pt x="3891" y="1539"/>
                          <a:pt x="4103" y="1022"/>
                          <a:pt x="3891" y="523"/>
                        </a:cubicBezTo>
                        <a:cubicBezTo>
                          <a:pt x="3835" y="384"/>
                          <a:pt x="3794" y="269"/>
                          <a:pt x="3720" y="195"/>
                        </a:cubicBezTo>
                        <a:cubicBezTo>
                          <a:pt x="3660" y="116"/>
                          <a:pt x="3581" y="61"/>
                          <a:pt x="348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7"/>
                  <p:cNvSpPr/>
                  <p:nvPr/>
                </p:nvSpPr>
                <p:spPr>
                  <a:xfrm>
                    <a:off x="5212898" y="1090858"/>
                    <a:ext cx="327260" cy="666058"/>
                  </a:xfrm>
                  <a:custGeom>
                    <a:avLst/>
                    <a:gdLst/>
                    <a:ahLst/>
                    <a:cxnLst/>
                    <a:rect l="l" t="t" r="r" b="b"/>
                    <a:pathLst>
                      <a:path w="2044" h="4160" extrusionOk="0">
                        <a:moveTo>
                          <a:pt x="321" y="1"/>
                        </a:moveTo>
                        <a:cubicBezTo>
                          <a:pt x="282" y="1"/>
                          <a:pt x="245" y="7"/>
                          <a:pt x="213" y="20"/>
                        </a:cubicBezTo>
                        <a:cubicBezTo>
                          <a:pt x="42" y="94"/>
                          <a:pt x="1" y="57"/>
                          <a:pt x="98" y="616"/>
                        </a:cubicBezTo>
                        <a:cubicBezTo>
                          <a:pt x="195" y="1175"/>
                          <a:pt x="560" y="2926"/>
                          <a:pt x="560" y="2926"/>
                        </a:cubicBezTo>
                        <a:lnTo>
                          <a:pt x="1775" y="4160"/>
                        </a:lnTo>
                        <a:cubicBezTo>
                          <a:pt x="1775" y="4160"/>
                          <a:pt x="2043" y="3947"/>
                          <a:pt x="1891" y="3467"/>
                        </a:cubicBezTo>
                        <a:cubicBezTo>
                          <a:pt x="1733" y="3004"/>
                          <a:pt x="1100" y="653"/>
                          <a:pt x="943" y="385"/>
                        </a:cubicBezTo>
                        <a:cubicBezTo>
                          <a:pt x="816" y="160"/>
                          <a:pt x="526" y="1"/>
                          <a:pt x="321"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7"/>
                  <p:cNvSpPr/>
                  <p:nvPr/>
                </p:nvSpPr>
                <p:spPr>
                  <a:xfrm>
                    <a:off x="5210016" y="1082853"/>
                    <a:ext cx="324218" cy="683029"/>
                  </a:xfrm>
                  <a:custGeom>
                    <a:avLst/>
                    <a:gdLst/>
                    <a:ahLst/>
                    <a:cxnLst/>
                    <a:rect l="l" t="t" r="r" b="b"/>
                    <a:pathLst>
                      <a:path w="2025" h="4266" extrusionOk="0">
                        <a:moveTo>
                          <a:pt x="350" y="106"/>
                        </a:moveTo>
                        <a:cubicBezTo>
                          <a:pt x="422" y="106"/>
                          <a:pt x="509" y="127"/>
                          <a:pt x="596" y="167"/>
                        </a:cubicBezTo>
                        <a:cubicBezTo>
                          <a:pt x="730" y="222"/>
                          <a:pt x="846" y="338"/>
                          <a:pt x="924" y="453"/>
                        </a:cubicBezTo>
                        <a:cubicBezTo>
                          <a:pt x="961" y="513"/>
                          <a:pt x="1021" y="703"/>
                          <a:pt x="1118" y="975"/>
                        </a:cubicBezTo>
                        <a:cubicBezTo>
                          <a:pt x="1192" y="1243"/>
                          <a:pt x="1289" y="1571"/>
                          <a:pt x="1386" y="1918"/>
                        </a:cubicBezTo>
                        <a:cubicBezTo>
                          <a:pt x="1599" y="2592"/>
                          <a:pt x="1793" y="3304"/>
                          <a:pt x="1867" y="3535"/>
                        </a:cubicBezTo>
                        <a:cubicBezTo>
                          <a:pt x="1927" y="3766"/>
                          <a:pt x="1909" y="3919"/>
                          <a:pt x="1849" y="4016"/>
                        </a:cubicBezTo>
                        <a:cubicBezTo>
                          <a:pt x="1830" y="4094"/>
                          <a:pt x="1812" y="4113"/>
                          <a:pt x="1793" y="4131"/>
                        </a:cubicBezTo>
                        <a:lnTo>
                          <a:pt x="638" y="2957"/>
                        </a:lnTo>
                        <a:cubicBezTo>
                          <a:pt x="615" y="2939"/>
                          <a:pt x="250" y="1206"/>
                          <a:pt x="176" y="647"/>
                        </a:cubicBezTo>
                        <a:cubicBezTo>
                          <a:pt x="116" y="375"/>
                          <a:pt x="97" y="241"/>
                          <a:pt x="116" y="204"/>
                        </a:cubicBezTo>
                        <a:cubicBezTo>
                          <a:pt x="116" y="185"/>
                          <a:pt x="134" y="185"/>
                          <a:pt x="153" y="167"/>
                        </a:cubicBezTo>
                        <a:cubicBezTo>
                          <a:pt x="176" y="144"/>
                          <a:pt x="213" y="144"/>
                          <a:pt x="250" y="125"/>
                        </a:cubicBezTo>
                        <a:cubicBezTo>
                          <a:pt x="277" y="112"/>
                          <a:pt x="311" y="106"/>
                          <a:pt x="350" y="106"/>
                        </a:cubicBezTo>
                        <a:close/>
                        <a:moveTo>
                          <a:pt x="344" y="1"/>
                        </a:moveTo>
                        <a:cubicBezTo>
                          <a:pt x="297" y="1"/>
                          <a:pt x="253" y="9"/>
                          <a:pt x="213" y="28"/>
                        </a:cubicBezTo>
                        <a:cubicBezTo>
                          <a:pt x="176" y="51"/>
                          <a:pt x="134" y="51"/>
                          <a:pt x="97" y="70"/>
                        </a:cubicBezTo>
                        <a:cubicBezTo>
                          <a:pt x="60" y="88"/>
                          <a:pt x="37" y="125"/>
                          <a:pt x="19" y="167"/>
                        </a:cubicBezTo>
                        <a:cubicBezTo>
                          <a:pt x="0" y="259"/>
                          <a:pt x="19" y="398"/>
                          <a:pt x="60" y="666"/>
                        </a:cubicBezTo>
                        <a:cubicBezTo>
                          <a:pt x="153" y="1225"/>
                          <a:pt x="541" y="2994"/>
                          <a:pt x="541" y="2994"/>
                        </a:cubicBezTo>
                        <a:lnTo>
                          <a:pt x="541" y="3013"/>
                        </a:lnTo>
                        <a:lnTo>
                          <a:pt x="1793" y="4265"/>
                        </a:lnTo>
                        <a:lnTo>
                          <a:pt x="1830" y="4247"/>
                        </a:lnTo>
                        <a:cubicBezTo>
                          <a:pt x="1830" y="4247"/>
                          <a:pt x="1909" y="4187"/>
                          <a:pt x="1946" y="4053"/>
                        </a:cubicBezTo>
                        <a:cubicBezTo>
                          <a:pt x="2001" y="3937"/>
                          <a:pt x="2024" y="3748"/>
                          <a:pt x="1946" y="3493"/>
                        </a:cubicBezTo>
                        <a:cubicBezTo>
                          <a:pt x="1885" y="3262"/>
                          <a:pt x="1696" y="2569"/>
                          <a:pt x="1483" y="1876"/>
                        </a:cubicBezTo>
                        <a:cubicBezTo>
                          <a:pt x="1386" y="1553"/>
                          <a:pt x="1289" y="1206"/>
                          <a:pt x="1216" y="952"/>
                        </a:cubicBezTo>
                        <a:cubicBezTo>
                          <a:pt x="1118" y="684"/>
                          <a:pt x="1058" y="490"/>
                          <a:pt x="1021" y="416"/>
                        </a:cubicBezTo>
                        <a:cubicBezTo>
                          <a:pt x="924" y="259"/>
                          <a:pt x="790" y="144"/>
                          <a:pt x="638" y="70"/>
                        </a:cubicBezTo>
                        <a:cubicBezTo>
                          <a:pt x="535" y="30"/>
                          <a:pt x="434" y="1"/>
                          <a:pt x="34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7"/>
                  <p:cNvSpPr/>
                  <p:nvPr/>
                </p:nvSpPr>
                <p:spPr>
                  <a:xfrm>
                    <a:off x="5148535" y="2061599"/>
                    <a:ext cx="714880" cy="1084905"/>
                  </a:xfrm>
                  <a:custGeom>
                    <a:avLst/>
                    <a:gdLst/>
                    <a:ahLst/>
                    <a:cxnLst/>
                    <a:rect l="l" t="t" r="r" b="b"/>
                    <a:pathLst>
                      <a:path w="4465" h="6776" extrusionOk="0">
                        <a:moveTo>
                          <a:pt x="3254" y="0"/>
                        </a:moveTo>
                        <a:cubicBezTo>
                          <a:pt x="3254" y="0"/>
                          <a:pt x="2408" y="19"/>
                          <a:pt x="1502" y="268"/>
                        </a:cubicBezTo>
                        <a:cubicBezTo>
                          <a:pt x="615" y="499"/>
                          <a:pt x="1" y="1368"/>
                          <a:pt x="1" y="1368"/>
                        </a:cubicBezTo>
                        <a:cubicBezTo>
                          <a:pt x="1" y="1368"/>
                          <a:pt x="828" y="4967"/>
                          <a:pt x="1558" y="5873"/>
                        </a:cubicBezTo>
                        <a:cubicBezTo>
                          <a:pt x="2067" y="6501"/>
                          <a:pt x="2501" y="6776"/>
                          <a:pt x="2912" y="6776"/>
                        </a:cubicBezTo>
                        <a:cubicBezTo>
                          <a:pt x="3094" y="6776"/>
                          <a:pt x="3271" y="6722"/>
                          <a:pt x="3448" y="6622"/>
                        </a:cubicBezTo>
                        <a:cubicBezTo>
                          <a:pt x="4044" y="6275"/>
                          <a:pt x="4464" y="5374"/>
                          <a:pt x="4464" y="5374"/>
                        </a:cubicBezTo>
                        <a:lnTo>
                          <a:pt x="3254" y="0"/>
                        </a:ln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7"/>
                  <p:cNvSpPr/>
                  <p:nvPr/>
                </p:nvSpPr>
                <p:spPr>
                  <a:xfrm>
                    <a:off x="5138928" y="2055675"/>
                    <a:ext cx="734093" cy="1098835"/>
                  </a:xfrm>
                  <a:custGeom>
                    <a:avLst/>
                    <a:gdLst/>
                    <a:ahLst/>
                    <a:cxnLst/>
                    <a:rect l="l" t="t" r="r" b="b"/>
                    <a:pathLst>
                      <a:path w="4585" h="6863" extrusionOk="0">
                        <a:moveTo>
                          <a:pt x="3277" y="97"/>
                        </a:moveTo>
                        <a:lnTo>
                          <a:pt x="4469" y="5411"/>
                        </a:lnTo>
                        <a:cubicBezTo>
                          <a:pt x="4469" y="5429"/>
                          <a:pt x="4372" y="5619"/>
                          <a:pt x="4201" y="5892"/>
                        </a:cubicBezTo>
                        <a:cubicBezTo>
                          <a:pt x="4025" y="6141"/>
                          <a:pt x="3757" y="6451"/>
                          <a:pt x="3485" y="6603"/>
                        </a:cubicBezTo>
                        <a:cubicBezTo>
                          <a:pt x="3307" y="6709"/>
                          <a:pt x="3137" y="6765"/>
                          <a:pt x="2964" y="6765"/>
                        </a:cubicBezTo>
                        <a:cubicBezTo>
                          <a:pt x="2857" y="6765"/>
                          <a:pt x="2750" y="6744"/>
                          <a:pt x="2639" y="6700"/>
                        </a:cubicBezTo>
                        <a:cubicBezTo>
                          <a:pt x="2353" y="6603"/>
                          <a:pt x="2025" y="6335"/>
                          <a:pt x="1660" y="5892"/>
                        </a:cubicBezTo>
                        <a:cubicBezTo>
                          <a:pt x="1484" y="5661"/>
                          <a:pt x="1290" y="5272"/>
                          <a:pt x="1119" y="4810"/>
                        </a:cubicBezTo>
                        <a:cubicBezTo>
                          <a:pt x="925" y="4348"/>
                          <a:pt x="754" y="3812"/>
                          <a:pt x="620" y="3309"/>
                        </a:cubicBezTo>
                        <a:cubicBezTo>
                          <a:pt x="310" y="2311"/>
                          <a:pt x="116" y="1442"/>
                          <a:pt x="116" y="1423"/>
                        </a:cubicBezTo>
                        <a:cubicBezTo>
                          <a:pt x="135" y="1386"/>
                          <a:pt x="712" y="578"/>
                          <a:pt x="1581" y="347"/>
                        </a:cubicBezTo>
                        <a:cubicBezTo>
                          <a:pt x="2427" y="116"/>
                          <a:pt x="3217" y="97"/>
                          <a:pt x="3277" y="97"/>
                        </a:cubicBezTo>
                        <a:close/>
                        <a:moveTo>
                          <a:pt x="3314" y="0"/>
                        </a:moveTo>
                        <a:cubicBezTo>
                          <a:pt x="3314" y="0"/>
                          <a:pt x="2445" y="0"/>
                          <a:pt x="1562" y="250"/>
                        </a:cubicBezTo>
                        <a:cubicBezTo>
                          <a:pt x="638" y="499"/>
                          <a:pt x="19" y="1386"/>
                          <a:pt x="19" y="1386"/>
                        </a:cubicBezTo>
                        <a:lnTo>
                          <a:pt x="1" y="1405"/>
                        </a:lnTo>
                        <a:lnTo>
                          <a:pt x="1" y="1423"/>
                        </a:lnTo>
                        <a:cubicBezTo>
                          <a:pt x="1" y="1423"/>
                          <a:pt x="213" y="2329"/>
                          <a:pt x="523" y="3332"/>
                        </a:cubicBezTo>
                        <a:cubicBezTo>
                          <a:pt x="657" y="3849"/>
                          <a:pt x="828" y="4390"/>
                          <a:pt x="1022" y="4852"/>
                        </a:cubicBezTo>
                        <a:cubicBezTo>
                          <a:pt x="1197" y="5314"/>
                          <a:pt x="1387" y="5716"/>
                          <a:pt x="1581" y="5947"/>
                        </a:cubicBezTo>
                        <a:cubicBezTo>
                          <a:pt x="1946" y="6409"/>
                          <a:pt x="2293" y="6682"/>
                          <a:pt x="2602" y="6797"/>
                        </a:cubicBezTo>
                        <a:cubicBezTo>
                          <a:pt x="2727" y="6841"/>
                          <a:pt x="2848" y="6862"/>
                          <a:pt x="2968" y="6862"/>
                        </a:cubicBezTo>
                        <a:cubicBezTo>
                          <a:pt x="3163" y="6862"/>
                          <a:pt x="3353" y="6806"/>
                          <a:pt x="3545" y="6700"/>
                        </a:cubicBezTo>
                        <a:cubicBezTo>
                          <a:pt x="3831" y="6525"/>
                          <a:pt x="4104" y="6220"/>
                          <a:pt x="4275" y="5929"/>
                        </a:cubicBezTo>
                        <a:cubicBezTo>
                          <a:pt x="4469" y="5661"/>
                          <a:pt x="4566" y="5429"/>
                          <a:pt x="4566" y="5429"/>
                        </a:cubicBezTo>
                        <a:lnTo>
                          <a:pt x="4584" y="5429"/>
                        </a:lnTo>
                        <a:lnTo>
                          <a:pt x="4584" y="5411"/>
                        </a:lnTo>
                        <a:lnTo>
                          <a:pt x="3351"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7"/>
                  <p:cNvSpPr/>
                  <p:nvPr/>
                </p:nvSpPr>
                <p:spPr>
                  <a:xfrm>
                    <a:off x="5022049" y="1591038"/>
                    <a:ext cx="678536" cy="706085"/>
                  </a:xfrm>
                  <a:custGeom>
                    <a:avLst/>
                    <a:gdLst/>
                    <a:ahLst/>
                    <a:cxnLst/>
                    <a:rect l="l" t="t" r="r" b="b"/>
                    <a:pathLst>
                      <a:path w="4238" h="4410" extrusionOk="0">
                        <a:moveTo>
                          <a:pt x="2646" y="1"/>
                        </a:moveTo>
                        <a:cubicBezTo>
                          <a:pt x="2520" y="1"/>
                          <a:pt x="2387" y="27"/>
                          <a:pt x="2251" y="70"/>
                        </a:cubicBezTo>
                        <a:cubicBezTo>
                          <a:pt x="1789" y="246"/>
                          <a:pt x="1137" y="611"/>
                          <a:pt x="634" y="823"/>
                        </a:cubicBezTo>
                        <a:cubicBezTo>
                          <a:pt x="135" y="1013"/>
                          <a:pt x="1" y="1359"/>
                          <a:pt x="98" y="1960"/>
                        </a:cubicBezTo>
                        <a:cubicBezTo>
                          <a:pt x="213" y="2556"/>
                          <a:pt x="560" y="3845"/>
                          <a:pt x="791" y="4307"/>
                        </a:cubicBezTo>
                        <a:cubicBezTo>
                          <a:pt x="827" y="4379"/>
                          <a:pt x="925" y="4409"/>
                          <a:pt x="1065" y="4409"/>
                        </a:cubicBezTo>
                        <a:cubicBezTo>
                          <a:pt x="1824" y="4409"/>
                          <a:pt x="3813" y="3517"/>
                          <a:pt x="3813" y="3517"/>
                        </a:cubicBezTo>
                        <a:cubicBezTo>
                          <a:pt x="3813" y="3517"/>
                          <a:pt x="4238" y="2861"/>
                          <a:pt x="4215" y="2496"/>
                        </a:cubicBezTo>
                        <a:cubicBezTo>
                          <a:pt x="4178" y="2131"/>
                          <a:pt x="3679" y="1401"/>
                          <a:pt x="3429" y="689"/>
                        </a:cubicBezTo>
                        <a:cubicBezTo>
                          <a:pt x="3246" y="174"/>
                          <a:pt x="2968" y="1"/>
                          <a:pt x="2646"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7"/>
                  <p:cNvSpPr/>
                  <p:nvPr/>
                </p:nvSpPr>
                <p:spPr>
                  <a:xfrm>
                    <a:off x="5022049" y="1583673"/>
                    <a:ext cx="684460" cy="715532"/>
                  </a:xfrm>
                  <a:custGeom>
                    <a:avLst/>
                    <a:gdLst/>
                    <a:ahLst/>
                    <a:cxnLst/>
                    <a:rect l="l" t="t" r="r" b="b"/>
                    <a:pathLst>
                      <a:path w="4275" h="4469" extrusionOk="0">
                        <a:moveTo>
                          <a:pt x="2597" y="0"/>
                        </a:moveTo>
                        <a:cubicBezTo>
                          <a:pt x="2482" y="0"/>
                          <a:pt x="2366" y="42"/>
                          <a:pt x="2232" y="79"/>
                        </a:cubicBezTo>
                        <a:cubicBezTo>
                          <a:pt x="1770" y="250"/>
                          <a:pt x="1096" y="596"/>
                          <a:pt x="615" y="809"/>
                        </a:cubicBezTo>
                        <a:cubicBezTo>
                          <a:pt x="347" y="925"/>
                          <a:pt x="172" y="1059"/>
                          <a:pt x="98" y="1271"/>
                        </a:cubicBezTo>
                        <a:cubicBezTo>
                          <a:pt x="1" y="1465"/>
                          <a:pt x="1" y="1715"/>
                          <a:pt x="56" y="2024"/>
                        </a:cubicBezTo>
                        <a:cubicBezTo>
                          <a:pt x="172" y="2620"/>
                          <a:pt x="518" y="3891"/>
                          <a:pt x="749" y="4371"/>
                        </a:cubicBezTo>
                        <a:cubicBezTo>
                          <a:pt x="772" y="4408"/>
                          <a:pt x="791" y="4450"/>
                          <a:pt x="846" y="4468"/>
                        </a:cubicBezTo>
                        <a:cubicBezTo>
                          <a:pt x="828" y="4408"/>
                          <a:pt x="791" y="4334"/>
                          <a:pt x="809" y="4256"/>
                        </a:cubicBezTo>
                        <a:cubicBezTo>
                          <a:pt x="578" y="3757"/>
                          <a:pt x="250" y="2560"/>
                          <a:pt x="153" y="2006"/>
                        </a:cubicBezTo>
                        <a:cubicBezTo>
                          <a:pt x="98" y="1696"/>
                          <a:pt x="98" y="1484"/>
                          <a:pt x="172" y="1313"/>
                        </a:cubicBezTo>
                        <a:cubicBezTo>
                          <a:pt x="250" y="1137"/>
                          <a:pt x="403" y="1003"/>
                          <a:pt x="657" y="906"/>
                        </a:cubicBezTo>
                        <a:cubicBezTo>
                          <a:pt x="1156" y="693"/>
                          <a:pt x="1812" y="328"/>
                          <a:pt x="2274" y="176"/>
                        </a:cubicBezTo>
                        <a:cubicBezTo>
                          <a:pt x="2418" y="127"/>
                          <a:pt x="2552" y="94"/>
                          <a:pt x="2681" y="94"/>
                        </a:cubicBezTo>
                        <a:cubicBezTo>
                          <a:pt x="2758" y="94"/>
                          <a:pt x="2834" y="106"/>
                          <a:pt x="2907" y="134"/>
                        </a:cubicBezTo>
                        <a:cubicBezTo>
                          <a:pt x="3101" y="213"/>
                          <a:pt x="3254" y="407"/>
                          <a:pt x="3388" y="754"/>
                        </a:cubicBezTo>
                        <a:cubicBezTo>
                          <a:pt x="3503" y="1100"/>
                          <a:pt x="3697" y="1465"/>
                          <a:pt x="3850" y="1793"/>
                        </a:cubicBezTo>
                        <a:cubicBezTo>
                          <a:pt x="4025" y="2098"/>
                          <a:pt x="4159" y="2389"/>
                          <a:pt x="4159" y="2542"/>
                        </a:cubicBezTo>
                        <a:cubicBezTo>
                          <a:pt x="4178" y="2676"/>
                          <a:pt x="4099" y="2888"/>
                          <a:pt x="4025" y="3064"/>
                        </a:cubicBezTo>
                        <a:cubicBezTo>
                          <a:pt x="4025" y="3119"/>
                          <a:pt x="4025" y="3198"/>
                          <a:pt x="4044" y="3253"/>
                        </a:cubicBezTo>
                        <a:cubicBezTo>
                          <a:pt x="4044" y="3235"/>
                          <a:pt x="4062" y="3235"/>
                          <a:pt x="4062" y="3216"/>
                        </a:cubicBezTo>
                        <a:cubicBezTo>
                          <a:pt x="4178" y="3004"/>
                          <a:pt x="4275" y="2736"/>
                          <a:pt x="4256" y="2542"/>
                        </a:cubicBezTo>
                        <a:cubicBezTo>
                          <a:pt x="4256" y="2329"/>
                          <a:pt x="4122" y="2061"/>
                          <a:pt x="3947" y="1752"/>
                        </a:cubicBezTo>
                        <a:cubicBezTo>
                          <a:pt x="3794" y="1428"/>
                          <a:pt x="3600" y="1059"/>
                          <a:pt x="3485" y="712"/>
                        </a:cubicBezTo>
                        <a:cubicBezTo>
                          <a:pt x="3351" y="347"/>
                          <a:pt x="3157" y="134"/>
                          <a:pt x="2944" y="60"/>
                        </a:cubicBezTo>
                        <a:cubicBezTo>
                          <a:pt x="2852" y="19"/>
                          <a:pt x="2755" y="0"/>
                          <a:pt x="263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7"/>
                  <p:cNvSpPr/>
                  <p:nvPr/>
                </p:nvSpPr>
                <p:spPr>
                  <a:xfrm>
                    <a:off x="5016125" y="1656683"/>
                    <a:ext cx="296039" cy="303248"/>
                  </a:xfrm>
                  <a:custGeom>
                    <a:avLst/>
                    <a:gdLst/>
                    <a:ahLst/>
                    <a:cxnLst/>
                    <a:rect l="l" t="t" r="r" b="b"/>
                    <a:pathLst>
                      <a:path w="1849" h="1894" extrusionOk="0">
                        <a:moveTo>
                          <a:pt x="688" y="0"/>
                        </a:moveTo>
                        <a:cubicBezTo>
                          <a:pt x="476" y="0"/>
                          <a:pt x="265" y="56"/>
                          <a:pt x="172" y="164"/>
                        </a:cubicBezTo>
                        <a:cubicBezTo>
                          <a:pt x="1" y="335"/>
                          <a:pt x="38" y="584"/>
                          <a:pt x="135" y="1143"/>
                        </a:cubicBezTo>
                        <a:cubicBezTo>
                          <a:pt x="135" y="1143"/>
                          <a:pt x="209" y="1167"/>
                          <a:pt x="297" y="1167"/>
                        </a:cubicBezTo>
                        <a:cubicBezTo>
                          <a:pt x="320" y="1167"/>
                          <a:pt x="343" y="1165"/>
                          <a:pt x="366" y="1162"/>
                        </a:cubicBezTo>
                        <a:cubicBezTo>
                          <a:pt x="463" y="1162"/>
                          <a:pt x="652" y="1028"/>
                          <a:pt x="652" y="1028"/>
                        </a:cubicBezTo>
                        <a:cubicBezTo>
                          <a:pt x="652" y="1028"/>
                          <a:pt x="962" y="1781"/>
                          <a:pt x="1133" y="1855"/>
                        </a:cubicBezTo>
                        <a:cubicBezTo>
                          <a:pt x="1191" y="1881"/>
                          <a:pt x="1260" y="1894"/>
                          <a:pt x="1333" y="1894"/>
                        </a:cubicBezTo>
                        <a:cubicBezTo>
                          <a:pt x="1481" y="1894"/>
                          <a:pt x="1640" y="1838"/>
                          <a:pt x="1733" y="1721"/>
                        </a:cubicBezTo>
                        <a:cubicBezTo>
                          <a:pt x="1849" y="1550"/>
                          <a:pt x="1807" y="1453"/>
                          <a:pt x="1692" y="1088"/>
                        </a:cubicBezTo>
                        <a:cubicBezTo>
                          <a:pt x="1558" y="718"/>
                          <a:pt x="1308" y="201"/>
                          <a:pt x="1059" y="67"/>
                        </a:cubicBezTo>
                        <a:cubicBezTo>
                          <a:pt x="954" y="22"/>
                          <a:pt x="820" y="0"/>
                          <a:pt x="688"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7"/>
                  <p:cNvSpPr/>
                  <p:nvPr/>
                </p:nvSpPr>
                <p:spPr>
                  <a:xfrm>
                    <a:off x="5016125" y="1647717"/>
                    <a:ext cx="299081" cy="320380"/>
                  </a:xfrm>
                  <a:custGeom>
                    <a:avLst/>
                    <a:gdLst/>
                    <a:ahLst/>
                    <a:cxnLst/>
                    <a:rect l="l" t="t" r="r" b="b"/>
                    <a:pathLst>
                      <a:path w="1868" h="2001" extrusionOk="0">
                        <a:moveTo>
                          <a:pt x="578" y="104"/>
                        </a:moveTo>
                        <a:cubicBezTo>
                          <a:pt x="731" y="104"/>
                          <a:pt x="902" y="123"/>
                          <a:pt x="1040" y="159"/>
                        </a:cubicBezTo>
                        <a:cubicBezTo>
                          <a:pt x="1133" y="220"/>
                          <a:pt x="1271" y="372"/>
                          <a:pt x="1387" y="566"/>
                        </a:cubicBezTo>
                        <a:cubicBezTo>
                          <a:pt x="1479" y="756"/>
                          <a:pt x="1576" y="987"/>
                          <a:pt x="1636" y="1162"/>
                        </a:cubicBezTo>
                        <a:cubicBezTo>
                          <a:pt x="1710" y="1352"/>
                          <a:pt x="1752" y="1449"/>
                          <a:pt x="1752" y="1546"/>
                        </a:cubicBezTo>
                        <a:cubicBezTo>
                          <a:pt x="1752" y="1624"/>
                          <a:pt x="1733" y="1661"/>
                          <a:pt x="1673" y="1740"/>
                        </a:cubicBezTo>
                        <a:cubicBezTo>
                          <a:pt x="1636" y="1814"/>
                          <a:pt x="1539" y="1874"/>
                          <a:pt x="1442" y="1892"/>
                        </a:cubicBezTo>
                        <a:cubicBezTo>
                          <a:pt x="1408" y="1898"/>
                          <a:pt x="1376" y="1900"/>
                          <a:pt x="1346" y="1900"/>
                        </a:cubicBezTo>
                        <a:cubicBezTo>
                          <a:pt x="1272" y="1900"/>
                          <a:pt x="1208" y="1887"/>
                          <a:pt x="1156" y="1874"/>
                        </a:cubicBezTo>
                        <a:cubicBezTo>
                          <a:pt x="1133" y="1855"/>
                          <a:pt x="1077" y="1795"/>
                          <a:pt x="1017" y="1721"/>
                        </a:cubicBezTo>
                        <a:cubicBezTo>
                          <a:pt x="980" y="1643"/>
                          <a:pt x="925" y="1546"/>
                          <a:pt x="865" y="1449"/>
                        </a:cubicBezTo>
                        <a:cubicBezTo>
                          <a:pt x="768" y="1259"/>
                          <a:pt x="694" y="1065"/>
                          <a:pt x="694" y="1065"/>
                        </a:cubicBezTo>
                        <a:lnTo>
                          <a:pt x="671" y="1005"/>
                        </a:lnTo>
                        <a:lnTo>
                          <a:pt x="615" y="1047"/>
                        </a:lnTo>
                        <a:cubicBezTo>
                          <a:pt x="615" y="1047"/>
                          <a:pt x="578" y="1065"/>
                          <a:pt x="518" y="1102"/>
                        </a:cubicBezTo>
                        <a:cubicBezTo>
                          <a:pt x="463" y="1144"/>
                          <a:pt x="384" y="1162"/>
                          <a:pt x="347" y="1181"/>
                        </a:cubicBezTo>
                        <a:cubicBezTo>
                          <a:pt x="269" y="1181"/>
                          <a:pt x="190" y="1162"/>
                          <a:pt x="172" y="1144"/>
                        </a:cubicBezTo>
                        <a:cubicBezTo>
                          <a:pt x="135" y="890"/>
                          <a:pt x="93" y="700"/>
                          <a:pt x="93" y="566"/>
                        </a:cubicBezTo>
                        <a:cubicBezTo>
                          <a:pt x="93" y="409"/>
                          <a:pt x="135" y="335"/>
                          <a:pt x="190" y="257"/>
                        </a:cubicBezTo>
                        <a:cubicBezTo>
                          <a:pt x="269" y="178"/>
                          <a:pt x="403" y="123"/>
                          <a:pt x="578" y="104"/>
                        </a:cubicBezTo>
                        <a:close/>
                        <a:moveTo>
                          <a:pt x="682" y="0"/>
                        </a:moveTo>
                        <a:cubicBezTo>
                          <a:pt x="639" y="0"/>
                          <a:pt x="597" y="3"/>
                          <a:pt x="555" y="7"/>
                        </a:cubicBezTo>
                        <a:cubicBezTo>
                          <a:pt x="384" y="26"/>
                          <a:pt x="232" y="81"/>
                          <a:pt x="135" y="178"/>
                        </a:cubicBezTo>
                        <a:cubicBezTo>
                          <a:pt x="38" y="293"/>
                          <a:pt x="1" y="409"/>
                          <a:pt x="1" y="566"/>
                        </a:cubicBezTo>
                        <a:cubicBezTo>
                          <a:pt x="1" y="719"/>
                          <a:pt x="38" y="931"/>
                          <a:pt x="75" y="1199"/>
                        </a:cubicBezTo>
                        <a:lnTo>
                          <a:pt x="93" y="1278"/>
                        </a:lnTo>
                        <a:lnTo>
                          <a:pt x="135" y="1236"/>
                        </a:lnTo>
                        <a:cubicBezTo>
                          <a:pt x="172" y="1259"/>
                          <a:pt x="250" y="1278"/>
                          <a:pt x="366" y="1278"/>
                        </a:cubicBezTo>
                        <a:cubicBezTo>
                          <a:pt x="440" y="1259"/>
                          <a:pt x="500" y="1218"/>
                          <a:pt x="578" y="1199"/>
                        </a:cubicBezTo>
                        <a:cubicBezTo>
                          <a:pt x="597" y="1181"/>
                          <a:pt x="615" y="1162"/>
                          <a:pt x="634" y="1162"/>
                        </a:cubicBezTo>
                        <a:cubicBezTo>
                          <a:pt x="652" y="1199"/>
                          <a:pt x="694" y="1315"/>
                          <a:pt x="786" y="1490"/>
                        </a:cubicBezTo>
                        <a:cubicBezTo>
                          <a:pt x="828" y="1583"/>
                          <a:pt x="883" y="1680"/>
                          <a:pt x="943" y="1777"/>
                        </a:cubicBezTo>
                        <a:cubicBezTo>
                          <a:pt x="999" y="1855"/>
                          <a:pt x="1040" y="1929"/>
                          <a:pt x="1114" y="1952"/>
                        </a:cubicBezTo>
                        <a:cubicBezTo>
                          <a:pt x="1176" y="1987"/>
                          <a:pt x="1245" y="2000"/>
                          <a:pt x="1321" y="2000"/>
                        </a:cubicBezTo>
                        <a:cubicBezTo>
                          <a:pt x="1365" y="2000"/>
                          <a:pt x="1412" y="1996"/>
                          <a:pt x="1461" y="1989"/>
                        </a:cubicBezTo>
                        <a:cubicBezTo>
                          <a:pt x="1576" y="1952"/>
                          <a:pt x="1692" y="1892"/>
                          <a:pt x="1770" y="1795"/>
                        </a:cubicBezTo>
                        <a:cubicBezTo>
                          <a:pt x="1826" y="1698"/>
                          <a:pt x="1867" y="1624"/>
                          <a:pt x="1849" y="1527"/>
                        </a:cubicBezTo>
                        <a:cubicBezTo>
                          <a:pt x="1849" y="1430"/>
                          <a:pt x="1807" y="1315"/>
                          <a:pt x="1733" y="1121"/>
                        </a:cubicBezTo>
                        <a:cubicBezTo>
                          <a:pt x="1673" y="950"/>
                          <a:pt x="1576" y="719"/>
                          <a:pt x="1461" y="525"/>
                        </a:cubicBezTo>
                        <a:cubicBezTo>
                          <a:pt x="1345" y="312"/>
                          <a:pt x="1230" y="141"/>
                          <a:pt x="1077" y="81"/>
                        </a:cubicBezTo>
                        <a:cubicBezTo>
                          <a:pt x="961" y="24"/>
                          <a:pt x="820" y="0"/>
                          <a:pt x="6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7"/>
                  <p:cNvSpPr/>
                  <p:nvPr/>
                </p:nvSpPr>
                <p:spPr>
                  <a:xfrm>
                    <a:off x="5188562" y="1542205"/>
                    <a:ext cx="373050" cy="334790"/>
                  </a:xfrm>
                  <a:custGeom>
                    <a:avLst/>
                    <a:gdLst/>
                    <a:ahLst/>
                    <a:cxnLst/>
                    <a:rect l="l" t="t" r="r" b="b"/>
                    <a:pathLst>
                      <a:path w="2330" h="2091" extrusionOk="0">
                        <a:moveTo>
                          <a:pt x="808" y="0"/>
                        </a:moveTo>
                        <a:cubicBezTo>
                          <a:pt x="658" y="0"/>
                          <a:pt x="525" y="4"/>
                          <a:pt x="444" y="10"/>
                        </a:cubicBezTo>
                        <a:cubicBezTo>
                          <a:pt x="171" y="10"/>
                          <a:pt x="56" y="125"/>
                          <a:pt x="0" y="417"/>
                        </a:cubicBezTo>
                        <a:cubicBezTo>
                          <a:pt x="0" y="417"/>
                          <a:pt x="596" y="551"/>
                          <a:pt x="827" y="703"/>
                        </a:cubicBezTo>
                        <a:cubicBezTo>
                          <a:pt x="1040" y="837"/>
                          <a:pt x="1234" y="1475"/>
                          <a:pt x="1326" y="1706"/>
                        </a:cubicBezTo>
                        <a:cubicBezTo>
                          <a:pt x="1418" y="1942"/>
                          <a:pt x="1580" y="2091"/>
                          <a:pt x="1839" y="2091"/>
                        </a:cubicBezTo>
                        <a:cubicBezTo>
                          <a:pt x="1854" y="2091"/>
                          <a:pt x="1870" y="2090"/>
                          <a:pt x="1885" y="2089"/>
                        </a:cubicBezTo>
                        <a:cubicBezTo>
                          <a:pt x="2177" y="2071"/>
                          <a:pt x="2329" y="1803"/>
                          <a:pt x="2177" y="1512"/>
                        </a:cubicBezTo>
                        <a:cubicBezTo>
                          <a:pt x="2043" y="1244"/>
                          <a:pt x="1812" y="162"/>
                          <a:pt x="1673" y="88"/>
                        </a:cubicBezTo>
                        <a:cubicBezTo>
                          <a:pt x="1580" y="21"/>
                          <a:pt x="1150" y="0"/>
                          <a:pt x="808"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7"/>
                  <p:cNvSpPr/>
                  <p:nvPr/>
                </p:nvSpPr>
                <p:spPr>
                  <a:xfrm>
                    <a:off x="5175913" y="1534840"/>
                    <a:ext cx="382657" cy="348239"/>
                  </a:xfrm>
                  <a:custGeom>
                    <a:avLst/>
                    <a:gdLst/>
                    <a:ahLst/>
                    <a:cxnLst/>
                    <a:rect l="l" t="t" r="r" b="b"/>
                    <a:pathLst>
                      <a:path w="2390" h="2175" extrusionOk="0">
                        <a:moveTo>
                          <a:pt x="523" y="93"/>
                        </a:moveTo>
                        <a:cubicBezTo>
                          <a:pt x="657" y="93"/>
                          <a:pt x="925" y="93"/>
                          <a:pt x="1197" y="116"/>
                        </a:cubicBezTo>
                        <a:cubicBezTo>
                          <a:pt x="1313" y="116"/>
                          <a:pt x="1447" y="116"/>
                          <a:pt x="1544" y="134"/>
                        </a:cubicBezTo>
                        <a:cubicBezTo>
                          <a:pt x="1636" y="134"/>
                          <a:pt x="1715" y="153"/>
                          <a:pt x="1733" y="171"/>
                        </a:cubicBezTo>
                        <a:cubicBezTo>
                          <a:pt x="1733" y="171"/>
                          <a:pt x="1752" y="190"/>
                          <a:pt x="1775" y="231"/>
                        </a:cubicBezTo>
                        <a:cubicBezTo>
                          <a:pt x="1794" y="268"/>
                          <a:pt x="1812" y="305"/>
                          <a:pt x="1830" y="365"/>
                        </a:cubicBezTo>
                        <a:cubicBezTo>
                          <a:pt x="1867" y="481"/>
                          <a:pt x="1909" y="633"/>
                          <a:pt x="1964" y="786"/>
                        </a:cubicBezTo>
                        <a:cubicBezTo>
                          <a:pt x="2043" y="1096"/>
                          <a:pt x="2140" y="1424"/>
                          <a:pt x="2214" y="1576"/>
                        </a:cubicBezTo>
                        <a:cubicBezTo>
                          <a:pt x="2274" y="1710"/>
                          <a:pt x="2274" y="1826"/>
                          <a:pt x="2237" y="1923"/>
                        </a:cubicBezTo>
                        <a:cubicBezTo>
                          <a:pt x="2177" y="2020"/>
                          <a:pt x="2098" y="2080"/>
                          <a:pt x="1964" y="2080"/>
                        </a:cubicBezTo>
                        <a:cubicBezTo>
                          <a:pt x="1948" y="2081"/>
                          <a:pt x="1932" y="2081"/>
                          <a:pt x="1916" y="2081"/>
                        </a:cubicBezTo>
                        <a:cubicBezTo>
                          <a:pt x="1678" y="2081"/>
                          <a:pt x="1538" y="1951"/>
                          <a:pt x="1447" y="1752"/>
                        </a:cubicBezTo>
                        <a:cubicBezTo>
                          <a:pt x="1405" y="1618"/>
                          <a:pt x="1331" y="1405"/>
                          <a:pt x="1253" y="1193"/>
                        </a:cubicBezTo>
                        <a:cubicBezTo>
                          <a:pt x="1156" y="980"/>
                          <a:pt x="1059" y="786"/>
                          <a:pt x="925" y="694"/>
                        </a:cubicBezTo>
                        <a:cubicBezTo>
                          <a:pt x="809" y="615"/>
                          <a:pt x="597" y="555"/>
                          <a:pt x="407" y="499"/>
                        </a:cubicBezTo>
                        <a:cubicBezTo>
                          <a:pt x="273" y="463"/>
                          <a:pt x="176" y="439"/>
                          <a:pt x="135" y="421"/>
                        </a:cubicBezTo>
                        <a:cubicBezTo>
                          <a:pt x="176" y="324"/>
                          <a:pt x="213" y="231"/>
                          <a:pt x="250" y="190"/>
                        </a:cubicBezTo>
                        <a:cubicBezTo>
                          <a:pt x="329" y="134"/>
                          <a:pt x="407" y="93"/>
                          <a:pt x="523" y="93"/>
                        </a:cubicBezTo>
                        <a:close/>
                        <a:moveTo>
                          <a:pt x="523" y="0"/>
                        </a:moveTo>
                        <a:cubicBezTo>
                          <a:pt x="389" y="0"/>
                          <a:pt x="273" y="37"/>
                          <a:pt x="195" y="116"/>
                        </a:cubicBezTo>
                        <a:cubicBezTo>
                          <a:pt x="116" y="190"/>
                          <a:pt x="61" y="305"/>
                          <a:pt x="19" y="439"/>
                        </a:cubicBezTo>
                        <a:lnTo>
                          <a:pt x="1" y="499"/>
                        </a:lnTo>
                        <a:lnTo>
                          <a:pt x="61" y="518"/>
                        </a:lnTo>
                        <a:cubicBezTo>
                          <a:pt x="61" y="518"/>
                          <a:pt x="213" y="536"/>
                          <a:pt x="389" y="597"/>
                        </a:cubicBezTo>
                        <a:cubicBezTo>
                          <a:pt x="560" y="652"/>
                          <a:pt x="772" y="712"/>
                          <a:pt x="869" y="786"/>
                        </a:cubicBezTo>
                        <a:cubicBezTo>
                          <a:pt x="966" y="846"/>
                          <a:pt x="1082" y="1040"/>
                          <a:pt x="1156" y="1230"/>
                        </a:cubicBezTo>
                        <a:cubicBezTo>
                          <a:pt x="1253" y="1442"/>
                          <a:pt x="1313" y="1655"/>
                          <a:pt x="1368" y="1770"/>
                        </a:cubicBezTo>
                        <a:cubicBezTo>
                          <a:pt x="1442" y="2021"/>
                          <a:pt x="1649" y="2174"/>
                          <a:pt x="1909" y="2174"/>
                        </a:cubicBezTo>
                        <a:cubicBezTo>
                          <a:pt x="1928" y="2174"/>
                          <a:pt x="1946" y="2174"/>
                          <a:pt x="1964" y="2172"/>
                        </a:cubicBezTo>
                        <a:cubicBezTo>
                          <a:pt x="2122" y="2172"/>
                          <a:pt x="2256" y="2098"/>
                          <a:pt x="2311" y="1964"/>
                        </a:cubicBezTo>
                        <a:cubicBezTo>
                          <a:pt x="2390" y="1849"/>
                          <a:pt x="2390" y="1692"/>
                          <a:pt x="2311" y="1539"/>
                        </a:cubicBezTo>
                        <a:cubicBezTo>
                          <a:pt x="2237" y="1424"/>
                          <a:pt x="2140" y="1077"/>
                          <a:pt x="2062" y="749"/>
                        </a:cubicBezTo>
                        <a:cubicBezTo>
                          <a:pt x="2006" y="597"/>
                          <a:pt x="1964" y="439"/>
                          <a:pt x="1928" y="324"/>
                        </a:cubicBezTo>
                        <a:cubicBezTo>
                          <a:pt x="1909" y="268"/>
                          <a:pt x="1867" y="208"/>
                          <a:pt x="1849" y="171"/>
                        </a:cubicBezTo>
                        <a:cubicBezTo>
                          <a:pt x="1830" y="134"/>
                          <a:pt x="1812" y="116"/>
                          <a:pt x="1775" y="74"/>
                        </a:cubicBezTo>
                        <a:cubicBezTo>
                          <a:pt x="1733" y="56"/>
                          <a:pt x="1660" y="37"/>
                          <a:pt x="1544" y="37"/>
                        </a:cubicBezTo>
                        <a:cubicBezTo>
                          <a:pt x="1447" y="19"/>
                          <a:pt x="1331" y="19"/>
                          <a:pt x="119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7"/>
                  <p:cNvSpPr/>
                  <p:nvPr/>
                </p:nvSpPr>
                <p:spPr>
                  <a:xfrm>
                    <a:off x="5074565" y="1589758"/>
                    <a:ext cx="368888" cy="321341"/>
                  </a:xfrm>
                  <a:custGeom>
                    <a:avLst/>
                    <a:gdLst/>
                    <a:ahLst/>
                    <a:cxnLst/>
                    <a:rect l="l" t="t" r="r" b="b"/>
                    <a:pathLst>
                      <a:path w="2304" h="2007" extrusionOk="0">
                        <a:moveTo>
                          <a:pt x="544" y="0"/>
                        </a:moveTo>
                        <a:cubicBezTo>
                          <a:pt x="321" y="0"/>
                          <a:pt x="51" y="106"/>
                          <a:pt x="1" y="521"/>
                        </a:cubicBezTo>
                        <a:cubicBezTo>
                          <a:pt x="1" y="521"/>
                          <a:pt x="403" y="582"/>
                          <a:pt x="731" y="753"/>
                        </a:cubicBezTo>
                        <a:cubicBezTo>
                          <a:pt x="1059" y="905"/>
                          <a:pt x="1345" y="1871"/>
                          <a:pt x="1345" y="1871"/>
                        </a:cubicBezTo>
                        <a:cubicBezTo>
                          <a:pt x="1345" y="1871"/>
                          <a:pt x="1539" y="2005"/>
                          <a:pt x="1673" y="2005"/>
                        </a:cubicBezTo>
                        <a:cubicBezTo>
                          <a:pt x="1680" y="2006"/>
                          <a:pt x="1687" y="2006"/>
                          <a:pt x="1696" y="2006"/>
                        </a:cubicBezTo>
                        <a:cubicBezTo>
                          <a:pt x="1844" y="2006"/>
                          <a:pt x="2304" y="1855"/>
                          <a:pt x="2177" y="1580"/>
                        </a:cubicBezTo>
                        <a:cubicBezTo>
                          <a:pt x="2062" y="1312"/>
                          <a:pt x="1867" y="309"/>
                          <a:pt x="1715" y="212"/>
                        </a:cubicBezTo>
                        <a:cubicBezTo>
                          <a:pt x="1576" y="120"/>
                          <a:pt x="846" y="22"/>
                          <a:pt x="615" y="4"/>
                        </a:cubicBezTo>
                        <a:cubicBezTo>
                          <a:pt x="592" y="2"/>
                          <a:pt x="568" y="0"/>
                          <a:pt x="544"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7"/>
                  <p:cNvSpPr/>
                  <p:nvPr/>
                </p:nvSpPr>
                <p:spPr>
                  <a:xfrm>
                    <a:off x="5064958" y="1582553"/>
                    <a:ext cx="373050" cy="337192"/>
                  </a:xfrm>
                  <a:custGeom>
                    <a:avLst/>
                    <a:gdLst/>
                    <a:ahLst/>
                    <a:cxnLst/>
                    <a:rect l="l" t="t" r="r" b="b"/>
                    <a:pathLst>
                      <a:path w="2330" h="2106" extrusionOk="0">
                        <a:moveTo>
                          <a:pt x="592" y="98"/>
                        </a:moveTo>
                        <a:cubicBezTo>
                          <a:pt x="620" y="98"/>
                          <a:pt x="648" y="100"/>
                          <a:pt x="675" y="104"/>
                        </a:cubicBezTo>
                        <a:cubicBezTo>
                          <a:pt x="772" y="104"/>
                          <a:pt x="1022" y="141"/>
                          <a:pt x="1253" y="165"/>
                        </a:cubicBezTo>
                        <a:cubicBezTo>
                          <a:pt x="1368" y="183"/>
                          <a:pt x="1484" y="220"/>
                          <a:pt x="1562" y="238"/>
                        </a:cubicBezTo>
                        <a:cubicBezTo>
                          <a:pt x="1659" y="257"/>
                          <a:pt x="1733" y="280"/>
                          <a:pt x="1752" y="299"/>
                        </a:cubicBezTo>
                        <a:cubicBezTo>
                          <a:pt x="1752" y="299"/>
                          <a:pt x="1775" y="317"/>
                          <a:pt x="1793" y="354"/>
                        </a:cubicBezTo>
                        <a:cubicBezTo>
                          <a:pt x="1812" y="396"/>
                          <a:pt x="1830" y="433"/>
                          <a:pt x="1849" y="488"/>
                        </a:cubicBezTo>
                        <a:cubicBezTo>
                          <a:pt x="1890" y="603"/>
                          <a:pt x="1927" y="742"/>
                          <a:pt x="1964" y="895"/>
                        </a:cubicBezTo>
                        <a:cubicBezTo>
                          <a:pt x="2043" y="1181"/>
                          <a:pt x="2122" y="1491"/>
                          <a:pt x="2195" y="1643"/>
                        </a:cubicBezTo>
                        <a:cubicBezTo>
                          <a:pt x="2214" y="1703"/>
                          <a:pt x="2214" y="1740"/>
                          <a:pt x="2195" y="1782"/>
                        </a:cubicBezTo>
                        <a:cubicBezTo>
                          <a:pt x="2158" y="1837"/>
                          <a:pt x="2122" y="1874"/>
                          <a:pt x="2061" y="1897"/>
                        </a:cubicBezTo>
                        <a:cubicBezTo>
                          <a:pt x="2006" y="1934"/>
                          <a:pt x="1927" y="1971"/>
                          <a:pt x="1867" y="1971"/>
                        </a:cubicBezTo>
                        <a:cubicBezTo>
                          <a:pt x="1812" y="1990"/>
                          <a:pt x="1752" y="2013"/>
                          <a:pt x="1733" y="2013"/>
                        </a:cubicBezTo>
                        <a:cubicBezTo>
                          <a:pt x="1696" y="1990"/>
                          <a:pt x="1618" y="1971"/>
                          <a:pt x="1544" y="1934"/>
                        </a:cubicBezTo>
                        <a:cubicBezTo>
                          <a:pt x="1484" y="1916"/>
                          <a:pt x="1465" y="1874"/>
                          <a:pt x="1447" y="1874"/>
                        </a:cubicBezTo>
                        <a:cubicBezTo>
                          <a:pt x="1447" y="1856"/>
                          <a:pt x="1387" y="1643"/>
                          <a:pt x="1271" y="1394"/>
                        </a:cubicBezTo>
                        <a:cubicBezTo>
                          <a:pt x="1216" y="1260"/>
                          <a:pt x="1156" y="1126"/>
                          <a:pt x="1082" y="1010"/>
                        </a:cubicBezTo>
                        <a:cubicBezTo>
                          <a:pt x="1003" y="895"/>
                          <a:pt x="906" y="798"/>
                          <a:pt x="809" y="742"/>
                        </a:cubicBezTo>
                        <a:cubicBezTo>
                          <a:pt x="504" y="585"/>
                          <a:pt x="176" y="548"/>
                          <a:pt x="116" y="548"/>
                        </a:cubicBezTo>
                        <a:cubicBezTo>
                          <a:pt x="158" y="354"/>
                          <a:pt x="232" y="238"/>
                          <a:pt x="329" y="183"/>
                        </a:cubicBezTo>
                        <a:cubicBezTo>
                          <a:pt x="403" y="123"/>
                          <a:pt x="499" y="98"/>
                          <a:pt x="592" y="98"/>
                        </a:cubicBezTo>
                        <a:close/>
                        <a:moveTo>
                          <a:pt x="589" y="1"/>
                        </a:moveTo>
                        <a:cubicBezTo>
                          <a:pt x="490" y="1"/>
                          <a:pt x="376" y="26"/>
                          <a:pt x="273" y="86"/>
                        </a:cubicBezTo>
                        <a:cubicBezTo>
                          <a:pt x="135" y="165"/>
                          <a:pt x="42" y="317"/>
                          <a:pt x="1" y="566"/>
                        </a:cubicBezTo>
                        <a:lnTo>
                          <a:pt x="1" y="603"/>
                        </a:lnTo>
                        <a:lnTo>
                          <a:pt x="42" y="627"/>
                        </a:lnTo>
                        <a:cubicBezTo>
                          <a:pt x="42" y="627"/>
                          <a:pt x="444" y="682"/>
                          <a:pt x="772" y="834"/>
                        </a:cubicBezTo>
                        <a:cubicBezTo>
                          <a:pt x="851" y="876"/>
                          <a:pt x="925" y="950"/>
                          <a:pt x="985" y="1066"/>
                        </a:cubicBezTo>
                        <a:cubicBezTo>
                          <a:pt x="1059" y="1163"/>
                          <a:pt x="1119" y="1297"/>
                          <a:pt x="1174" y="1435"/>
                        </a:cubicBezTo>
                        <a:cubicBezTo>
                          <a:pt x="1290" y="1685"/>
                          <a:pt x="1368" y="1934"/>
                          <a:pt x="1368" y="1934"/>
                        </a:cubicBezTo>
                        <a:lnTo>
                          <a:pt x="1387" y="1953"/>
                        </a:lnTo>
                        <a:cubicBezTo>
                          <a:pt x="1387" y="1953"/>
                          <a:pt x="1428" y="1990"/>
                          <a:pt x="1502" y="2031"/>
                        </a:cubicBezTo>
                        <a:cubicBezTo>
                          <a:pt x="1562" y="2068"/>
                          <a:pt x="1659" y="2105"/>
                          <a:pt x="1733" y="2105"/>
                        </a:cubicBezTo>
                        <a:cubicBezTo>
                          <a:pt x="1775" y="2105"/>
                          <a:pt x="1830" y="2087"/>
                          <a:pt x="1890" y="2068"/>
                        </a:cubicBezTo>
                        <a:cubicBezTo>
                          <a:pt x="1964" y="2050"/>
                          <a:pt x="2043" y="2031"/>
                          <a:pt x="2098" y="1990"/>
                        </a:cubicBezTo>
                        <a:cubicBezTo>
                          <a:pt x="2177" y="1953"/>
                          <a:pt x="2237" y="1897"/>
                          <a:pt x="2274" y="1837"/>
                        </a:cubicBezTo>
                        <a:cubicBezTo>
                          <a:pt x="2311" y="1782"/>
                          <a:pt x="2329" y="1685"/>
                          <a:pt x="2292" y="1606"/>
                        </a:cubicBezTo>
                        <a:cubicBezTo>
                          <a:pt x="2237" y="1472"/>
                          <a:pt x="2140" y="1163"/>
                          <a:pt x="2061" y="858"/>
                        </a:cubicBezTo>
                        <a:cubicBezTo>
                          <a:pt x="2024" y="719"/>
                          <a:pt x="1983" y="566"/>
                          <a:pt x="1946" y="469"/>
                        </a:cubicBezTo>
                        <a:cubicBezTo>
                          <a:pt x="1927" y="414"/>
                          <a:pt x="1909" y="354"/>
                          <a:pt x="1890" y="317"/>
                        </a:cubicBezTo>
                        <a:cubicBezTo>
                          <a:pt x="1849" y="280"/>
                          <a:pt x="1830" y="238"/>
                          <a:pt x="1812" y="220"/>
                        </a:cubicBezTo>
                        <a:cubicBezTo>
                          <a:pt x="1752" y="183"/>
                          <a:pt x="1678" y="165"/>
                          <a:pt x="1599" y="141"/>
                        </a:cubicBezTo>
                        <a:cubicBezTo>
                          <a:pt x="1502" y="104"/>
                          <a:pt x="1387" y="86"/>
                          <a:pt x="1271" y="67"/>
                        </a:cubicBezTo>
                        <a:cubicBezTo>
                          <a:pt x="1040" y="26"/>
                          <a:pt x="791" y="7"/>
                          <a:pt x="675" y="7"/>
                        </a:cubicBezTo>
                        <a:cubicBezTo>
                          <a:pt x="648" y="3"/>
                          <a:pt x="619" y="1"/>
                          <a:pt x="58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7"/>
                  <p:cNvSpPr/>
                  <p:nvPr/>
                </p:nvSpPr>
                <p:spPr>
                  <a:xfrm>
                    <a:off x="5431927" y="1531158"/>
                    <a:ext cx="320535" cy="565669"/>
                  </a:xfrm>
                  <a:custGeom>
                    <a:avLst/>
                    <a:gdLst/>
                    <a:ahLst/>
                    <a:cxnLst/>
                    <a:rect l="l" t="t" r="r" b="b"/>
                    <a:pathLst>
                      <a:path w="2002" h="3533" extrusionOk="0">
                        <a:moveTo>
                          <a:pt x="407" y="0"/>
                        </a:moveTo>
                        <a:cubicBezTo>
                          <a:pt x="347" y="0"/>
                          <a:pt x="292" y="23"/>
                          <a:pt x="231" y="60"/>
                        </a:cubicBezTo>
                        <a:cubicBezTo>
                          <a:pt x="0" y="213"/>
                          <a:pt x="79" y="717"/>
                          <a:pt x="365" y="1063"/>
                        </a:cubicBezTo>
                        <a:cubicBezTo>
                          <a:pt x="569" y="1318"/>
                          <a:pt x="723" y="1357"/>
                          <a:pt x="797" y="1357"/>
                        </a:cubicBezTo>
                        <a:cubicBezTo>
                          <a:pt x="829" y="1357"/>
                          <a:pt x="846" y="1350"/>
                          <a:pt x="846" y="1350"/>
                        </a:cubicBezTo>
                        <a:lnTo>
                          <a:pt x="906" y="1659"/>
                        </a:lnTo>
                        <a:cubicBezTo>
                          <a:pt x="754" y="1678"/>
                          <a:pt x="347" y="1830"/>
                          <a:pt x="195" y="2602"/>
                        </a:cubicBezTo>
                        <a:cubicBezTo>
                          <a:pt x="57" y="3224"/>
                          <a:pt x="419" y="3532"/>
                          <a:pt x="828" y="3532"/>
                        </a:cubicBezTo>
                        <a:cubicBezTo>
                          <a:pt x="1051" y="3532"/>
                          <a:pt x="1287" y="3440"/>
                          <a:pt x="1465" y="3258"/>
                        </a:cubicBezTo>
                        <a:cubicBezTo>
                          <a:pt x="1715" y="3004"/>
                          <a:pt x="1849" y="2796"/>
                          <a:pt x="1886" y="2602"/>
                        </a:cubicBezTo>
                        <a:cubicBezTo>
                          <a:pt x="1983" y="2408"/>
                          <a:pt x="2001" y="2218"/>
                          <a:pt x="1946" y="1964"/>
                        </a:cubicBezTo>
                        <a:cubicBezTo>
                          <a:pt x="1867" y="1525"/>
                          <a:pt x="1812" y="1216"/>
                          <a:pt x="1733" y="851"/>
                        </a:cubicBezTo>
                        <a:cubicBezTo>
                          <a:pt x="1655" y="462"/>
                          <a:pt x="1387" y="444"/>
                          <a:pt x="1040" y="273"/>
                        </a:cubicBezTo>
                        <a:cubicBezTo>
                          <a:pt x="772" y="139"/>
                          <a:pt x="578" y="0"/>
                          <a:pt x="407"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7"/>
                  <p:cNvSpPr/>
                  <p:nvPr/>
                </p:nvSpPr>
                <p:spPr>
                  <a:xfrm>
                    <a:off x="5434809" y="1524913"/>
                    <a:ext cx="324218" cy="579118"/>
                  </a:xfrm>
                  <a:custGeom>
                    <a:avLst/>
                    <a:gdLst/>
                    <a:ahLst/>
                    <a:cxnLst/>
                    <a:rect l="l" t="t" r="r" b="b"/>
                    <a:pathLst>
                      <a:path w="2025" h="3617" extrusionOk="0">
                        <a:moveTo>
                          <a:pt x="389" y="99"/>
                        </a:moveTo>
                        <a:cubicBezTo>
                          <a:pt x="542" y="99"/>
                          <a:pt x="736" y="215"/>
                          <a:pt x="1004" y="349"/>
                        </a:cubicBezTo>
                        <a:cubicBezTo>
                          <a:pt x="1175" y="446"/>
                          <a:pt x="1332" y="483"/>
                          <a:pt x="1447" y="561"/>
                        </a:cubicBezTo>
                        <a:cubicBezTo>
                          <a:pt x="1563" y="640"/>
                          <a:pt x="1637" y="714"/>
                          <a:pt x="1678" y="890"/>
                        </a:cubicBezTo>
                        <a:cubicBezTo>
                          <a:pt x="1734" y="1273"/>
                          <a:pt x="1794" y="1583"/>
                          <a:pt x="1891" y="2003"/>
                        </a:cubicBezTo>
                        <a:cubicBezTo>
                          <a:pt x="1928" y="2276"/>
                          <a:pt x="1909" y="2428"/>
                          <a:pt x="1831" y="2622"/>
                        </a:cubicBezTo>
                        <a:lnTo>
                          <a:pt x="1831" y="2641"/>
                        </a:lnTo>
                        <a:cubicBezTo>
                          <a:pt x="1775" y="2812"/>
                          <a:pt x="1660" y="3006"/>
                          <a:pt x="1406" y="3255"/>
                        </a:cubicBezTo>
                        <a:cubicBezTo>
                          <a:pt x="1239" y="3436"/>
                          <a:pt x="1011" y="3527"/>
                          <a:pt x="797" y="3527"/>
                        </a:cubicBezTo>
                        <a:cubicBezTo>
                          <a:pt x="715" y="3527"/>
                          <a:pt x="634" y="3513"/>
                          <a:pt x="560" y="3486"/>
                        </a:cubicBezTo>
                        <a:cubicBezTo>
                          <a:pt x="311" y="3371"/>
                          <a:pt x="116" y="3121"/>
                          <a:pt x="213" y="2659"/>
                        </a:cubicBezTo>
                        <a:cubicBezTo>
                          <a:pt x="366" y="1888"/>
                          <a:pt x="754" y="1772"/>
                          <a:pt x="907" y="1754"/>
                        </a:cubicBezTo>
                        <a:lnTo>
                          <a:pt x="944" y="1735"/>
                        </a:lnTo>
                        <a:lnTo>
                          <a:pt x="870" y="1310"/>
                        </a:lnTo>
                        <a:lnTo>
                          <a:pt x="810" y="1333"/>
                        </a:lnTo>
                        <a:cubicBezTo>
                          <a:pt x="810" y="1333"/>
                          <a:pt x="810" y="1352"/>
                          <a:pt x="791" y="1352"/>
                        </a:cubicBezTo>
                        <a:cubicBezTo>
                          <a:pt x="773" y="1352"/>
                          <a:pt x="754" y="1352"/>
                          <a:pt x="713" y="1333"/>
                        </a:cubicBezTo>
                        <a:cubicBezTo>
                          <a:pt x="639" y="1310"/>
                          <a:pt x="523" y="1236"/>
                          <a:pt x="389" y="1079"/>
                        </a:cubicBezTo>
                        <a:cubicBezTo>
                          <a:pt x="250" y="908"/>
                          <a:pt x="158" y="695"/>
                          <a:pt x="135" y="525"/>
                        </a:cubicBezTo>
                        <a:cubicBezTo>
                          <a:pt x="116" y="349"/>
                          <a:pt x="158" y="196"/>
                          <a:pt x="232" y="136"/>
                        </a:cubicBezTo>
                        <a:cubicBezTo>
                          <a:pt x="292" y="118"/>
                          <a:pt x="329" y="99"/>
                          <a:pt x="389" y="99"/>
                        </a:cubicBezTo>
                        <a:close/>
                        <a:moveTo>
                          <a:pt x="425" y="1"/>
                        </a:moveTo>
                        <a:cubicBezTo>
                          <a:pt x="413" y="1"/>
                          <a:pt x="401" y="1"/>
                          <a:pt x="389" y="2"/>
                        </a:cubicBezTo>
                        <a:cubicBezTo>
                          <a:pt x="311" y="2"/>
                          <a:pt x="250" y="21"/>
                          <a:pt x="177" y="62"/>
                        </a:cubicBezTo>
                        <a:cubicBezTo>
                          <a:pt x="43" y="155"/>
                          <a:pt x="1" y="330"/>
                          <a:pt x="43" y="543"/>
                        </a:cubicBezTo>
                        <a:cubicBezTo>
                          <a:pt x="61" y="732"/>
                          <a:pt x="158" y="945"/>
                          <a:pt x="311" y="1139"/>
                        </a:cubicBezTo>
                        <a:cubicBezTo>
                          <a:pt x="445" y="1310"/>
                          <a:pt x="579" y="1389"/>
                          <a:pt x="676" y="1426"/>
                        </a:cubicBezTo>
                        <a:cubicBezTo>
                          <a:pt x="736" y="1449"/>
                          <a:pt x="773" y="1449"/>
                          <a:pt x="791" y="1449"/>
                        </a:cubicBezTo>
                        <a:lnTo>
                          <a:pt x="828" y="1680"/>
                        </a:lnTo>
                        <a:cubicBezTo>
                          <a:pt x="657" y="1717"/>
                          <a:pt x="274" y="1888"/>
                          <a:pt x="116" y="2641"/>
                        </a:cubicBezTo>
                        <a:cubicBezTo>
                          <a:pt x="19" y="3140"/>
                          <a:pt x="232" y="3449"/>
                          <a:pt x="523" y="3565"/>
                        </a:cubicBezTo>
                        <a:cubicBezTo>
                          <a:pt x="614" y="3599"/>
                          <a:pt x="713" y="3617"/>
                          <a:pt x="813" y="3617"/>
                        </a:cubicBezTo>
                        <a:cubicBezTo>
                          <a:pt x="1049" y="3617"/>
                          <a:pt x="1296" y="3522"/>
                          <a:pt x="1484" y="3334"/>
                        </a:cubicBezTo>
                        <a:cubicBezTo>
                          <a:pt x="1715" y="3066"/>
                          <a:pt x="1868" y="2872"/>
                          <a:pt x="1928" y="2659"/>
                        </a:cubicBezTo>
                        <a:cubicBezTo>
                          <a:pt x="2006" y="2447"/>
                          <a:pt x="2025" y="2257"/>
                          <a:pt x="1983" y="1985"/>
                        </a:cubicBezTo>
                        <a:cubicBezTo>
                          <a:pt x="1891" y="1564"/>
                          <a:pt x="1849" y="1255"/>
                          <a:pt x="1775" y="871"/>
                        </a:cubicBezTo>
                        <a:cubicBezTo>
                          <a:pt x="1734" y="677"/>
                          <a:pt x="1637" y="561"/>
                          <a:pt x="1503" y="464"/>
                        </a:cubicBezTo>
                        <a:cubicBezTo>
                          <a:pt x="1369" y="386"/>
                          <a:pt x="1216" y="349"/>
                          <a:pt x="1041" y="252"/>
                        </a:cubicBezTo>
                        <a:cubicBezTo>
                          <a:pt x="789" y="126"/>
                          <a:pt x="603" y="1"/>
                          <a:pt x="42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7"/>
                  <p:cNvSpPr/>
                  <p:nvPr/>
                </p:nvSpPr>
                <p:spPr>
                  <a:xfrm>
                    <a:off x="6982577" y="2843731"/>
                    <a:ext cx="403951" cy="605376"/>
                  </a:xfrm>
                  <a:custGeom>
                    <a:avLst/>
                    <a:gdLst/>
                    <a:ahLst/>
                    <a:cxnLst/>
                    <a:rect l="l" t="t" r="r" b="b"/>
                    <a:pathLst>
                      <a:path w="2523" h="3781" extrusionOk="0">
                        <a:moveTo>
                          <a:pt x="917" y="1"/>
                        </a:moveTo>
                        <a:cubicBezTo>
                          <a:pt x="736" y="1"/>
                          <a:pt x="553" y="54"/>
                          <a:pt x="462" y="64"/>
                        </a:cubicBezTo>
                        <a:cubicBezTo>
                          <a:pt x="287" y="64"/>
                          <a:pt x="97" y="350"/>
                          <a:pt x="37" y="678"/>
                        </a:cubicBezTo>
                        <a:cubicBezTo>
                          <a:pt x="0" y="1007"/>
                          <a:pt x="171" y="1644"/>
                          <a:pt x="462" y="2143"/>
                        </a:cubicBezTo>
                        <a:cubicBezTo>
                          <a:pt x="730" y="2624"/>
                          <a:pt x="1368" y="3760"/>
                          <a:pt x="1599" y="3779"/>
                        </a:cubicBezTo>
                        <a:cubicBezTo>
                          <a:pt x="1609" y="3780"/>
                          <a:pt x="1620" y="3780"/>
                          <a:pt x="1630" y="3780"/>
                        </a:cubicBezTo>
                        <a:cubicBezTo>
                          <a:pt x="1827" y="3780"/>
                          <a:pt x="1974" y="3613"/>
                          <a:pt x="2158" y="3354"/>
                        </a:cubicBezTo>
                        <a:cubicBezTo>
                          <a:pt x="2389" y="2989"/>
                          <a:pt x="2523" y="2684"/>
                          <a:pt x="2523" y="2684"/>
                        </a:cubicBezTo>
                        <a:cubicBezTo>
                          <a:pt x="2523" y="2684"/>
                          <a:pt x="1520" y="526"/>
                          <a:pt x="1326" y="198"/>
                        </a:cubicBezTo>
                        <a:cubicBezTo>
                          <a:pt x="1237" y="43"/>
                          <a:pt x="1078" y="1"/>
                          <a:pt x="917"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7"/>
                  <p:cNvSpPr/>
                  <p:nvPr/>
                </p:nvSpPr>
                <p:spPr>
                  <a:xfrm>
                    <a:off x="6976653" y="2835405"/>
                    <a:ext cx="418841" cy="620426"/>
                  </a:xfrm>
                  <a:custGeom>
                    <a:avLst/>
                    <a:gdLst/>
                    <a:ahLst/>
                    <a:cxnLst/>
                    <a:rect l="l" t="t" r="r" b="b"/>
                    <a:pathLst>
                      <a:path w="2616" h="3875" extrusionOk="0">
                        <a:moveTo>
                          <a:pt x="924" y="0"/>
                        </a:moveTo>
                        <a:cubicBezTo>
                          <a:pt x="749" y="19"/>
                          <a:pt x="555" y="56"/>
                          <a:pt x="499" y="56"/>
                        </a:cubicBezTo>
                        <a:cubicBezTo>
                          <a:pt x="384" y="56"/>
                          <a:pt x="268" y="153"/>
                          <a:pt x="190" y="268"/>
                        </a:cubicBezTo>
                        <a:cubicBezTo>
                          <a:pt x="116" y="384"/>
                          <a:pt x="56" y="559"/>
                          <a:pt x="37" y="730"/>
                        </a:cubicBezTo>
                        <a:cubicBezTo>
                          <a:pt x="0" y="906"/>
                          <a:pt x="37" y="1156"/>
                          <a:pt x="116" y="1405"/>
                        </a:cubicBezTo>
                        <a:cubicBezTo>
                          <a:pt x="190" y="1673"/>
                          <a:pt x="305" y="1964"/>
                          <a:pt x="462" y="2214"/>
                        </a:cubicBezTo>
                        <a:cubicBezTo>
                          <a:pt x="596" y="2463"/>
                          <a:pt x="827" y="2870"/>
                          <a:pt x="1040" y="3216"/>
                        </a:cubicBezTo>
                        <a:cubicBezTo>
                          <a:pt x="1155" y="3387"/>
                          <a:pt x="1271" y="3544"/>
                          <a:pt x="1363" y="3660"/>
                        </a:cubicBezTo>
                        <a:cubicBezTo>
                          <a:pt x="1405" y="3715"/>
                          <a:pt x="1460" y="3775"/>
                          <a:pt x="1502" y="3812"/>
                        </a:cubicBezTo>
                        <a:cubicBezTo>
                          <a:pt x="1539" y="3849"/>
                          <a:pt x="1576" y="3868"/>
                          <a:pt x="1617" y="3868"/>
                        </a:cubicBezTo>
                        <a:cubicBezTo>
                          <a:pt x="1643" y="3872"/>
                          <a:pt x="1666" y="3874"/>
                          <a:pt x="1689" y="3874"/>
                        </a:cubicBezTo>
                        <a:cubicBezTo>
                          <a:pt x="1788" y="3874"/>
                          <a:pt x="1866" y="3835"/>
                          <a:pt x="1941" y="3775"/>
                        </a:cubicBezTo>
                        <a:cubicBezTo>
                          <a:pt x="2038" y="3678"/>
                          <a:pt x="2135" y="3563"/>
                          <a:pt x="2232" y="3429"/>
                        </a:cubicBezTo>
                        <a:cubicBezTo>
                          <a:pt x="2481" y="3082"/>
                          <a:pt x="2615" y="2773"/>
                          <a:pt x="2615" y="2773"/>
                        </a:cubicBezTo>
                        <a:lnTo>
                          <a:pt x="2615" y="2736"/>
                        </a:lnTo>
                        <a:lnTo>
                          <a:pt x="2615" y="2713"/>
                        </a:lnTo>
                        <a:cubicBezTo>
                          <a:pt x="2615" y="2713"/>
                          <a:pt x="2578" y="2639"/>
                          <a:pt x="2560" y="2620"/>
                        </a:cubicBezTo>
                        <a:lnTo>
                          <a:pt x="2500" y="2736"/>
                        </a:lnTo>
                        <a:cubicBezTo>
                          <a:pt x="2500" y="2754"/>
                          <a:pt x="2384" y="3041"/>
                          <a:pt x="2153" y="3369"/>
                        </a:cubicBezTo>
                        <a:cubicBezTo>
                          <a:pt x="2056" y="3503"/>
                          <a:pt x="1964" y="3618"/>
                          <a:pt x="1885" y="3697"/>
                        </a:cubicBezTo>
                        <a:cubicBezTo>
                          <a:pt x="1820" y="3743"/>
                          <a:pt x="1757" y="3780"/>
                          <a:pt x="1682" y="3780"/>
                        </a:cubicBezTo>
                        <a:cubicBezTo>
                          <a:pt x="1667" y="3780"/>
                          <a:pt x="1652" y="3778"/>
                          <a:pt x="1636" y="3775"/>
                        </a:cubicBezTo>
                        <a:cubicBezTo>
                          <a:pt x="1636" y="3775"/>
                          <a:pt x="1594" y="3752"/>
                          <a:pt x="1557" y="3734"/>
                        </a:cubicBezTo>
                        <a:cubicBezTo>
                          <a:pt x="1520" y="3697"/>
                          <a:pt x="1479" y="3660"/>
                          <a:pt x="1442" y="3600"/>
                        </a:cubicBezTo>
                        <a:cubicBezTo>
                          <a:pt x="1345" y="3484"/>
                          <a:pt x="1229" y="3332"/>
                          <a:pt x="1132" y="3156"/>
                        </a:cubicBezTo>
                        <a:cubicBezTo>
                          <a:pt x="901" y="2810"/>
                          <a:pt x="670" y="2408"/>
                          <a:pt x="536" y="2177"/>
                        </a:cubicBezTo>
                        <a:cubicBezTo>
                          <a:pt x="402" y="1927"/>
                          <a:pt x="287" y="1655"/>
                          <a:pt x="208" y="1387"/>
                        </a:cubicBezTo>
                        <a:cubicBezTo>
                          <a:pt x="134" y="1137"/>
                          <a:pt x="116" y="888"/>
                          <a:pt x="134" y="730"/>
                        </a:cubicBezTo>
                        <a:cubicBezTo>
                          <a:pt x="153" y="578"/>
                          <a:pt x="208" y="425"/>
                          <a:pt x="287" y="328"/>
                        </a:cubicBezTo>
                        <a:cubicBezTo>
                          <a:pt x="347" y="213"/>
                          <a:pt x="439" y="153"/>
                          <a:pt x="499" y="153"/>
                        </a:cubicBezTo>
                        <a:cubicBezTo>
                          <a:pt x="596" y="153"/>
                          <a:pt x="749" y="116"/>
                          <a:pt x="924" y="116"/>
                        </a:cubicBezTo>
                        <a:lnTo>
                          <a:pt x="1095" y="116"/>
                        </a:lnTo>
                        <a:lnTo>
                          <a:pt x="1077" y="37"/>
                        </a:lnTo>
                        <a:cubicBezTo>
                          <a:pt x="998" y="19"/>
                          <a:pt x="1040" y="0"/>
                          <a:pt x="96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7"/>
                  <p:cNvSpPr/>
                  <p:nvPr/>
                </p:nvSpPr>
                <p:spPr>
                  <a:xfrm>
                    <a:off x="5820350" y="2644555"/>
                    <a:ext cx="1458259" cy="847142"/>
                  </a:xfrm>
                  <a:custGeom>
                    <a:avLst/>
                    <a:gdLst/>
                    <a:ahLst/>
                    <a:cxnLst/>
                    <a:rect l="l" t="t" r="r" b="b"/>
                    <a:pathLst>
                      <a:path w="9108" h="5291" extrusionOk="0">
                        <a:moveTo>
                          <a:pt x="6853" y="0"/>
                        </a:moveTo>
                        <a:lnTo>
                          <a:pt x="328" y="116"/>
                        </a:lnTo>
                        <a:cubicBezTo>
                          <a:pt x="116" y="116"/>
                          <a:pt x="0" y="305"/>
                          <a:pt x="79" y="518"/>
                        </a:cubicBezTo>
                        <a:lnTo>
                          <a:pt x="1696" y="4889"/>
                        </a:lnTo>
                        <a:cubicBezTo>
                          <a:pt x="1770" y="5120"/>
                          <a:pt x="2024" y="5291"/>
                          <a:pt x="2232" y="5291"/>
                        </a:cubicBezTo>
                        <a:lnTo>
                          <a:pt x="8798" y="5175"/>
                        </a:lnTo>
                        <a:cubicBezTo>
                          <a:pt x="9010" y="5175"/>
                          <a:pt x="9107" y="4986"/>
                          <a:pt x="9029" y="4755"/>
                        </a:cubicBezTo>
                        <a:lnTo>
                          <a:pt x="7393" y="421"/>
                        </a:lnTo>
                        <a:cubicBezTo>
                          <a:pt x="7315" y="190"/>
                          <a:pt x="7065" y="0"/>
                          <a:pt x="68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7"/>
                  <p:cNvSpPr/>
                  <p:nvPr/>
                </p:nvSpPr>
                <p:spPr>
                  <a:xfrm>
                    <a:off x="5820350" y="2637831"/>
                    <a:ext cx="1461141" cy="863473"/>
                  </a:xfrm>
                  <a:custGeom>
                    <a:avLst/>
                    <a:gdLst/>
                    <a:ahLst/>
                    <a:cxnLst/>
                    <a:rect l="l" t="t" r="r" b="b"/>
                    <a:pathLst>
                      <a:path w="9126" h="5393" extrusionOk="0">
                        <a:moveTo>
                          <a:pt x="6853" y="98"/>
                        </a:moveTo>
                        <a:cubicBezTo>
                          <a:pt x="7047" y="98"/>
                          <a:pt x="7278" y="273"/>
                          <a:pt x="7356" y="463"/>
                        </a:cubicBezTo>
                        <a:lnTo>
                          <a:pt x="8973" y="4815"/>
                        </a:lnTo>
                        <a:cubicBezTo>
                          <a:pt x="9010" y="4931"/>
                          <a:pt x="9010" y="5009"/>
                          <a:pt x="8973" y="5065"/>
                        </a:cubicBezTo>
                        <a:cubicBezTo>
                          <a:pt x="8955" y="5143"/>
                          <a:pt x="8876" y="5162"/>
                          <a:pt x="8798" y="5180"/>
                        </a:cubicBezTo>
                        <a:lnTo>
                          <a:pt x="2232" y="5277"/>
                        </a:lnTo>
                        <a:cubicBezTo>
                          <a:pt x="2223" y="5278"/>
                          <a:pt x="2213" y="5279"/>
                          <a:pt x="2203" y="5279"/>
                        </a:cubicBezTo>
                        <a:cubicBezTo>
                          <a:pt x="2020" y="5279"/>
                          <a:pt x="1808" y="5114"/>
                          <a:pt x="1733" y="4912"/>
                        </a:cubicBezTo>
                        <a:lnTo>
                          <a:pt x="134" y="560"/>
                        </a:lnTo>
                        <a:cubicBezTo>
                          <a:pt x="97" y="444"/>
                          <a:pt x="97" y="366"/>
                          <a:pt x="134" y="292"/>
                        </a:cubicBezTo>
                        <a:cubicBezTo>
                          <a:pt x="176" y="232"/>
                          <a:pt x="231" y="195"/>
                          <a:pt x="328" y="195"/>
                        </a:cubicBezTo>
                        <a:lnTo>
                          <a:pt x="6853" y="98"/>
                        </a:lnTo>
                        <a:close/>
                        <a:moveTo>
                          <a:pt x="6853" y="1"/>
                        </a:moveTo>
                        <a:lnTo>
                          <a:pt x="328" y="98"/>
                        </a:lnTo>
                        <a:cubicBezTo>
                          <a:pt x="194" y="98"/>
                          <a:pt x="97" y="158"/>
                          <a:pt x="60" y="250"/>
                        </a:cubicBezTo>
                        <a:cubicBezTo>
                          <a:pt x="0" y="347"/>
                          <a:pt x="0" y="463"/>
                          <a:pt x="37" y="578"/>
                        </a:cubicBezTo>
                        <a:lnTo>
                          <a:pt x="1636" y="4949"/>
                        </a:lnTo>
                        <a:cubicBezTo>
                          <a:pt x="1733" y="5199"/>
                          <a:pt x="1982" y="5393"/>
                          <a:pt x="2232" y="5393"/>
                        </a:cubicBezTo>
                        <a:lnTo>
                          <a:pt x="8798" y="5277"/>
                        </a:lnTo>
                        <a:cubicBezTo>
                          <a:pt x="8913" y="5277"/>
                          <a:pt x="9010" y="5217"/>
                          <a:pt x="9070" y="5125"/>
                        </a:cubicBezTo>
                        <a:cubicBezTo>
                          <a:pt x="9126" y="5028"/>
                          <a:pt x="9126" y="4912"/>
                          <a:pt x="9070" y="4778"/>
                        </a:cubicBezTo>
                        <a:lnTo>
                          <a:pt x="7453" y="444"/>
                        </a:lnTo>
                        <a:cubicBezTo>
                          <a:pt x="7356" y="195"/>
                          <a:pt x="7107" y="1"/>
                          <a:pt x="685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7"/>
                  <p:cNvSpPr/>
                  <p:nvPr/>
                </p:nvSpPr>
                <p:spPr>
                  <a:xfrm>
                    <a:off x="5826274" y="2662968"/>
                    <a:ext cx="1436805" cy="838336"/>
                  </a:xfrm>
                  <a:custGeom>
                    <a:avLst/>
                    <a:gdLst/>
                    <a:ahLst/>
                    <a:cxnLst/>
                    <a:rect l="l" t="t" r="r" b="b"/>
                    <a:pathLst>
                      <a:path w="8974" h="5236" extrusionOk="0">
                        <a:moveTo>
                          <a:pt x="6779" y="93"/>
                        </a:moveTo>
                        <a:cubicBezTo>
                          <a:pt x="6954" y="93"/>
                          <a:pt x="7185" y="250"/>
                          <a:pt x="7259" y="463"/>
                        </a:cubicBezTo>
                        <a:lnTo>
                          <a:pt x="8839" y="4677"/>
                        </a:lnTo>
                        <a:cubicBezTo>
                          <a:pt x="8876" y="4774"/>
                          <a:pt x="8858" y="4871"/>
                          <a:pt x="8839" y="4926"/>
                        </a:cubicBezTo>
                        <a:cubicBezTo>
                          <a:pt x="8802" y="4986"/>
                          <a:pt x="8742" y="5023"/>
                          <a:pt x="8645" y="5023"/>
                        </a:cubicBezTo>
                        <a:lnTo>
                          <a:pt x="2177" y="5139"/>
                        </a:lnTo>
                        <a:cubicBezTo>
                          <a:pt x="1987" y="5139"/>
                          <a:pt x="1775" y="4968"/>
                          <a:pt x="1696" y="4774"/>
                        </a:cubicBezTo>
                        <a:lnTo>
                          <a:pt x="139" y="537"/>
                        </a:lnTo>
                        <a:cubicBezTo>
                          <a:pt x="97" y="440"/>
                          <a:pt x="97" y="347"/>
                          <a:pt x="139" y="287"/>
                        </a:cubicBezTo>
                        <a:cubicBezTo>
                          <a:pt x="176" y="232"/>
                          <a:pt x="231" y="190"/>
                          <a:pt x="310" y="190"/>
                        </a:cubicBezTo>
                        <a:lnTo>
                          <a:pt x="6779" y="93"/>
                        </a:lnTo>
                        <a:close/>
                        <a:moveTo>
                          <a:pt x="6779" y="1"/>
                        </a:moveTo>
                        <a:lnTo>
                          <a:pt x="310" y="93"/>
                        </a:lnTo>
                        <a:cubicBezTo>
                          <a:pt x="194" y="93"/>
                          <a:pt x="97" y="153"/>
                          <a:pt x="42" y="250"/>
                        </a:cubicBezTo>
                        <a:cubicBezTo>
                          <a:pt x="0" y="324"/>
                          <a:pt x="0" y="440"/>
                          <a:pt x="42" y="578"/>
                        </a:cubicBezTo>
                        <a:lnTo>
                          <a:pt x="1599" y="4811"/>
                        </a:lnTo>
                        <a:cubicBezTo>
                          <a:pt x="1696" y="5042"/>
                          <a:pt x="1927" y="5236"/>
                          <a:pt x="2177" y="5236"/>
                        </a:cubicBezTo>
                        <a:lnTo>
                          <a:pt x="8645" y="5120"/>
                        </a:lnTo>
                        <a:cubicBezTo>
                          <a:pt x="8779" y="5120"/>
                          <a:pt x="8876" y="5060"/>
                          <a:pt x="8918" y="4968"/>
                        </a:cubicBezTo>
                        <a:cubicBezTo>
                          <a:pt x="8973" y="4889"/>
                          <a:pt x="8973" y="4774"/>
                          <a:pt x="8936" y="4640"/>
                        </a:cubicBezTo>
                        <a:lnTo>
                          <a:pt x="7356" y="421"/>
                        </a:lnTo>
                        <a:cubicBezTo>
                          <a:pt x="7259" y="172"/>
                          <a:pt x="7010" y="1"/>
                          <a:pt x="677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7"/>
                  <p:cNvSpPr/>
                  <p:nvPr/>
                </p:nvSpPr>
                <p:spPr>
                  <a:xfrm>
                    <a:off x="5885354" y="2730374"/>
                    <a:ext cx="215505" cy="237603"/>
                  </a:xfrm>
                  <a:custGeom>
                    <a:avLst/>
                    <a:gdLst/>
                    <a:ahLst/>
                    <a:cxnLst/>
                    <a:rect l="l" t="t" r="r" b="b"/>
                    <a:pathLst>
                      <a:path w="1346" h="1484" extrusionOk="0">
                        <a:moveTo>
                          <a:pt x="116" y="0"/>
                        </a:moveTo>
                        <a:cubicBezTo>
                          <a:pt x="38" y="0"/>
                          <a:pt x="1" y="79"/>
                          <a:pt x="19" y="157"/>
                        </a:cubicBezTo>
                        <a:lnTo>
                          <a:pt x="463" y="1331"/>
                        </a:lnTo>
                        <a:cubicBezTo>
                          <a:pt x="500" y="1405"/>
                          <a:pt x="578" y="1483"/>
                          <a:pt x="652" y="1483"/>
                        </a:cubicBezTo>
                        <a:lnTo>
                          <a:pt x="1248" y="1465"/>
                        </a:lnTo>
                        <a:cubicBezTo>
                          <a:pt x="1327" y="1465"/>
                          <a:pt x="1345" y="1405"/>
                          <a:pt x="1327" y="1331"/>
                        </a:cubicBezTo>
                        <a:lnTo>
                          <a:pt x="883" y="134"/>
                        </a:lnTo>
                        <a:cubicBezTo>
                          <a:pt x="865" y="60"/>
                          <a:pt x="768" y="0"/>
                          <a:pt x="7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7"/>
                  <p:cNvSpPr/>
                  <p:nvPr/>
                </p:nvSpPr>
                <p:spPr>
                  <a:xfrm>
                    <a:off x="5878789" y="2721408"/>
                    <a:ext cx="228794" cy="252493"/>
                  </a:xfrm>
                  <a:custGeom>
                    <a:avLst/>
                    <a:gdLst/>
                    <a:ahLst/>
                    <a:cxnLst/>
                    <a:rect l="l" t="t" r="r" b="b"/>
                    <a:pathLst>
                      <a:path w="1429" h="1577" extrusionOk="0">
                        <a:moveTo>
                          <a:pt x="753" y="98"/>
                        </a:moveTo>
                        <a:cubicBezTo>
                          <a:pt x="790" y="98"/>
                          <a:pt x="869" y="153"/>
                          <a:pt x="887" y="213"/>
                        </a:cubicBezTo>
                        <a:lnTo>
                          <a:pt x="1331" y="1387"/>
                        </a:lnTo>
                        <a:lnTo>
                          <a:pt x="1331" y="1461"/>
                        </a:lnTo>
                        <a:cubicBezTo>
                          <a:pt x="1313" y="1461"/>
                          <a:pt x="1313" y="1461"/>
                          <a:pt x="1289" y="1484"/>
                        </a:cubicBezTo>
                        <a:lnTo>
                          <a:pt x="693" y="1484"/>
                        </a:lnTo>
                        <a:cubicBezTo>
                          <a:pt x="638" y="1484"/>
                          <a:pt x="578" y="1424"/>
                          <a:pt x="559" y="1369"/>
                        </a:cubicBezTo>
                        <a:lnTo>
                          <a:pt x="116" y="190"/>
                        </a:lnTo>
                        <a:cubicBezTo>
                          <a:pt x="97" y="153"/>
                          <a:pt x="97" y="135"/>
                          <a:pt x="116" y="135"/>
                        </a:cubicBezTo>
                        <a:cubicBezTo>
                          <a:pt x="116" y="116"/>
                          <a:pt x="116" y="116"/>
                          <a:pt x="157" y="116"/>
                        </a:cubicBezTo>
                        <a:lnTo>
                          <a:pt x="753" y="98"/>
                        </a:lnTo>
                        <a:close/>
                        <a:moveTo>
                          <a:pt x="753" y="1"/>
                        </a:moveTo>
                        <a:lnTo>
                          <a:pt x="157" y="19"/>
                        </a:lnTo>
                        <a:cubicBezTo>
                          <a:pt x="97" y="19"/>
                          <a:pt x="42" y="38"/>
                          <a:pt x="19" y="75"/>
                        </a:cubicBezTo>
                        <a:cubicBezTo>
                          <a:pt x="0" y="116"/>
                          <a:pt x="0" y="172"/>
                          <a:pt x="19" y="232"/>
                        </a:cubicBezTo>
                        <a:lnTo>
                          <a:pt x="462" y="1405"/>
                        </a:lnTo>
                        <a:cubicBezTo>
                          <a:pt x="504" y="1503"/>
                          <a:pt x="578" y="1576"/>
                          <a:pt x="693" y="1576"/>
                        </a:cubicBezTo>
                        <a:lnTo>
                          <a:pt x="1289" y="1576"/>
                        </a:lnTo>
                        <a:cubicBezTo>
                          <a:pt x="1331" y="1576"/>
                          <a:pt x="1386" y="1539"/>
                          <a:pt x="1405" y="1503"/>
                        </a:cubicBezTo>
                        <a:cubicBezTo>
                          <a:pt x="1428" y="1461"/>
                          <a:pt x="1428" y="1405"/>
                          <a:pt x="1405" y="1369"/>
                        </a:cubicBezTo>
                        <a:lnTo>
                          <a:pt x="984" y="172"/>
                        </a:lnTo>
                        <a:cubicBezTo>
                          <a:pt x="943" y="75"/>
                          <a:pt x="850" y="1"/>
                          <a:pt x="75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7"/>
                  <p:cNvSpPr/>
                  <p:nvPr/>
                </p:nvSpPr>
                <p:spPr>
                  <a:xfrm>
                    <a:off x="5918657" y="2745904"/>
                    <a:ext cx="108233" cy="95586"/>
                  </a:xfrm>
                  <a:custGeom>
                    <a:avLst/>
                    <a:gdLst/>
                    <a:ahLst/>
                    <a:cxnLst/>
                    <a:rect l="l" t="t" r="r" b="b"/>
                    <a:pathLst>
                      <a:path w="676" h="597" extrusionOk="0">
                        <a:moveTo>
                          <a:pt x="232" y="0"/>
                        </a:moveTo>
                        <a:cubicBezTo>
                          <a:pt x="79" y="19"/>
                          <a:pt x="1" y="134"/>
                          <a:pt x="61" y="310"/>
                        </a:cubicBezTo>
                        <a:cubicBezTo>
                          <a:pt x="139" y="462"/>
                          <a:pt x="292" y="596"/>
                          <a:pt x="444" y="596"/>
                        </a:cubicBezTo>
                        <a:cubicBezTo>
                          <a:pt x="601" y="596"/>
                          <a:pt x="675" y="462"/>
                          <a:pt x="620" y="291"/>
                        </a:cubicBezTo>
                        <a:cubicBezTo>
                          <a:pt x="560" y="134"/>
                          <a:pt x="389"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7"/>
                  <p:cNvSpPr/>
                  <p:nvPr/>
                </p:nvSpPr>
                <p:spPr>
                  <a:xfrm>
                    <a:off x="5915775" y="2739980"/>
                    <a:ext cx="113997" cy="108074"/>
                  </a:xfrm>
                  <a:custGeom>
                    <a:avLst/>
                    <a:gdLst/>
                    <a:ahLst/>
                    <a:cxnLst/>
                    <a:rect l="l" t="t" r="r" b="b"/>
                    <a:pathLst>
                      <a:path w="712" h="675" extrusionOk="0">
                        <a:moveTo>
                          <a:pt x="250" y="97"/>
                        </a:moveTo>
                        <a:cubicBezTo>
                          <a:pt x="365" y="97"/>
                          <a:pt x="541" y="213"/>
                          <a:pt x="578" y="347"/>
                        </a:cubicBezTo>
                        <a:cubicBezTo>
                          <a:pt x="619" y="421"/>
                          <a:pt x="596" y="481"/>
                          <a:pt x="578" y="518"/>
                        </a:cubicBezTo>
                        <a:cubicBezTo>
                          <a:pt x="559" y="559"/>
                          <a:pt x="522" y="578"/>
                          <a:pt x="462" y="578"/>
                        </a:cubicBezTo>
                        <a:cubicBezTo>
                          <a:pt x="347" y="578"/>
                          <a:pt x="194" y="462"/>
                          <a:pt x="134" y="328"/>
                        </a:cubicBezTo>
                        <a:cubicBezTo>
                          <a:pt x="116" y="250"/>
                          <a:pt x="116" y="190"/>
                          <a:pt x="134" y="153"/>
                        </a:cubicBezTo>
                        <a:cubicBezTo>
                          <a:pt x="157" y="116"/>
                          <a:pt x="194" y="97"/>
                          <a:pt x="250" y="97"/>
                        </a:cubicBezTo>
                        <a:close/>
                        <a:moveTo>
                          <a:pt x="250" y="0"/>
                        </a:moveTo>
                        <a:cubicBezTo>
                          <a:pt x="157" y="0"/>
                          <a:pt x="79" y="37"/>
                          <a:pt x="42" y="116"/>
                        </a:cubicBezTo>
                        <a:cubicBezTo>
                          <a:pt x="0" y="171"/>
                          <a:pt x="0" y="268"/>
                          <a:pt x="42" y="365"/>
                        </a:cubicBezTo>
                        <a:cubicBezTo>
                          <a:pt x="97" y="536"/>
                          <a:pt x="291" y="675"/>
                          <a:pt x="462" y="675"/>
                        </a:cubicBezTo>
                        <a:cubicBezTo>
                          <a:pt x="559" y="675"/>
                          <a:pt x="638" y="633"/>
                          <a:pt x="675" y="559"/>
                        </a:cubicBezTo>
                        <a:cubicBezTo>
                          <a:pt x="712" y="499"/>
                          <a:pt x="712" y="402"/>
                          <a:pt x="675" y="305"/>
                        </a:cubicBezTo>
                        <a:cubicBezTo>
                          <a:pt x="619" y="134"/>
                          <a:pt x="425"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7"/>
                  <p:cNvSpPr/>
                  <p:nvPr/>
                </p:nvSpPr>
                <p:spPr>
                  <a:xfrm>
                    <a:off x="5968290" y="2859742"/>
                    <a:ext cx="86618" cy="77173"/>
                  </a:xfrm>
                  <a:custGeom>
                    <a:avLst/>
                    <a:gdLst/>
                    <a:ahLst/>
                    <a:cxnLst/>
                    <a:rect l="l" t="t" r="r" b="b"/>
                    <a:pathLst>
                      <a:path w="541" h="482" extrusionOk="0">
                        <a:moveTo>
                          <a:pt x="194" y="1"/>
                        </a:moveTo>
                        <a:cubicBezTo>
                          <a:pt x="60" y="1"/>
                          <a:pt x="0" y="116"/>
                          <a:pt x="60" y="250"/>
                        </a:cubicBezTo>
                        <a:cubicBezTo>
                          <a:pt x="97" y="389"/>
                          <a:pt x="231" y="481"/>
                          <a:pt x="365" y="481"/>
                        </a:cubicBezTo>
                        <a:cubicBezTo>
                          <a:pt x="481" y="481"/>
                          <a:pt x="541" y="366"/>
                          <a:pt x="499" y="232"/>
                        </a:cubicBezTo>
                        <a:cubicBezTo>
                          <a:pt x="444" y="116"/>
                          <a:pt x="31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7"/>
                  <p:cNvSpPr/>
                  <p:nvPr/>
                </p:nvSpPr>
                <p:spPr>
                  <a:xfrm>
                    <a:off x="5965248" y="2853658"/>
                    <a:ext cx="95584" cy="92864"/>
                  </a:xfrm>
                  <a:custGeom>
                    <a:avLst/>
                    <a:gdLst/>
                    <a:ahLst/>
                    <a:cxnLst/>
                    <a:rect l="l" t="t" r="r" b="b"/>
                    <a:pathLst>
                      <a:path w="597" h="580" extrusionOk="0">
                        <a:moveTo>
                          <a:pt x="213" y="99"/>
                        </a:moveTo>
                        <a:cubicBezTo>
                          <a:pt x="310" y="99"/>
                          <a:pt x="426" y="196"/>
                          <a:pt x="463" y="288"/>
                        </a:cubicBezTo>
                        <a:cubicBezTo>
                          <a:pt x="481" y="348"/>
                          <a:pt x="481" y="404"/>
                          <a:pt x="463" y="427"/>
                        </a:cubicBezTo>
                        <a:cubicBezTo>
                          <a:pt x="463" y="445"/>
                          <a:pt x="426" y="464"/>
                          <a:pt x="384" y="464"/>
                        </a:cubicBezTo>
                        <a:cubicBezTo>
                          <a:pt x="376" y="466"/>
                          <a:pt x="368" y="466"/>
                          <a:pt x="360" y="466"/>
                        </a:cubicBezTo>
                        <a:cubicBezTo>
                          <a:pt x="266" y="466"/>
                          <a:pt x="150" y="376"/>
                          <a:pt x="116" y="270"/>
                        </a:cubicBezTo>
                        <a:cubicBezTo>
                          <a:pt x="98" y="214"/>
                          <a:pt x="98" y="173"/>
                          <a:pt x="116" y="136"/>
                        </a:cubicBezTo>
                        <a:cubicBezTo>
                          <a:pt x="135" y="117"/>
                          <a:pt x="153" y="99"/>
                          <a:pt x="213" y="99"/>
                        </a:cubicBezTo>
                        <a:close/>
                        <a:moveTo>
                          <a:pt x="242" y="0"/>
                        </a:moveTo>
                        <a:cubicBezTo>
                          <a:pt x="232" y="0"/>
                          <a:pt x="223" y="1"/>
                          <a:pt x="213" y="2"/>
                        </a:cubicBezTo>
                        <a:cubicBezTo>
                          <a:pt x="135" y="2"/>
                          <a:pt x="56" y="39"/>
                          <a:pt x="19" y="99"/>
                        </a:cubicBezTo>
                        <a:cubicBezTo>
                          <a:pt x="1" y="154"/>
                          <a:pt x="1" y="233"/>
                          <a:pt x="19" y="311"/>
                        </a:cubicBezTo>
                        <a:cubicBezTo>
                          <a:pt x="79" y="464"/>
                          <a:pt x="232" y="579"/>
                          <a:pt x="384" y="579"/>
                        </a:cubicBezTo>
                        <a:cubicBezTo>
                          <a:pt x="463" y="579"/>
                          <a:pt x="518" y="543"/>
                          <a:pt x="560" y="482"/>
                        </a:cubicBezTo>
                        <a:cubicBezTo>
                          <a:pt x="597" y="404"/>
                          <a:pt x="597" y="348"/>
                          <a:pt x="560" y="270"/>
                        </a:cubicBezTo>
                        <a:cubicBezTo>
                          <a:pt x="504" y="127"/>
                          <a:pt x="382" y="0"/>
                          <a:pt x="24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7"/>
                  <p:cNvSpPr/>
                  <p:nvPr/>
                </p:nvSpPr>
                <p:spPr>
                  <a:xfrm>
                    <a:off x="6711033" y="2812029"/>
                    <a:ext cx="480963" cy="205741"/>
                  </a:xfrm>
                  <a:custGeom>
                    <a:avLst/>
                    <a:gdLst/>
                    <a:ahLst/>
                    <a:cxnLst/>
                    <a:rect l="l" t="t" r="r" b="b"/>
                    <a:pathLst>
                      <a:path w="3004" h="1285" extrusionOk="0">
                        <a:moveTo>
                          <a:pt x="2045" y="0"/>
                        </a:moveTo>
                        <a:cubicBezTo>
                          <a:pt x="1897" y="0"/>
                          <a:pt x="1763" y="14"/>
                          <a:pt x="1678" y="14"/>
                        </a:cubicBezTo>
                        <a:cubicBezTo>
                          <a:pt x="1662" y="14"/>
                          <a:pt x="1648" y="14"/>
                          <a:pt x="1636" y="12"/>
                        </a:cubicBezTo>
                        <a:cubicBezTo>
                          <a:pt x="1626" y="10"/>
                          <a:pt x="1614" y="9"/>
                          <a:pt x="1602" y="9"/>
                        </a:cubicBezTo>
                        <a:cubicBezTo>
                          <a:pt x="1400" y="9"/>
                          <a:pt x="888" y="301"/>
                          <a:pt x="596" y="340"/>
                        </a:cubicBezTo>
                        <a:cubicBezTo>
                          <a:pt x="310" y="377"/>
                          <a:pt x="176" y="299"/>
                          <a:pt x="79" y="493"/>
                        </a:cubicBezTo>
                        <a:cubicBezTo>
                          <a:pt x="0" y="664"/>
                          <a:pt x="0" y="918"/>
                          <a:pt x="176" y="1052"/>
                        </a:cubicBezTo>
                        <a:cubicBezTo>
                          <a:pt x="289" y="1121"/>
                          <a:pt x="397" y="1155"/>
                          <a:pt x="539" y="1155"/>
                        </a:cubicBezTo>
                        <a:cubicBezTo>
                          <a:pt x="635" y="1155"/>
                          <a:pt x="747" y="1139"/>
                          <a:pt x="888" y="1107"/>
                        </a:cubicBezTo>
                        <a:cubicBezTo>
                          <a:pt x="1061" y="1071"/>
                          <a:pt x="1219" y="1052"/>
                          <a:pt x="1363" y="1052"/>
                        </a:cubicBezTo>
                        <a:cubicBezTo>
                          <a:pt x="1507" y="1052"/>
                          <a:pt x="1636" y="1071"/>
                          <a:pt x="1752" y="1107"/>
                        </a:cubicBezTo>
                        <a:cubicBezTo>
                          <a:pt x="1983" y="1186"/>
                          <a:pt x="2177" y="1265"/>
                          <a:pt x="2408" y="1283"/>
                        </a:cubicBezTo>
                        <a:cubicBezTo>
                          <a:pt x="2418" y="1284"/>
                          <a:pt x="2429" y="1284"/>
                          <a:pt x="2439" y="1284"/>
                        </a:cubicBezTo>
                        <a:cubicBezTo>
                          <a:pt x="2651" y="1284"/>
                          <a:pt x="2949" y="1115"/>
                          <a:pt x="2967" y="895"/>
                        </a:cubicBezTo>
                        <a:cubicBezTo>
                          <a:pt x="3004" y="664"/>
                          <a:pt x="2791" y="299"/>
                          <a:pt x="2791" y="299"/>
                        </a:cubicBezTo>
                        <a:cubicBezTo>
                          <a:pt x="2630" y="45"/>
                          <a:pt x="2314" y="0"/>
                          <a:pt x="2045"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7"/>
                  <p:cNvSpPr/>
                  <p:nvPr/>
                </p:nvSpPr>
                <p:spPr>
                  <a:xfrm>
                    <a:off x="6702067" y="2804344"/>
                    <a:ext cx="465593" cy="222073"/>
                  </a:xfrm>
                  <a:custGeom>
                    <a:avLst/>
                    <a:gdLst/>
                    <a:ahLst/>
                    <a:cxnLst/>
                    <a:rect l="l" t="t" r="r" b="b"/>
                    <a:pathLst>
                      <a:path w="2908" h="1387" extrusionOk="0">
                        <a:moveTo>
                          <a:pt x="1715" y="0"/>
                        </a:moveTo>
                        <a:cubicBezTo>
                          <a:pt x="1637" y="0"/>
                          <a:pt x="1577" y="19"/>
                          <a:pt x="1484" y="42"/>
                        </a:cubicBezTo>
                        <a:cubicBezTo>
                          <a:pt x="1406" y="79"/>
                          <a:pt x="1309" y="116"/>
                          <a:pt x="1212" y="157"/>
                        </a:cubicBezTo>
                        <a:cubicBezTo>
                          <a:pt x="999" y="231"/>
                          <a:pt x="791" y="328"/>
                          <a:pt x="652" y="347"/>
                        </a:cubicBezTo>
                        <a:lnTo>
                          <a:pt x="306" y="347"/>
                        </a:lnTo>
                        <a:cubicBezTo>
                          <a:pt x="232" y="365"/>
                          <a:pt x="135" y="407"/>
                          <a:pt x="98" y="504"/>
                        </a:cubicBezTo>
                        <a:cubicBezTo>
                          <a:pt x="1" y="712"/>
                          <a:pt x="19" y="985"/>
                          <a:pt x="214" y="1137"/>
                        </a:cubicBezTo>
                        <a:cubicBezTo>
                          <a:pt x="306" y="1197"/>
                          <a:pt x="403" y="1234"/>
                          <a:pt x="518" y="1253"/>
                        </a:cubicBezTo>
                        <a:cubicBezTo>
                          <a:pt x="634" y="1253"/>
                          <a:pt x="768" y="1234"/>
                          <a:pt x="944" y="1197"/>
                        </a:cubicBezTo>
                        <a:cubicBezTo>
                          <a:pt x="1105" y="1160"/>
                          <a:pt x="1254" y="1145"/>
                          <a:pt x="1388" y="1145"/>
                        </a:cubicBezTo>
                        <a:cubicBezTo>
                          <a:pt x="1542" y="1145"/>
                          <a:pt x="1676" y="1165"/>
                          <a:pt x="1789" y="1197"/>
                        </a:cubicBezTo>
                        <a:cubicBezTo>
                          <a:pt x="2020" y="1271"/>
                          <a:pt x="2233" y="1350"/>
                          <a:pt x="2445" y="1387"/>
                        </a:cubicBezTo>
                        <a:cubicBezTo>
                          <a:pt x="2579" y="1387"/>
                          <a:pt x="2713" y="1350"/>
                          <a:pt x="2847" y="1271"/>
                        </a:cubicBezTo>
                        <a:cubicBezTo>
                          <a:pt x="2870" y="1271"/>
                          <a:pt x="2889" y="1253"/>
                          <a:pt x="2907" y="1234"/>
                        </a:cubicBezTo>
                        <a:lnTo>
                          <a:pt x="2870" y="1234"/>
                        </a:lnTo>
                        <a:lnTo>
                          <a:pt x="2755" y="1216"/>
                        </a:lnTo>
                        <a:cubicBezTo>
                          <a:pt x="2658" y="1271"/>
                          <a:pt x="2542" y="1289"/>
                          <a:pt x="2464" y="1289"/>
                        </a:cubicBezTo>
                        <a:cubicBezTo>
                          <a:pt x="2251" y="1253"/>
                          <a:pt x="2062" y="1174"/>
                          <a:pt x="1831" y="1100"/>
                        </a:cubicBezTo>
                        <a:cubicBezTo>
                          <a:pt x="1704" y="1061"/>
                          <a:pt x="1564" y="1041"/>
                          <a:pt x="1413" y="1041"/>
                        </a:cubicBezTo>
                        <a:cubicBezTo>
                          <a:pt x="1261" y="1041"/>
                          <a:pt x="1098" y="1061"/>
                          <a:pt x="925" y="1100"/>
                        </a:cubicBezTo>
                        <a:cubicBezTo>
                          <a:pt x="750" y="1137"/>
                          <a:pt x="634" y="1155"/>
                          <a:pt x="518" y="1155"/>
                        </a:cubicBezTo>
                        <a:cubicBezTo>
                          <a:pt x="421" y="1137"/>
                          <a:pt x="348" y="1119"/>
                          <a:pt x="269" y="1040"/>
                        </a:cubicBezTo>
                        <a:cubicBezTo>
                          <a:pt x="117" y="943"/>
                          <a:pt x="98" y="712"/>
                          <a:pt x="172" y="559"/>
                        </a:cubicBezTo>
                        <a:cubicBezTo>
                          <a:pt x="214" y="481"/>
                          <a:pt x="250" y="462"/>
                          <a:pt x="329" y="462"/>
                        </a:cubicBezTo>
                        <a:cubicBezTo>
                          <a:pt x="366" y="453"/>
                          <a:pt x="413" y="453"/>
                          <a:pt x="471" y="453"/>
                        </a:cubicBezTo>
                        <a:cubicBezTo>
                          <a:pt x="529" y="453"/>
                          <a:pt x="597" y="453"/>
                          <a:pt x="676" y="444"/>
                        </a:cubicBezTo>
                        <a:cubicBezTo>
                          <a:pt x="847" y="425"/>
                          <a:pt x="1059" y="328"/>
                          <a:pt x="1253" y="250"/>
                        </a:cubicBezTo>
                        <a:cubicBezTo>
                          <a:pt x="1346" y="213"/>
                          <a:pt x="1443" y="176"/>
                          <a:pt x="1521" y="134"/>
                        </a:cubicBezTo>
                        <a:cubicBezTo>
                          <a:pt x="1600" y="116"/>
                          <a:pt x="1655" y="97"/>
                          <a:pt x="1692" y="97"/>
                        </a:cubicBezTo>
                        <a:cubicBezTo>
                          <a:pt x="1722" y="107"/>
                          <a:pt x="1757" y="111"/>
                          <a:pt x="1796" y="111"/>
                        </a:cubicBezTo>
                        <a:cubicBezTo>
                          <a:pt x="1834" y="111"/>
                          <a:pt x="1877" y="107"/>
                          <a:pt x="1923" y="97"/>
                        </a:cubicBezTo>
                        <a:lnTo>
                          <a:pt x="2233" y="97"/>
                        </a:lnTo>
                        <a:cubicBezTo>
                          <a:pt x="2385" y="116"/>
                          <a:pt x="2542" y="134"/>
                          <a:pt x="2658" y="231"/>
                        </a:cubicBezTo>
                        <a:cubicBezTo>
                          <a:pt x="2773" y="273"/>
                          <a:pt x="2847" y="310"/>
                          <a:pt x="2907" y="347"/>
                        </a:cubicBezTo>
                        <a:lnTo>
                          <a:pt x="2907" y="328"/>
                        </a:lnTo>
                        <a:cubicBezTo>
                          <a:pt x="2755" y="97"/>
                          <a:pt x="2482" y="19"/>
                          <a:pt x="2251" y="0"/>
                        </a:cubicBezTo>
                        <a:lnTo>
                          <a:pt x="1923" y="0"/>
                        </a:lnTo>
                        <a:cubicBezTo>
                          <a:pt x="1862" y="0"/>
                          <a:pt x="1798" y="9"/>
                          <a:pt x="1757" y="9"/>
                        </a:cubicBezTo>
                        <a:cubicBezTo>
                          <a:pt x="1736" y="9"/>
                          <a:pt x="1721" y="7"/>
                          <a:pt x="171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7"/>
                  <p:cNvSpPr/>
                  <p:nvPr/>
                </p:nvSpPr>
                <p:spPr>
                  <a:xfrm>
                    <a:off x="6739212" y="3006402"/>
                    <a:ext cx="514906" cy="242246"/>
                  </a:xfrm>
                  <a:custGeom>
                    <a:avLst/>
                    <a:gdLst/>
                    <a:ahLst/>
                    <a:cxnLst/>
                    <a:rect l="l" t="t" r="r" b="b"/>
                    <a:pathLst>
                      <a:path w="3216" h="1513" extrusionOk="0">
                        <a:moveTo>
                          <a:pt x="2553" y="0"/>
                        </a:moveTo>
                        <a:cubicBezTo>
                          <a:pt x="2466" y="0"/>
                          <a:pt x="2382" y="10"/>
                          <a:pt x="2310" y="27"/>
                        </a:cubicBezTo>
                        <a:cubicBezTo>
                          <a:pt x="2079" y="88"/>
                          <a:pt x="1326" y="319"/>
                          <a:pt x="1058" y="397"/>
                        </a:cubicBezTo>
                        <a:cubicBezTo>
                          <a:pt x="767" y="471"/>
                          <a:pt x="305" y="605"/>
                          <a:pt x="152" y="744"/>
                        </a:cubicBezTo>
                        <a:cubicBezTo>
                          <a:pt x="0" y="878"/>
                          <a:pt x="116" y="1358"/>
                          <a:pt x="305" y="1474"/>
                        </a:cubicBezTo>
                        <a:cubicBezTo>
                          <a:pt x="361" y="1502"/>
                          <a:pt x="456" y="1512"/>
                          <a:pt x="569" y="1512"/>
                        </a:cubicBezTo>
                        <a:cubicBezTo>
                          <a:pt x="846" y="1512"/>
                          <a:pt x="1233" y="1450"/>
                          <a:pt x="1423" y="1437"/>
                        </a:cubicBezTo>
                        <a:cubicBezTo>
                          <a:pt x="1691" y="1395"/>
                          <a:pt x="2578" y="1280"/>
                          <a:pt x="2828" y="1206"/>
                        </a:cubicBezTo>
                        <a:cubicBezTo>
                          <a:pt x="3077" y="1127"/>
                          <a:pt x="3216" y="799"/>
                          <a:pt x="3216" y="605"/>
                        </a:cubicBezTo>
                        <a:cubicBezTo>
                          <a:pt x="3216" y="397"/>
                          <a:pt x="3059" y="185"/>
                          <a:pt x="3059" y="185"/>
                        </a:cubicBezTo>
                        <a:cubicBezTo>
                          <a:pt x="2954" y="51"/>
                          <a:pt x="2747" y="0"/>
                          <a:pt x="2553"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7"/>
                  <p:cNvSpPr/>
                  <p:nvPr/>
                </p:nvSpPr>
                <p:spPr>
                  <a:xfrm>
                    <a:off x="6742094" y="2998877"/>
                    <a:ext cx="505459" cy="257457"/>
                  </a:xfrm>
                  <a:custGeom>
                    <a:avLst/>
                    <a:gdLst/>
                    <a:ahLst/>
                    <a:cxnLst/>
                    <a:rect l="l" t="t" r="r" b="b"/>
                    <a:pathLst>
                      <a:path w="3157" h="1608" extrusionOk="0">
                        <a:moveTo>
                          <a:pt x="2505" y="1"/>
                        </a:moveTo>
                        <a:cubicBezTo>
                          <a:pt x="2426" y="1"/>
                          <a:pt x="2348" y="1"/>
                          <a:pt x="2274" y="19"/>
                        </a:cubicBezTo>
                        <a:cubicBezTo>
                          <a:pt x="2043" y="74"/>
                          <a:pt x="1290" y="329"/>
                          <a:pt x="1022" y="403"/>
                        </a:cubicBezTo>
                        <a:cubicBezTo>
                          <a:pt x="888" y="444"/>
                          <a:pt x="694" y="481"/>
                          <a:pt x="518" y="537"/>
                        </a:cubicBezTo>
                        <a:cubicBezTo>
                          <a:pt x="347" y="597"/>
                          <a:pt x="195" y="675"/>
                          <a:pt x="98" y="749"/>
                        </a:cubicBezTo>
                        <a:cubicBezTo>
                          <a:pt x="56" y="791"/>
                          <a:pt x="19" y="865"/>
                          <a:pt x="19" y="925"/>
                        </a:cubicBezTo>
                        <a:cubicBezTo>
                          <a:pt x="0" y="999"/>
                          <a:pt x="19" y="1096"/>
                          <a:pt x="37" y="1174"/>
                        </a:cubicBezTo>
                        <a:cubicBezTo>
                          <a:pt x="79" y="1327"/>
                          <a:pt x="134" y="1502"/>
                          <a:pt x="268" y="1558"/>
                        </a:cubicBezTo>
                        <a:cubicBezTo>
                          <a:pt x="329" y="1599"/>
                          <a:pt x="402" y="1599"/>
                          <a:pt x="500" y="1599"/>
                        </a:cubicBezTo>
                        <a:cubicBezTo>
                          <a:pt x="532" y="1605"/>
                          <a:pt x="566" y="1607"/>
                          <a:pt x="602" y="1607"/>
                        </a:cubicBezTo>
                        <a:cubicBezTo>
                          <a:pt x="674" y="1607"/>
                          <a:pt x="751" y="1599"/>
                          <a:pt x="828" y="1599"/>
                        </a:cubicBezTo>
                        <a:cubicBezTo>
                          <a:pt x="1040" y="1576"/>
                          <a:pt x="1271" y="1539"/>
                          <a:pt x="1405" y="1521"/>
                        </a:cubicBezTo>
                        <a:cubicBezTo>
                          <a:pt x="1539" y="1502"/>
                          <a:pt x="1830" y="1461"/>
                          <a:pt x="2117" y="1424"/>
                        </a:cubicBezTo>
                        <a:cubicBezTo>
                          <a:pt x="2408" y="1387"/>
                          <a:pt x="2694" y="1345"/>
                          <a:pt x="2828" y="1308"/>
                        </a:cubicBezTo>
                        <a:cubicBezTo>
                          <a:pt x="2967" y="1271"/>
                          <a:pt x="3082" y="1156"/>
                          <a:pt x="3138" y="1022"/>
                        </a:cubicBezTo>
                        <a:cubicBezTo>
                          <a:pt x="3156" y="999"/>
                          <a:pt x="3156" y="999"/>
                          <a:pt x="3156" y="980"/>
                        </a:cubicBezTo>
                        <a:cubicBezTo>
                          <a:pt x="3138" y="962"/>
                          <a:pt x="3101" y="943"/>
                          <a:pt x="3082" y="943"/>
                        </a:cubicBezTo>
                        <a:cubicBezTo>
                          <a:pt x="3059" y="943"/>
                          <a:pt x="3059" y="962"/>
                          <a:pt x="3059" y="980"/>
                        </a:cubicBezTo>
                        <a:cubicBezTo>
                          <a:pt x="3004" y="1077"/>
                          <a:pt x="2907" y="1174"/>
                          <a:pt x="2791" y="1211"/>
                        </a:cubicBezTo>
                        <a:cubicBezTo>
                          <a:pt x="2676" y="1230"/>
                          <a:pt x="2389" y="1290"/>
                          <a:pt x="2098" y="1327"/>
                        </a:cubicBezTo>
                        <a:cubicBezTo>
                          <a:pt x="1812" y="1368"/>
                          <a:pt x="1521" y="1405"/>
                          <a:pt x="1405" y="1424"/>
                        </a:cubicBezTo>
                        <a:cubicBezTo>
                          <a:pt x="1253" y="1442"/>
                          <a:pt x="1040" y="1484"/>
                          <a:pt x="809" y="1502"/>
                        </a:cubicBezTo>
                        <a:lnTo>
                          <a:pt x="500" y="1502"/>
                        </a:lnTo>
                        <a:cubicBezTo>
                          <a:pt x="426" y="1502"/>
                          <a:pt x="347" y="1484"/>
                          <a:pt x="310" y="1461"/>
                        </a:cubicBezTo>
                        <a:cubicBezTo>
                          <a:pt x="250" y="1424"/>
                          <a:pt x="153" y="1290"/>
                          <a:pt x="134" y="1156"/>
                        </a:cubicBezTo>
                        <a:cubicBezTo>
                          <a:pt x="116" y="1077"/>
                          <a:pt x="116" y="999"/>
                          <a:pt x="116" y="943"/>
                        </a:cubicBezTo>
                        <a:cubicBezTo>
                          <a:pt x="116" y="883"/>
                          <a:pt x="134" y="846"/>
                          <a:pt x="171" y="828"/>
                        </a:cubicBezTo>
                        <a:cubicBezTo>
                          <a:pt x="232" y="768"/>
                          <a:pt x="384" y="694"/>
                          <a:pt x="560" y="634"/>
                        </a:cubicBezTo>
                        <a:cubicBezTo>
                          <a:pt x="731" y="578"/>
                          <a:pt x="906" y="537"/>
                          <a:pt x="1040" y="500"/>
                        </a:cubicBezTo>
                        <a:cubicBezTo>
                          <a:pt x="1327" y="421"/>
                          <a:pt x="2080" y="172"/>
                          <a:pt x="2311" y="116"/>
                        </a:cubicBezTo>
                        <a:cubicBezTo>
                          <a:pt x="2368" y="105"/>
                          <a:pt x="2444" y="93"/>
                          <a:pt x="2524" y="93"/>
                        </a:cubicBezTo>
                        <a:cubicBezTo>
                          <a:pt x="2581" y="93"/>
                          <a:pt x="2639" y="99"/>
                          <a:pt x="2694" y="116"/>
                        </a:cubicBezTo>
                        <a:cubicBezTo>
                          <a:pt x="2754" y="116"/>
                          <a:pt x="2810" y="135"/>
                          <a:pt x="2870" y="153"/>
                        </a:cubicBezTo>
                        <a:cubicBezTo>
                          <a:pt x="2870" y="153"/>
                          <a:pt x="3004" y="213"/>
                          <a:pt x="3156" y="329"/>
                        </a:cubicBezTo>
                        <a:cubicBezTo>
                          <a:pt x="3119" y="250"/>
                          <a:pt x="3082" y="190"/>
                          <a:pt x="3082" y="190"/>
                        </a:cubicBezTo>
                        <a:cubicBezTo>
                          <a:pt x="3004" y="98"/>
                          <a:pt x="2851" y="38"/>
                          <a:pt x="2694" y="19"/>
                        </a:cubicBezTo>
                        <a:cubicBezTo>
                          <a:pt x="2639" y="1"/>
                          <a:pt x="2579" y="1"/>
                          <a:pt x="250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7"/>
                  <p:cNvSpPr/>
                  <p:nvPr/>
                </p:nvSpPr>
                <p:spPr>
                  <a:xfrm>
                    <a:off x="6834637" y="3154663"/>
                    <a:ext cx="440936" cy="208623"/>
                  </a:xfrm>
                  <a:custGeom>
                    <a:avLst/>
                    <a:gdLst/>
                    <a:ahLst/>
                    <a:cxnLst/>
                    <a:rect l="l" t="t" r="r" b="b"/>
                    <a:pathLst>
                      <a:path w="2754" h="1303" extrusionOk="0">
                        <a:moveTo>
                          <a:pt x="2386" y="1"/>
                        </a:moveTo>
                        <a:cubicBezTo>
                          <a:pt x="2368" y="1"/>
                          <a:pt x="2349" y="3"/>
                          <a:pt x="2329" y="7"/>
                        </a:cubicBezTo>
                        <a:cubicBezTo>
                          <a:pt x="2079" y="67"/>
                          <a:pt x="462" y="488"/>
                          <a:pt x="250" y="511"/>
                        </a:cubicBezTo>
                        <a:cubicBezTo>
                          <a:pt x="37" y="529"/>
                          <a:pt x="0" y="700"/>
                          <a:pt x="37" y="973"/>
                        </a:cubicBezTo>
                        <a:cubicBezTo>
                          <a:pt x="97" y="1222"/>
                          <a:pt x="250" y="1296"/>
                          <a:pt x="481" y="1296"/>
                        </a:cubicBezTo>
                        <a:cubicBezTo>
                          <a:pt x="527" y="1301"/>
                          <a:pt x="603" y="1303"/>
                          <a:pt x="697" y="1303"/>
                        </a:cubicBezTo>
                        <a:cubicBezTo>
                          <a:pt x="1073" y="1303"/>
                          <a:pt x="1730" y="1270"/>
                          <a:pt x="1867" y="1241"/>
                        </a:cubicBezTo>
                        <a:cubicBezTo>
                          <a:pt x="2061" y="1222"/>
                          <a:pt x="2481" y="1144"/>
                          <a:pt x="2620" y="913"/>
                        </a:cubicBezTo>
                        <a:cubicBezTo>
                          <a:pt x="2620" y="913"/>
                          <a:pt x="2754" y="742"/>
                          <a:pt x="2712" y="488"/>
                        </a:cubicBezTo>
                        <a:cubicBezTo>
                          <a:pt x="2661" y="275"/>
                          <a:pt x="2591" y="1"/>
                          <a:pt x="2386"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7"/>
                  <p:cNvSpPr/>
                  <p:nvPr/>
                </p:nvSpPr>
                <p:spPr>
                  <a:xfrm>
                    <a:off x="6828713" y="3146817"/>
                    <a:ext cx="434372" cy="225755"/>
                  </a:xfrm>
                  <a:custGeom>
                    <a:avLst/>
                    <a:gdLst/>
                    <a:ahLst/>
                    <a:cxnLst/>
                    <a:rect l="l" t="t" r="r" b="b"/>
                    <a:pathLst>
                      <a:path w="2713" h="1410" extrusionOk="0">
                        <a:moveTo>
                          <a:pt x="2347" y="1"/>
                        </a:moveTo>
                        <a:cubicBezTo>
                          <a:pt x="2213" y="38"/>
                          <a:pt x="1751" y="153"/>
                          <a:pt x="1289" y="269"/>
                        </a:cubicBezTo>
                        <a:cubicBezTo>
                          <a:pt x="1058" y="329"/>
                          <a:pt x="827" y="384"/>
                          <a:pt x="652" y="444"/>
                        </a:cubicBezTo>
                        <a:cubicBezTo>
                          <a:pt x="462" y="481"/>
                          <a:pt x="324" y="500"/>
                          <a:pt x="287" y="518"/>
                        </a:cubicBezTo>
                        <a:cubicBezTo>
                          <a:pt x="153" y="518"/>
                          <a:pt x="74" y="578"/>
                          <a:pt x="37" y="675"/>
                        </a:cubicBezTo>
                        <a:cubicBezTo>
                          <a:pt x="0" y="768"/>
                          <a:pt x="19" y="883"/>
                          <a:pt x="37" y="1022"/>
                        </a:cubicBezTo>
                        <a:cubicBezTo>
                          <a:pt x="56" y="1156"/>
                          <a:pt x="116" y="1253"/>
                          <a:pt x="208" y="1308"/>
                        </a:cubicBezTo>
                        <a:cubicBezTo>
                          <a:pt x="287" y="1368"/>
                          <a:pt x="402" y="1387"/>
                          <a:pt x="518" y="1405"/>
                        </a:cubicBezTo>
                        <a:cubicBezTo>
                          <a:pt x="552" y="1408"/>
                          <a:pt x="600" y="1409"/>
                          <a:pt x="658" y="1409"/>
                        </a:cubicBezTo>
                        <a:cubicBezTo>
                          <a:pt x="1015" y="1409"/>
                          <a:pt x="1739" y="1365"/>
                          <a:pt x="1922" y="1345"/>
                        </a:cubicBezTo>
                        <a:cubicBezTo>
                          <a:pt x="2019" y="1327"/>
                          <a:pt x="2172" y="1308"/>
                          <a:pt x="2329" y="1253"/>
                        </a:cubicBezTo>
                        <a:cubicBezTo>
                          <a:pt x="2463" y="1211"/>
                          <a:pt x="2615" y="1137"/>
                          <a:pt x="2694" y="999"/>
                        </a:cubicBezTo>
                        <a:cubicBezTo>
                          <a:pt x="2657" y="980"/>
                          <a:pt x="2615" y="962"/>
                          <a:pt x="2597" y="962"/>
                        </a:cubicBezTo>
                        <a:cubicBezTo>
                          <a:pt x="2541" y="1040"/>
                          <a:pt x="2426" y="1114"/>
                          <a:pt x="2287" y="1156"/>
                        </a:cubicBezTo>
                        <a:cubicBezTo>
                          <a:pt x="2153" y="1211"/>
                          <a:pt x="2001" y="1230"/>
                          <a:pt x="1904" y="1253"/>
                        </a:cubicBezTo>
                        <a:cubicBezTo>
                          <a:pt x="1733" y="1271"/>
                          <a:pt x="730" y="1308"/>
                          <a:pt x="518" y="1308"/>
                        </a:cubicBezTo>
                        <a:cubicBezTo>
                          <a:pt x="421" y="1290"/>
                          <a:pt x="324" y="1271"/>
                          <a:pt x="268" y="1230"/>
                        </a:cubicBezTo>
                        <a:cubicBezTo>
                          <a:pt x="190" y="1193"/>
                          <a:pt x="153" y="1114"/>
                          <a:pt x="134" y="999"/>
                        </a:cubicBezTo>
                        <a:cubicBezTo>
                          <a:pt x="116" y="883"/>
                          <a:pt x="116" y="768"/>
                          <a:pt x="134" y="712"/>
                        </a:cubicBezTo>
                        <a:cubicBezTo>
                          <a:pt x="153" y="652"/>
                          <a:pt x="190" y="615"/>
                          <a:pt x="287" y="615"/>
                        </a:cubicBezTo>
                        <a:cubicBezTo>
                          <a:pt x="347" y="615"/>
                          <a:pt x="481" y="578"/>
                          <a:pt x="670" y="537"/>
                        </a:cubicBezTo>
                        <a:cubicBezTo>
                          <a:pt x="864" y="481"/>
                          <a:pt x="1095" y="421"/>
                          <a:pt x="1326" y="366"/>
                        </a:cubicBezTo>
                        <a:cubicBezTo>
                          <a:pt x="1788" y="250"/>
                          <a:pt x="2250" y="135"/>
                          <a:pt x="2384" y="98"/>
                        </a:cubicBezTo>
                        <a:cubicBezTo>
                          <a:pt x="2426" y="98"/>
                          <a:pt x="2463" y="98"/>
                          <a:pt x="2500" y="116"/>
                        </a:cubicBezTo>
                        <a:cubicBezTo>
                          <a:pt x="2541" y="135"/>
                          <a:pt x="2615" y="153"/>
                          <a:pt x="2712" y="213"/>
                        </a:cubicBezTo>
                        <a:cubicBezTo>
                          <a:pt x="2694" y="190"/>
                          <a:pt x="2694" y="172"/>
                          <a:pt x="2675" y="172"/>
                        </a:cubicBezTo>
                        <a:cubicBezTo>
                          <a:pt x="2657" y="116"/>
                          <a:pt x="2615" y="56"/>
                          <a:pt x="2560" y="38"/>
                        </a:cubicBezTo>
                        <a:cubicBezTo>
                          <a:pt x="2518" y="1"/>
                          <a:pt x="2463" y="1"/>
                          <a:pt x="242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7"/>
                  <p:cNvSpPr/>
                  <p:nvPr/>
                </p:nvSpPr>
                <p:spPr>
                  <a:xfrm>
                    <a:off x="6884111" y="3302923"/>
                    <a:ext cx="415959" cy="177242"/>
                  </a:xfrm>
                  <a:custGeom>
                    <a:avLst/>
                    <a:gdLst/>
                    <a:ahLst/>
                    <a:cxnLst/>
                    <a:rect l="l" t="t" r="r" b="b"/>
                    <a:pathLst>
                      <a:path w="2598" h="1107" extrusionOk="0">
                        <a:moveTo>
                          <a:pt x="2194" y="0"/>
                        </a:moveTo>
                        <a:cubicBezTo>
                          <a:pt x="2176" y="0"/>
                          <a:pt x="2157" y="2"/>
                          <a:pt x="2135" y="5"/>
                        </a:cubicBezTo>
                        <a:cubicBezTo>
                          <a:pt x="1904" y="65"/>
                          <a:pt x="421" y="333"/>
                          <a:pt x="287" y="352"/>
                        </a:cubicBezTo>
                        <a:cubicBezTo>
                          <a:pt x="153" y="370"/>
                          <a:pt x="75" y="449"/>
                          <a:pt x="38" y="661"/>
                        </a:cubicBezTo>
                        <a:cubicBezTo>
                          <a:pt x="1" y="855"/>
                          <a:pt x="153" y="1045"/>
                          <a:pt x="421" y="1086"/>
                        </a:cubicBezTo>
                        <a:cubicBezTo>
                          <a:pt x="492" y="1101"/>
                          <a:pt x="610" y="1106"/>
                          <a:pt x="748" y="1106"/>
                        </a:cubicBezTo>
                        <a:cubicBezTo>
                          <a:pt x="1138" y="1106"/>
                          <a:pt x="1685" y="1063"/>
                          <a:pt x="1770" y="1063"/>
                        </a:cubicBezTo>
                        <a:cubicBezTo>
                          <a:pt x="1867" y="1045"/>
                          <a:pt x="2329" y="971"/>
                          <a:pt x="2500" y="777"/>
                        </a:cubicBezTo>
                        <a:cubicBezTo>
                          <a:pt x="2500" y="777"/>
                          <a:pt x="2597" y="583"/>
                          <a:pt x="2482" y="370"/>
                        </a:cubicBezTo>
                        <a:cubicBezTo>
                          <a:pt x="2394" y="160"/>
                          <a:pt x="2370" y="0"/>
                          <a:pt x="2194" y="0"/>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7"/>
                  <p:cNvSpPr/>
                  <p:nvPr/>
                </p:nvSpPr>
                <p:spPr>
                  <a:xfrm>
                    <a:off x="6877546" y="3294758"/>
                    <a:ext cx="419482" cy="193253"/>
                  </a:xfrm>
                  <a:custGeom>
                    <a:avLst/>
                    <a:gdLst/>
                    <a:ahLst/>
                    <a:cxnLst/>
                    <a:rect l="l" t="t" r="r" b="b"/>
                    <a:pathLst>
                      <a:path w="2620" h="1207" extrusionOk="0">
                        <a:moveTo>
                          <a:pt x="2236" y="1"/>
                        </a:moveTo>
                        <a:cubicBezTo>
                          <a:pt x="2213" y="1"/>
                          <a:pt x="2195" y="19"/>
                          <a:pt x="2176" y="19"/>
                        </a:cubicBezTo>
                        <a:cubicBezTo>
                          <a:pt x="1945" y="56"/>
                          <a:pt x="444" y="329"/>
                          <a:pt x="310" y="366"/>
                        </a:cubicBezTo>
                        <a:cubicBezTo>
                          <a:pt x="250" y="366"/>
                          <a:pt x="176" y="403"/>
                          <a:pt x="116" y="463"/>
                        </a:cubicBezTo>
                        <a:cubicBezTo>
                          <a:pt x="79" y="518"/>
                          <a:pt x="42" y="597"/>
                          <a:pt x="19" y="694"/>
                        </a:cubicBezTo>
                        <a:cubicBezTo>
                          <a:pt x="0" y="809"/>
                          <a:pt x="42" y="925"/>
                          <a:pt x="116" y="1022"/>
                        </a:cubicBezTo>
                        <a:cubicBezTo>
                          <a:pt x="194" y="1096"/>
                          <a:pt x="310" y="1174"/>
                          <a:pt x="444" y="1193"/>
                        </a:cubicBezTo>
                        <a:cubicBezTo>
                          <a:pt x="520" y="1202"/>
                          <a:pt x="635" y="1207"/>
                          <a:pt x="768" y="1207"/>
                        </a:cubicBezTo>
                        <a:cubicBezTo>
                          <a:pt x="901" y="1207"/>
                          <a:pt x="1051" y="1202"/>
                          <a:pt x="1197" y="1193"/>
                        </a:cubicBezTo>
                        <a:cubicBezTo>
                          <a:pt x="1349" y="1193"/>
                          <a:pt x="1483" y="1193"/>
                          <a:pt x="1599" y="1174"/>
                        </a:cubicBezTo>
                        <a:cubicBezTo>
                          <a:pt x="1696" y="1174"/>
                          <a:pt x="1774" y="1156"/>
                          <a:pt x="1811" y="1156"/>
                        </a:cubicBezTo>
                        <a:cubicBezTo>
                          <a:pt x="1867" y="1156"/>
                          <a:pt x="2005" y="1137"/>
                          <a:pt x="2158" y="1077"/>
                        </a:cubicBezTo>
                        <a:cubicBezTo>
                          <a:pt x="2292" y="1040"/>
                          <a:pt x="2407" y="980"/>
                          <a:pt x="2504" y="906"/>
                        </a:cubicBezTo>
                        <a:lnTo>
                          <a:pt x="2523" y="980"/>
                        </a:lnTo>
                        <a:lnTo>
                          <a:pt x="2583" y="846"/>
                        </a:lnTo>
                        <a:cubicBezTo>
                          <a:pt x="2583" y="846"/>
                          <a:pt x="2601" y="809"/>
                          <a:pt x="2620" y="712"/>
                        </a:cubicBezTo>
                        <a:lnTo>
                          <a:pt x="2620" y="712"/>
                        </a:lnTo>
                        <a:cubicBezTo>
                          <a:pt x="2583" y="749"/>
                          <a:pt x="2560" y="791"/>
                          <a:pt x="2523" y="809"/>
                        </a:cubicBezTo>
                        <a:cubicBezTo>
                          <a:pt x="2467" y="846"/>
                          <a:pt x="2444" y="865"/>
                          <a:pt x="2407" y="865"/>
                        </a:cubicBezTo>
                        <a:cubicBezTo>
                          <a:pt x="2329" y="925"/>
                          <a:pt x="2236" y="962"/>
                          <a:pt x="2139" y="980"/>
                        </a:cubicBezTo>
                        <a:cubicBezTo>
                          <a:pt x="1982" y="1040"/>
                          <a:pt x="1848" y="1059"/>
                          <a:pt x="1793" y="1059"/>
                        </a:cubicBezTo>
                        <a:cubicBezTo>
                          <a:pt x="1774" y="1059"/>
                          <a:pt x="1696" y="1077"/>
                          <a:pt x="1580" y="1077"/>
                        </a:cubicBezTo>
                        <a:cubicBezTo>
                          <a:pt x="1483" y="1077"/>
                          <a:pt x="1331" y="1096"/>
                          <a:pt x="1197" y="1096"/>
                        </a:cubicBezTo>
                        <a:cubicBezTo>
                          <a:pt x="1051" y="1105"/>
                          <a:pt x="901" y="1110"/>
                          <a:pt x="771" y="1110"/>
                        </a:cubicBezTo>
                        <a:cubicBezTo>
                          <a:pt x="640" y="1110"/>
                          <a:pt x="529" y="1105"/>
                          <a:pt x="462" y="1096"/>
                        </a:cubicBezTo>
                        <a:cubicBezTo>
                          <a:pt x="347" y="1077"/>
                          <a:pt x="250" y="1022"/>
                          <a:pt x="194" y="943"/>
                        </a:cubicBezTo>
                        <a:cubicBezTo>
                          <a:pt x="134" y="883"/>
                          <a:pt x="97" y="809"/>
                          <a:pt x="116" y="712"/>
                        </a:cubicBezTo>
                        <a:cubicBezTo>
                          <a:pt x="134" y="615"/>
                          <a:pt x="176" y="560"/>
                          <a:pt x="194" y="518"/>
                        </a:cubicBezTo>
                        <a:cubicBezTo>
                          <a:pt x="231" y="481"/>
                          <a:pt x="273" y="463"/>
                          <a:pt x="328" y="463"/>
                        </a:cubicBezTo>
                        <a:cubicBezTo>
                          <a:pt x="462" y="444"/>
                          <a:pt x="1830" y="172"/>
                          <a:pt x="2158" y="116"/>
                        </a:cubicBezTo>
                        <a:lnTo>
                          <a:pt x="2139" y="116"/>
                        </a:lnTo>
                        <a:cubicBezTo>
                          <a:pt x="2139" y="116"/>
                          <a:pt x="2185" y="102"/>
                          <a:pt x="2260" y="102"/>
                        </a:cubicBezTo>
                        <a:cubicBezTo>
                          <a:pt x="2315" y="102"/>
                          <a:pt x="2386" y="110"/>
                          <a:pt x="2467" y="135"/>
                        </a:cubicBezTo>
                        <a:lnTo>
                          <a:pt x="2444" y="116"/>
                        </a:lnTo>
                        <a:cubicBezTo>
                          <a:pt x="2426" y="75"/>
                          <a:pt x="2389" y="38"/>
                          <a:pt x="2329" y="19"/>
                        </a:cubicBezTo>
                        <a:cubicBezTo>
                          <a:pt x="2310" y="19"/>
                          <a:pt x="2273" y="1"/>
                          <a:pt x="223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7"/>
                  <p:cNvSpPr/>
                  <p:nvPr/>
                </p:nvSpPr>
                <p:spPr>
                  <a:xfrm>
                    <a:off x="5934187" y="991751"/>
                    <a:ext cx="1048544" cy="842339"/>
                  </a:xfrm>
                  <a:custGeom>
                    <a:avLst/>
                    <a:gdLst/>
                    <a:ahLst/>
                    <a:cxnLst/>
                    <a:rect l="l" t="t" r="r" b="b"/>
                    <a:pathLst>
                      <a:path w="6549" h="5261" extrusionOk="0">
                        <a:moveTo>
                          <a:pt x="2196" y="1"/>
                        </a:moveTo>
                        <a:cubicBezTo>
                          <a:pt x="2080" y="19"/>
                          <a:pt x="1983" y="43"/>
                          <a:pt x="1891" y="80"/>
                        </a:cubicBezTo>
                        <a:cubicBezTo>
                          <a:pt x="1466" y="232"/>
                          <a:pt x="1137" y="888"/>
                          <a:pt x="985" y="1600"/>
                        </a:cubicBezTo>
                        <a:cubicBezTo>
                          <a:pt x="888" y="1521"/>
                          <a:pt x="754" y="1484"/>
                          <a:pt x="620" y="1484"/>
                        </a:cubicBezTo>
                        <a:cubicBezTo>
                          <a:pt x="273" y="1484"/>
                          <a:pt x="1" y="1752"/>
                          <a:pt x="1" y="2099"/>
                        </a:cubicBezTo>
                        <a:cubicBezTo>
                          <a:pt x="1" y="2445"/>
                          <a:pt x="273" y="2718"/>
                          <a:pt x="620" y="2718"/>
                        </a:cubicBezTo>
                        <a:cubicBezTo>
                          <a:pt x="712" y="2718"/>
                          <a:pt x="809" y="2699"/>
                          <a:pt x="906" y="2658"/>
                        </a:cubicBezTo>
                        <a:lnTo>
                          <a:pt x="906" y="2658"/>
                        </a:lnTo>
                        <a:cubicBezTo>
                          <a:pt x="870" y="2889"/>
                          <a:pt x="754" y="4159"/>
                          <a:pt x="1484" y="4719"/>
                        </a:cubicBezTo>
                        <a:cubicBezTo>
                          <a:pt x="2166" y="5221"/>
                          <a:pt x="2972" y="5261"/>
                          <a:pt x="3209" y="5261"/>
                        </a:cubicBezTo>
                        <a:cubicBezTo>
                          <a:pt x="3253" y="5261"/>
                          <a:pt x="3277" y="5259"/>
                          <a:pt x="3277" y="5259"/>
                        </a:cubicBezTo>
                        <a:cubicBezTo>
                          <a:pt x="3277" y="5259"/>
                          <a:pt x="3300" y="5261"/>
                          <a:pt x="3343" y="5261"/>
                        </a:cubicBezTo>
                        <a:cubicBezTo>
                          <a:pt x="3575" y="5261"/>
                          <a:pt x="4365" y="5221"/>
                          <a:pt x="5046" y="4719"/>
                        </a:cubicBezTo>
                        <a:cubicBezTo>
                          <a:pt x="5777" y="4159"/>
                          <a:pt x="5661" y="2889"/>
                          <a:pt x="5624" y="2658"/>
                        </a:cubicBezTo>
                        <a:lnTo>
                          <a:pt x="5624" y="2658"/>
                        </a:lnTo>
                        <a:cubicBezTo>
                          <a:pt x="5721" y="2699"/>
                          <a:pt x="5818" y="2718"/>
                          <a:pt x="5911" y="2718"/>
                        </a:cubicBezTo>
                        <a:cubicBezTo>
                          <a:pt x="6257" y="2718"/>
                          <a:pt x="6548" y="2445"/>
                          <a:pt x="6548" y="2099"/>
                        </a:cubicBezTo>
                        <a:cubicBezTo>
                          <a:pt x="6548" y="1752"/>
                          <a:pt x="6257" y="1484"/>
                          <a:pt x="5911" y="1484"/>
                        </a:cubicBezTo>
                        <a:cubicBezTo>
                          <a:pt x="5777" y="1484"/>
                          <a:pt x="5661" y="1521"/>
                          <a:pt x="5546" y="1600"/>
                        </a:cubicBezTo>
                        <a:lnTo>
                          <a:pt x="5278" y="1812"/>
                        </a:lnTo>
                        <a:cubicBezTo>
                          <a:pt x="5278" y="1812"/>
                          <a:pt x="5278" y="1715"/>
                          <a:pt x="5296" y="1466"/>
                        </a:cubicBezTo>
                        <a:cubicBezTo>
                          <a:pt x="5296" y="1235"/>
                          <a:pt x="5259" y="1156"/>
                          <a:pt x="5259" y="1156"/>
                        </a:cubicBezTo>
                        <a:cubicBezTo>
                          <a:pt x="5259" y="1156"/>
                          <a:pt x="5232" y="1216"/>
                          <a:pt x="5095" y="1216"/>
                        </a:cubicBezTo>
                        <a:cubicBezTo>
                          <a:pt x="5027" y="1216"/>
                          <a:pt x="4931" y="1201"/>
                          <a:pt x="4797" y="1156"/>
                        </a:cubicBezTo>
                        <a:cubicBezTo>
                          <a:pt x="4390" y="1004"/>
                          <a:pt x="4372" y="773"/>
                          <a:pt x="4372" y="773"/>
                        </a:cubicBezTo>
                        <a:cubicBezTo>
                          <a:pt x="4372" y="773"/>
                          <a:pt x="4034" y="883"/>
                          <a:pt x="3616" y="883"/>
                        </a:cubicBezTo>
                        <a:cubicBezTo>
                          <a:pt x="3108" y="883"/>
                          <a:pt x="2482" y="720"/>
                          <a:pt x="2196" y="1"/>
                        </a:cubicBezTo>
                        <a:close/>
                      </a:path>
                    </a:pathLst>
                  </a:custGeom>
                  <a:solidFill>
                    <a:srgbClr val="9669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7"/>
                  <p:cNvSpPr/>
                  <p:nvPr/>
                </p:nvSpPr>
                <p:spPr>
                  <a:xfrm>
                    <a:off x="5925381" y="982945"/>
                    <a:ext cx="1063274" cy="857389"/>
                  </a:xfrm>
                  <a:custGeom>
                    <a:avLst/>
                    <a:gdLst/>
                    <a:ahLst/>
                    <a:cxnLst/>
                    <a:rect l="l" t="t" r="r" b="b"/>
                    <a:pathLst>
                      <a:path w="6641" h="5355" extrusionOk="0">
                        <a:moveTo>
                          <a:pt x="2232" y="116"/>
                        </a:moveTo>
                        <a:cubicBezTo>
                          <a:pt x="2500" y="749"/>
                          <a:pt x="3041" y="943"/>
                          <a:pt x="3521" y="980"/>
                        </a:cubicBezTo>
                        <a:cubicBezTo>
                          <a:pt x="3555" y="981"/>
                          <a:pt x="3589" y="982"/>
                          <a:pt x="3622" y="982"/>
                        </a:cubicBezTo>
                        <a:cubicBezTo>
                          <a:pt x="4035" y="982"/>
                          <a:pt x="4351" y="882"/>
                          <a:pt x="4390" y="865"/>
                        </a:cubicBezTo>
                        <a:cubicBezTo>
                          <a:pt x="4408" y="906"/>
                          <a:pt x="4408" y="925"/>
                          <a:pt x="4445" y="980"/>
                        </a:cubicBezTo>
                        <a:cubicBezTo>
                          <a:pt x="4505" y="1077"/>
                          <a:pt x="4639" y="1174"/>
                          <a:pt x="4834" y="1253"/>
                        </a:cubicBezTo>
                        <a:cubicBezTo>
                          <a:pt x="4972" y="1302"/>
                          <a:pt x="5070" y="1318"/>
                          <a:pt x="5143" y="1318"/>
                        </a:cubicBezTo>
                        <a:cubicBezTo>
                          <a:pt x="5179" y="1318"/>
                          <a:pt x="5209" y="1314"/>
                          <a:pt x="5235" y="1308"/>
                        </a:cubicBezTo>
                        <a:cubicBezTo>
                          <a:pt x="5254" y="1308"/>
                          <a:pt x="5272" y="1308"/>
                          <a:pt x="5272" y="1290"/>
                        </a:cubicBezTo>
                        <a:cubicBezTo>
                          <a:pt x="5296" y="1327"/>
                          <a:pt x="5296" y="1405"/>
                          <a:pt x="5296" y="1521"/>
                        </a:cubicBezTo>
                        <a:cubicBezTo>
                          <a:pt x="5296" y="1770"/>
                          <a:pt x="5272" y="1867"/>
                          <a:pt x="5272" y="1867"/>
                        </a:cubicBezTo>
                        <a:lnTo>
                          <a:pt x="5254" y="1983"/>
                        </a:lnTo>
                        <a:lnTo>
                          <a:pt x="5642" y="1692"/>
                        </a:lnTo>
                        <a:cubicBezTo>
                          <a:pt x="5735" y="1618"/>
                          <a:pt x="5850" y="1576"/>
                          <a:pt x="5966" y="1576"/>
                        </a:cubicBezTo>
                        <a:cubicBezTo>
                          <a:pt x="6294" y="1576"/>
                          <a:pt x="6543" y="1849"/>
                          <a:pt x="6543" y="2154"/>
                        </a:cubicBezTo>
                        <a:cubicBezTo>
                          <a:pt x="6543" y="2463"/>
                          <a:pt x="6294" y="2731"/>
                          <a:pt x="5966" y="2731"/>
                        </a:cubicBezTo>
                        <a:cubicBezTo>
                          <a:pt x="5892" y="2731"/>
                          <a:pt x="5795" y="2713"/>
                          <a:pt x="5716" y="2657"/>
                        </a:cubicBezTo>
                        <a:lnTo>
                          <a:pt x="5619" y="2616"/>
                        </a:lnTo>
                        <a:lnTo>
                          <a:pt x="5642" y="2713"/>
                        </a:lnTo>
                        <a:cubicBezTo>
                          <a:pt x="5661" y="2828"/>
                          <a:pt x="5679" y="3216"/>
                          <a:pt x="5642" y="3618"/>
                        </a:cubicBezTo>
                        <a:cubicBezTo>
                          <a:pt x="5582" y="4025"/>
                          <a:pt x="5430" y="4464"/>
                          <a:pt x="5083" y="4737"/>
                        </a:cubicBezTo>
                        <a:cubicBezTo>
                          <a:pt x="4414" y="5215"/>
                          <a:pt x="3652" y="5256"/>
                          <a:pt x="3410" y="5256"/>
                        </a:cubicBezTo>
                        <a:cubicBezTo>
                          <a:pt x="3360" y="5256"/>
                          <a:pt x="3332" y="5254"/>
                          <a:pt x="3332" y="5254"/>
                        </a:cubicBezTo>
                        <a:cubicBezTo>
                          <a:pt x="3332" y="5254"/>
                          <a:pt x="3303" y="5256"/>
                          <a:pt x="3252" y="5256"/>
                        </a:cubicBezTo>
                        <a:cubicBezTo>
                          <a:pt x="3004" y="5256"/>
                          <a:pt x="2230" y="5215"/>
                          <a:pt x="1576" y="4737"/>
                        </a:cubicBezTo>
                        <a:cubicBezTo>
                          <a:pt x="1229" y="4464"/>
                          <a:pt x="1077" y="4025"/>
                          <a:pt x="1022" y="3618"/>
                        </a:cubicBezTo>
                        <a:cubicBezTo>
                          <a:pt x="961" y="3216"/>
                          <a:pt x="998" y="2828"/>
                          <a:pt x="998" y="2713"/>
                        </a:cubicBezTo>
                        <a:lnTo>
                          <a:pt x="1022" y="2616"/>
                        </a:lnTo>
                        <a:lnTo>
                          <a:pt x="943" y="2657"/>
                        </a:lnTo>
                        <a:cubicBezTo>
                          <a:pt x="846" y="2713"/>
                          <a:pt x="767" y="2731"/>
                          <a:pt x="675" y="2731"/>
                        </a:cubicBezTo>
                        <a:cubicBezTo>
                          <a:pt x="347" y="2731"/>
                          <a:pt x="97" y="2463"/>
                          <a:pt x="97" y="2154"/>
                        </a:cubicBezTo>
                        <a:cubicBezTo>
                          <a:pt x="97" y="1849"/>
                          <a:pt x="347" y="1576"/>
                          <a:pt x="675" y="1576"/>
                        </a:cubicBezTo>
                        <a:cubicBezTo>
                          <a:pt x="791" y="1576"/>
                          <a:pt x="925" y="1618"/>
                          <a:pt x="1022" y="1692"/>
                        </a:cubicBezTo>
                        <a:lnTo>
                          <a:pt x="1077" y="1752"/>
                        </a:lnTo>
                        <a:lnTo>
                          <a:pt x="1095" y="1673"/>
                        </a:lnTo>
                        <a:cubicBezTo>
                          <a:pt x="1174" y="1308"/>
                          <a:pt x="1290" y="980"/>
                          <a:pt x="1424" y="712"/>
                        </a:cubicBezTo>
                        <a:cubicBezTo>
                          <a:pt x="1576" y="444"/>
                          <a:pt x="1752" y="250"/>
                          <a:pt x="1964" y="171"/>
                        </a:cubicBezTo>
                        <a:cubicBezTo>
                          <a:pt x="2038" y="153"/>
                          <a:pt x="2135" y="135"/>
                          <a:pt x="2232" y="116"/>
                        </a:cubicBezTo>
                        <a:close/>
                        <a:moveTo>
                          <a:pt x="2251" y="1"/>
                        </a:moveTo>
                        <a:cubicBezTo>
                          <a:pt x="2135" y="19"/>
                          <a:pt x="2020" y="37"/>
                          <a:pt x="1923" y="74"/>
                        </a:cubicBezTo>
                        <a:cubicBezTo>
                          <a:pt x="1692" y="171"/>
                          <a:pt x="1502" y="384"/>
                          <a:pt x="1345" y="652"/>
                        </a:cubicBezTo>
                        <a:cubicBezTo>
                          <a:pt x="1192" y="925"/>
                          <a:pt x="1095" y="1253"/>
                          <a:pt x="1022" y="1599"/>
                        </a:cubicBezTo>
                        <a:cubicBezTo>
                          <a:pt x="906" y="1539"/>
                          <a:pt x="791" y="1484"/>
                          <a:pt x="675" y="1484"/>
                        </a:cubicBezTo>
                        <a:cubicBezTo>
                          <a:pt x="305" y="1484"/>
                          <a:pt x="0" y="1789"/>
                          <a:pt x="0" y="2154"/>
                        </a:cubicBezTo>
                        <a:cubicBezTo>
                          <a:pt x="0" y="2523"/>
                          <a:pt x="305" y="2828"/>
                          <a:pt x="675" y="2828"/>
                        </a:cubicBezTo>
                        <a:cubicBezTo>
                          <a:pt x="749" y="2828"/>
                          <a:pt x="827" y="2791"/>
                          <a:pt x="906" y="2773"/>
                        </a:cubicBezTo>
                        <a:lnTo>
                          <a:pt x="906" y="2773"/>
                        </a:lnTo>
                        <a:cubicBezTo>
                          <a:pt x="883" y="2925"/>
                          <a:pt x="864" y="3235"/>
                          <a:pt x="925" y="3637"/>
                        </a:cubicBezTo>
                        <a:cubicBezTo>
                          <a:pt x="980" y="4062"/>
                          <a:pt x="1137" y="4524"/>
                          <a:pt x="1521" y="4811"/>
                        </a:cubicBezTo>
                        <a:cubicBezTo>
                          <a:pt x="2166" y="5304"/>
                          <a:pt x="2919" y="5354"/>
                          <a:pt x="3210" y="5354"/>
                        </a:cubicBezTo>
                        <a:cubicBezTo>
                          <a:pt x="3283" y="5354"/>
                          <a:pt x="3327" y="5351"/>
                          <a:pt x="3332" y="5351"/>
                        </a:cubicBezTo>
                        <a:cubicBezTo>
                          <a:pt x="3332" y="5351"/>
                          <a:pt x="3372" y="5354"/>
                          <a:pt x="3443" y="5354"/>
                        </a:cubicBezTo>
                        <a:cubicBezTo>
                          <a:pt x="3722" y="5354"/>
                          <a:pt x="4479" y="5304"/>
                          <a:pt x="5138" y="4811"/>
                        </a:cubicBezTo>
                        <a:cubicBezTo>
                          <a:pt x="5503" y="4524"/>
                          <a:pt x="5679" y="4062"/>
                          <a:pt x="5735" y="3637"/>
                        </a:cubicBezTo>
                        <a:cubicBezTo>
                          <a:pt x="5795" y="3235"/>
                          <a:pt x="5758" y="2925"/>
                          <a:pt x="5735" y="2773"/>
                        </a:cubicBezTo>
                        <a:lnTo>
                          <a:pt x="5735" y="2773"/>
                        </a:lnTo>
                        <a:cubicBezTo>
                          <a:pt x="5813" y="2791"/>
                          <a:pt x="5892" y="2828"/>
                          <a:pt x="5966" y="2828"/>
                        </a:cubicBezTo>
                        <a:cubicBezTo>
                          <a:pt x="6354" y="2828"/>
                          <a:pt x="6640" y="2523"/>
                          <a:pt x="6640" y="2154"/>
                        </a:cubicBezTo>
                        <a:cubicBezTo>
                          <a:pt x="6640" y="1789"/>
                          <a:pt x="6354" y="1484"/>
                          <a:pt x="5966" y="1484"/>
                        </a:cubicBezTo>
                        <a:cubicBezTo>
                          <a:pt x="5832" y="1484"/>
                          <a:pt x="5679" y="1539"/>
                          <a:pt x="5564" y="1618"/>
                        </a:cubicBezTo>
                        <a:lnTo>
                          <a:pt x="5388" y="1770"/>
                        </a:lnTo>
                        <a:lnTo>
                          <a:pt x="5388" y="1521"/>
                        </a:lnTo>
                        <a:cubicBezTo>
                          <a:pt x="5411" y="1405"/>
                          <a:pt x="5388" y="1327"/>
                          <a:pt x="5369" y="1271"/>
                        </a:cubicBezTo>
                        <a:cubicBezTo>
                          <a:pt x="5369" y="1253"/>
                          <a:pt x="5369" y="1230"/>
                          <a:pt x="5351" y="1211"/>
                        </a:cubicBezTo>
                        <a:lnTo>
                          <a:pt x="5351" y="1193"/>
                        </a:lnTo>
                        <a:lnTo>
                          <a:pt x="5296" y="1114"/>
                        </a:lnTo>
                        <a:lnTo>
                          <a:pt x="5254" y="1193"/>
                        </a:lnTo>
                        <a:cubicBezTo>
                          <a:pt x="5254" y="1211"/>
                          <a:pt x="5235" y="1211"/>
                          <a:pt x="5217" y="1211"/>
                        </a:cubicBezTo>
                        <a:cubicBezTo>
                          <a:pt x="5205" y="1217"/>
                          <a:pt x="5184" y="1221"/>
                          <a:pt x="5154" y="1221"/>
                        </a:cubicBezTo>
                        <a:cubicBezTo>
                          <a:pt x="5094" y="1221"/>
                          <a:pt x="5000" y="1205"/>
                          <a:pt x="4870" y="1156"/>
                        </a:cubicBezTo>
                        <a:cubicBezTo>
                          <a:pt x="4676" y="1096"/>
                          <a:pt x="4579" y="999"/>
                          <a:pt x="4524" y="925"/>
                        </a:cubicBezTo>
                        <a:cubicBezTo>
                          <a:pt x="4487" y="865"/>
                          <a:pt x="4464" y="809"/>
                          <a:pt x="4464" y="809"/>
                        </a:cubicBezTo>
                        <a:lnTo>
                          <a:pt x="4464" y="749"/>
                        </a:lnTo>
                        <a:lnTo>
                          <a:pt x="4408" y="768"/>
                        </a:lnTo>
                        <a:cubicBezTo>
                          <a:pt x="4408" y="768"/>
                          <a:pt x="4062" y="886"/>
                          <a:pt x="3645" y="886"/>
                        </a:cubicBezTo>
                        <a:cubicBezTo>
                          <a:pt x="3611" y="886"/>
                          <a:pt x="3575" y="885"/>
                          <a:pt x="3540" y="883"/>
                        </a:cubicBezTo>
                        <a:cubicBezTo>
                          <a:pt x="3059" y="846"/>
                          <a:pt x="2542" y="675"/>
                          <a:pt x="2292" y="37"/>
                        </a:cubicBezTo>
                        <a:lnTo>
                          <a:pt x="229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7"/>
                  <p:cNvSpPr/>
                  <p:nvPr/>
                </p:nvSpPr>
                <p:spPr>
                  <a:xfrm>
                    <a:off x="6196125" y="1294357"/>
                    <a:ext cx="105191" cy="104552"/>
                  </a:xfrm>
                  <a:custGeom>
                    <a:avLst/>
                    <a:gdLst/>
                    <a:ahLst/>
                    <a:cxnLst/>
                    <a:rect l="l" t="t" r="r" b="b"/>
                    <a:pathLst>
                      <a:path w="657" h="653" extrusionOk="0">
                        <a:moveTo>
                          <a:pt x="389" y="1"/>
                        </a:moveTo>
                        <a:cubicBezTo>
                          <a:pt x="255" y="1"/>
                          <a:pt x="195" y="75"/>
                          <a:pt x="139" y="93"/>
                        </a:cubicBezTo>
                        <a:cubicBezTo>
                          <a:pt x="113" y="107"/>
                          <a:pt x="89" y="112"/>
                          <a:pt x="68" y="112"/>
                        </a:cubicBezTo>
                        <a:cubicBezTo>
                          <a:pt x="27" y="112"/>
                          <a:pt x="1" y="93"/>
                          <a:pt x="1" y="93"/>
                        </a:cubicBezTo>
                        <a:lnTo>
                          <a:pt x="1" y="93"/>
                        </a:lnTo>
                        <a:cubicBezTo>
                          <a:pt x="1" y="93"/>
                          <a:pt x="24" y="190"/>
                          <a:pt x="116" y="209"/>
                        </a:cubicBezTo>
                        <a:cubicBezTo>
                          <a:pt x="131" y="212"/>
                          <a:pt x="144" y="214"/>
                          <a:pt x="155" y="214"/>
                        </a:cubicBezTo>
                        <a:cubicBezTo>
                          <a:pt x="215" y="214"/>
                          <a:pt x="228" y="169"/>
                          <a:pt x="310" y="153"/>
                        </a:cubicBezTo>
                        <a:lnTo>
                          <a:pt x="310" y="153"/>
                        </a:lnTo>
                        <a:cubicBezTo>
                          <a:pt x="292" y="209"/>
                          <a:pt x="292" y="269"/>
                          <a:pt x="292" y="324"/>
                        </a:cubicBezTo>
                        <a:cubicBezTo>
                          <a:pt x="292" y="518"/>
                          <a:pt x="370" y="652"/>
                          <a:pt x="486" y="652"/>
                        </a:cubicBezTo>
                        <a:cubicBezTo>
                          <a:pt x="578" y="652"/>
                          <a:pt x="657" y="518"/>
                          <a:pt x="657" y="324"/>
                        </a:cubicBezTo>
                        <a:cubicBezTo>
                          <a:pt x="657" y="153"/>
                          <a:pt x="578" y="1"/>
                          <a:pt x="486" y="1"/>
                        </a:cubicBezTo>
                        <a:close/>
                      </a:path>
                    </a:pathLst>
                  </a:custGeom>
                  <a:solidFill>
                    <a:srgbClr val="301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7"/>
                  <p:cNvSpPr/>
                  <p:nvPr/>
                </p:nvSpPr>
                <p:spPr>
                  <a:xfrm>
                    <a:off x="6588230" y="1294357"/>
                    <a:ext cx="104390" cy="104552"/>
                  </a:xfrm>
                  <a:custGeom>
                    <a:avLst/>
                    <a:gdLst/>
                    <a:ahLst/>
                    <a:cxnLst/>
                    <a:rect l="l" t="t" r="r" b="b"/>
                    <a:pathLst>
                      <a:path w="652" h="653" extrusionOk="0">
                        <a:moveTo>
                          <a:pt x="171" y="1"/>
                        </a:moveTo>
                        <a:cubicBezTo>
                          <a:pt x="74" y="1"/>
                          <a:pt x="0" y="153"/>
                          <a:pt x="0" y="324"/>
                        </a:cubicBezTo>
                        <a:cubicBezTo>
                          <a:pt x="0" y="518"/>
                          <a:pt x="74" y="652"/>
                          <a:pt x="171" y="652"/>
                        </a:cubicBezTo>
                        <a:cubicBezTo>
                          <a:pt x="287" y="652"/>
                          <a:pt x="365" y="518"/>
                          <a:pt x="365" y="324"/>
                        </a:cubicBezTo>
                        <a:cubicBezTo>
                          <a:pt x="365" y="269"/>
                          <a:pt x="365" y="209"/>
                          <a:pt x="347" y="153"/>
                        </a:cubicBezTo>
                        <a:lnTo>
                          <a:pt x="347" y="153"/>
                        </a:lnTo>
                        <a:cubicBezTo>
                          <a:pt x="425" y="169"/>
                          <a:pt x="437" y="214"/>
                          <a:pt x="497" y="214"/>
                        </a:cubicBezTo>
                        <a:cubicBezTo>
                          <a:pt x="508" y="214"/>
                          <a:pt x="521" y="212"/>
                          <a:pt x="536" y="209"/>
                        </a:cubicBezTo>
                        <a:cubicBezTo>
                          <a:pt x="633" y="190"/>
                          <a:pt x="652" y="93"/>
                          <a:pt x="652" y="93"/>
                        </a:cubicBezTo>
                        <a:lnTo>
                          <a:pt x="652" y="93"/>
                        </a:lnTo>
                        <a:cubicBezTo>
                          <a:pt x="652" y="93"/>
                          <a:pt x="627" y="112"/>
                          <a:pt x="588" y="112"/>
                        </a:cubicBezTo>
                        <a:cubicBezTo>
                          <a:pt x="568" y="112"/>
                          <a:pt x="544" y="107"/>
                          <a:pt x="518" y="93"/>
                        </a:cubicBezTo>
                        <a:cubicBezTo>
                          <a:pt x="462" y="75"/>
                          <a:pt x="402" y="1"/>
                          <a:pt x="268" y="1"/>
                        </a:cubicBezTo>
                        <a:close/>
                      </a:path>
                    </a:pathLst>
                  </a:custGeom>
                  <a:solidFill>
                    <a:srgbClr val="301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7"/>
                  <p:cNvSpPr/>
                  <p:nvPr/>
                </p:nvSpPr>
                <p:spPr>
                  <a:xfrm>
                    <a:off x="6387774" y="1326538"/>
                    <a:ext cx="64523" cy="120883"/>
                  </a:xfrm>
                  <a:custGeom>
                    <a:avLst/>
                    <a:gdLst/>
                    <a:ahLst/>
                    <a:cxnLst/>
                    <a:rect l="l" t="t" r="r" b="b"/>
                    <a:pathLst>
                      <a:path w="403" h="755" extrusionOk="0">
                        <a:moveTo>
                          <a:pt x="308" y="1"/>
                        </a:moveTo>
                        <a:cubicBezTo>
                          <a:pt x="288" y="1"/>
                          <a:pt x="268" y="19"/>
                          <a:pt x="268" y="49"/>
                        </a:cubicBezTo>
                        <a:lnTo>
                          <a:pt x="231" y="280"/>
                        </a:lnTo>
                        <a:cubicBezTo>
                          <a:pt x="213" y="280"/>
                          <a:pt x="190" y="280"/>
                          <a:pt x="134" y="317"/>
                        </a:cubicBezTo>
                        <a:cubicBezTo>
                          <a:pt x="97" y="336"/>
                          <a:pt x="56" y="354"/>
                          <a:pt x="37" y="396"/>
                        </a:cubicBezTo>
                        <a:cubicBezTo>
                          <a:pt x="0" y="433"/>
                          <a:pt x="0" y="493"/>
                          <a:pt x="0" y="548"/>
                        </a:cubicBezTo>
                        <a:cubicBezTo>
                          <a:pt x="19" y="664"/>
                          <a:pt x="74" y="724"/>
                          <a:pt x="153" y="742"/>
                        </a:cubicBezTo>
                        <a:cubicBezTo>
                          <a:pt x="185" y="750"/>
                          <a:pt x="217" y="755"/>
                          <a:pt x="247" y="755"/>
                        </a:cubicBezTo>
                        <a:cubicBezTo>
                          <a:pt x="290" y="755"/>
                          <a:pt x="330" y="746"/>
                          <a:pt x="365" y="724"/>
                        </a:cubicBezTo>
                        <a:cubicBezTo>
                          <a:pt x="384" y="701"/>
                          <a:pt x="402" y="682"/>
                          <a:pt x="384" y="664"/>
                        </a:cubicBezTo>
                        <a:cubicBezTo>
                          <a:pt x="365" y="627"/>
                          <a:pt x="347" y="627"/>
                          <a:pt x="328" y="627"/>
                        </a:cubicBezTo>
                        <a:cubicBezTo>
                          <a:pt x="299" y="640"/>
                          <a:pt x="263" y="653"/>
                          <a:pt x="229" y="653"/>
                        </a:cubicBezTo>
                        <a:cubicBezTo>
                          <a:pt x="215" y="653"/>
                          <a:pt x="202" y="651"/>
                          <a:pt x="190" y="645"/>
                        </a:cubicBezTo>
                        <a:cubicBezTo>
                          <a:pt x="134" y="645"/>
                          <a:pt x="116" y="608"/>
                          <a:pt x="97" y="530"/>
                        </a:cubicBezTo>
                        <a:cubicBezTo>
                          <a:pt x="97" y="511"/>
                          <a:pt x="97" y="470"/>
                          <a:pt x="116" y="451"/>
                        </a:cubicBezTo>
                        <a:cubicBezTo>
                          <a:pt x="134" y="433"/>
                          <a:pt x="153" y="414"/>
                          <a:pt x="171" y="396"/>
                        </a:cubicBezTo>
                        <a:lnTo>
                          <a:pt x="287" y="354"/>
                        </a:lnTo>
                        <a:lnTo>
                          <a:pt x="328" y="354"/>
                        </a:lnTo>
                        <a:lnTo>
                          <a:pt x="365" y="68"/>
                        </a:lnTo>
                        <a:cubicBezTo>
                          <a:pt x="365" y="31"/>
                          <a:pt x="347" y="8"/>
                          <a:pt x="328" y="8"/>
                        </a:cubicBezTo>
                        <a:cubicBezTo>
                          <a:pt x="322" y="3"/>
                          <a:pt x="315" y="1"/>
                          <a:pt x="30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7"/>
                  <p:cNvSpPr/>
                  <p:nvPr/>
                </p:nvSpPr>
                <p:spPr>
                  <a:xfrm>
                    <a:off x="6193243" y="1204856"/>
                    <a:ext cx="126645" cy="77173"/>
                  </a:xfrm>
                  <a:custGeom>
                    <a:avLst/>
                    <a:gdLst/>
                    <a:ahLst/>
                    <a:cxnLst/>
                    <a:rect l="l" t="t" r="r" b="b"/>
                    <a:pathLst>
                      <a:path w="791" h="482" extrusionOk="0">
                        <a:moveTo>
                          <a:pt x="347" y="1"/>
                        </a:moveTo>
                        <a:cubicBezTo>
                          <a:pt x="176" y="1"/>
                          <a:pt x="60" y="135"/>
                          <a:pt x="42" y="190"/>
                        </a:cubicBezTo>
                        <a:cubicBezTo>
                          <a:pt x="42" y="269"/>
                          <a:pt x="0" y="384"/>
                          <a:pt x="42" y="444"/>
                        </a:cubicBezTo>
                        <a:cubicBezTo>
                          <a:pt x="51" y="472"/>
                          <a:pt x="65" y="481"/>
                          <a:pt x="79" y="481"/>
                        </a:cubicBezTo>
                        <a:cubicBezTo>
                          <a:pt x="92" y="481"/>
                          <a:pt x="106" y="472"/>
                          <a:pt x="116" y="463"/>
                        </a:cubicBezTo>
                        <a:cubicBezTo>
                          <a:pt x="116" y="463"/>
                          <a:pt x="200" y="345"/>
                          <a:pt x="355" y="345"/>
                        </a:cubicBezTo>
                        <a:cubicBezTo>
                          <a:pt x="366" y="345"/>
                          <a:pt x="377" y="346"/>
                          <a:pt x="388" y="347"/>
                        </a:cubicBezTo>
                        <a:cubicBezTo>
                          <a:pt x="557" y="347"/>
                          <a:pt x="667" y="406"/>
                          <a:pt x="718" y="406"/>
                        </a:cubicBezTo>
                        <a:cubicBezTo>
                          <a:pt x="725" y="406"/>
                          <a:pt x="730" y="405"/>
                          <a:pt x="735" y="403"/>
                        </a:cubicBezTo>
                        <a:cubicBezTo>
                          <a:pt x="790" y="384"/>
                          <a:pt x="790" y="116"/>
                          <a:pt x="753" y="56"/>
                        </a:cubicBezTo>
                        <a:cubicBezTo>
                          <a:pt x="712" y="19"/>
                          <a:pt x="504" y="1"/>
                          <a:pt x="347" y="1"/>
                        </a:cubicBezTo>
                        <a:close/>
                      </a:path>
                    </a:pathLst>
                  </a:custGeom>
                  <a:solidFill>
                    <a:srgbClr val="301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7"/>
                  <p:cNvSpPr/>
                  <p:nvPr/>
                </p:nvSpPr>
                <p:spPr>
                  <a:xfrm>
                    <a:off x="6560051" y="1191567"/>
                    <a:ext cx="135611" cy="73490"/>
                  </a:xfrm>
                  <a:custGeom>
                    <a:avLst/>
                    <a:gdLst/>
                    <a:ahLst/>
                    <a:cxnLst/>
                    <a:rect l="l" t="t" r="r" b="b"/>
                    <a:pathLst>
                      <a:path w="847" h="459" extrusionOk="0">
                        <a:moveTo>
                          <a:pt x="446" y="1"/>
                        </a:moveTo>
                        <a:cubicBezTo>
                          <a:pt x="260" y="1"/>
                          <a:pt x="132" y="42"/>
                          <a:pt x="19" y="139"/>
                        </a:cubicBezTo>
                        <a:cubicBezTo>
                          <a:pt x="19" y="139"/>
                          <a:pt x="1" y="158"/>
                          <a:pt x="19" y="218"/>
                        </a:cubicBezTo>
                        <a:cubicBezTo>
                          <a:pt x="19" y="273"/>
                          <a:pt x="79" y="412"/>
                          <a:pt x="135" y="449"/>
                        </a:cubicBezTo>
                        <a:cubicBezTo>
                          <a:pt x="146" y="456"/>
                          <a:pt x="156" y="459"/>
                          <a:pt x="166" y="459"/>
                        </a:cubicBezTo>
                        <a:cubicBezTo>
                          <a:pt x="207" y="459"/>
                          <a:pt x="242" y="404"/>
                          <a:pt x="366" y="370"/>
                        </a:cubicBezTo>
                        <a:cubicBezTo>
                          <a:pt x="390" y="367"/>
                          <a:pt x="414" y="365"/>
                          <a:pt x="437" y="365"/>
                        </a:cubicBezTo>
                        <a:cubicBezTo>
                          <a:pt x="540" y="365"/>
                          <a:pt x="626" y="396"/>
                          <a:pt x="675" y="430"/>
                        </a:cubicBezTo>
                        <a:cubicBezTo>
                          <a:pt x="703" y="439"/>
                          <a:pt x="741" y="449"/>
                          <a:pt x="772" y="449"/>
                        </a:cubicBezTo>
                        <a:cubicBezTo>
                          <a:pt x="804" y="449"/>
                          <a:pt x="828" y="439"/>
                          <a:pt x="828" y="412"/>
                        </a:cubicBezTo>
                        <a:cubicBezTo>
                          <a:pt x="828" y="370"/>
                          <a:pt x="846" y="236"/>
                          <a:pt x="846" y="181"/>
                        </a:cubicBezTo>
                        <a:cubicBezTo>
                          <a:pt x="846" y="102"/>
                          <a:pt x="791" y="42"/>
                          <a:pt x="560" y="5"/>
                        </a:cubicBezTo>
                        <a:cubicBezTo>
                          <a:pt x="520" y="2"/>
                          <a:pt x="482" y="1"/>
                          <a:pt x="446" y="1"/>
                        </a:cubicBezTo>
                        <a:close/>
                      </a:path>
                    </a:pathLst>
                  </a:custGeom>
                  <a:solidFill>
                    <a:srgbClr val="301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7"/>
                  <p:cNvSpPr/>
                  <p:nvPr/>
                </p:nvSpPr>
                <p:spPr>
                  <a:xfrm>
                    <a:off x="6292350" y="1503779"/>
                    <a:ext cx="283390" cy="175801"/>
                  </a:xfrm>
                  <a:custGeom>
                    <a:avLst/>
                    <a:gdLst/>
                    <a:ahLst/>
                    <a:cxnLst/>
                    <a:rect l="l" t="t" r="r" b="b"/>
                    <a:pathLst>
                      <a:path w="1770" h="1098" extrusionOk="0">
                        <a:moveTo>
                          <a:pt x="1460" y="0"/>
                        </a:moveTo>
                        <a:cubicBezTo>
                          <a:pt x="1308" y="19"/>
                          <a:pt x="1211" y="79"/>
                          <a:pt x="961" y="97"/>
                        </a:cubicBezTo>
                        <a:cubicBezTo>
                          <a:pt x="918" y="103"/>
                          <a:pt x="872" y="106"/>
                          <a:pt x="825" y="106"/>
                        </a:cubicBezTo>
                        <a:cubicBezTo>
                          <a:pt x="576" y="106"/>
                          <a:pt x="287" y="37"/>
                          <a:pt x="190" y="37"/>
                        </a:cubicBezTo>
                        <a:cubicBezTo>
                          <a:pt x="168" y="29"/>
                          <a:pt x="148" y="25"/>
                          <a:pt x="131" y="25"/>
                        </a:cubicBezTo>
                        <a:cubicBezTo>
                          <a:pt x="70" y="25"/>
                          <a:pt x="33" y="69"/>
                          <a:pt x="19" y="116"/>
                        </a:cubicBezTo>
                        <a:cubicBezTo>
                          <a:pt x="0" y="194"/>
                          <a:pt x="19" y="328"/>
                          <a:pt x="74" y="559"/>
                        </a:cubicBezTo>
                        <a:cubicBezTo>
                          <a:pt x="116" y="791"/>
                          <a:pt x="208" y="906"/>
                          <a:pt x="384" y="980"/>
                        </a:cubicBezTo>
                        <a:cubicBezTo>
                          <a:pt x="482" y="1043"/>
                          <a:pt x="679" y="1098"/>
                          <a:pt x="904" y="1098"/>
                        </a:cubicBezTo>
                        <a:cubicBezTo>
                          <a:pt x="1028" y="1098"/>
                          <a:pt x="1160" y="1081"/>
                          <a:pt x="1289" y="1040"/>
                        </a:cubicBezTo>
                        <a:cubicBezTo>
                          <a:pt x="1654" y="925"/>
                          <a:pt x="1770" y="499"/>
                          <a:pt x="1751" y="310"/>
                        </a:cubicBezTo>
                        <a:cubicBezTo>
                          <a:pt x="1751" y="134"/>
                          <a:pt x="1617" y="0"/>
                          <a:pt x="1460" y="0"/>
                        </a:cubicBezTo>
                        <a:close/>
                      </a:path>
                    </a:pathLst>
                  </a:custGeom>
                  <a:solidFill>
                    <a:srgbClr val="DA7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7"/>
                  <p:cNvSpPr/>
                  <p:nvPr/>
                </p:nvSpPr>
                <p:spPr>
                  <a:xfrm>
                    <a:off x="6285625" y="1496894"/>
                    <a:ext cx="296039" cy="189730"/>
                  </a:xfrm>
                  <a:custGeom>
                    <a:avLst/>
                    <a:gdLst/>
                    <a:ahLst/>
                    <a:cxnLst/>
                    <a:rect l="l" t="t" r="r" b="b"/>
                    <a:pathLst>
                      <a:path w="1849" h="1185" extrusionOk="0">
                        <a:moveTo>
                          <a:pt x="1502" y="99"/>
                        </a:moveTo>
                        <a:cubicBezTo>
                          <a:pt x="1581" y="99"/>
                          <a:pt x="1618" y="122"/>
                          <a:pt x="1678" y="159"/>
                        </a:cubicBezTo>
                        <a:cubicBezTo>
                          <a:pt x="1715" y="214"/>
                          <a:pt x="1733" y="293"/>
                          <a:pt x="1752" y="371"/>
                        </a:cubicBezTo>
                        <a:cubicBezTo>
                          <a:pt x="1752" y="445"/>
                          <a:pt x="1733" y="584"/>
                          <a:pt x="1659" y="718"/>
                        </a:cubicBezTo>
                        <a:cubicBezTo>
                          <a:pt x="1599" y="852"/>
                          <a:pt x="1484" y="986"/>
                          <a:pt x="1313" y="1023"/>
                        </a:cubicBezTo>
                        <a:cubicBezTo>
                          <a:pt x="1184" y="1066"/>
                          <a:pt x="1049" y="1083"/>
                          <a:pt x="923" y="1083"/>
                        </a:cubicBezTo>
                        <a:cubicBezTo>
                          <a:pt x="712" y="1083"/>
                          <a:pt x="528" y="1035"/>
                          <a:pt x="444" y="986"/>
                        </a:cubicBezTo>
                        <a:cubicBezTo>
                          <a:pt x="273" y="907"/>
                          <a:pt x="213" y="815"/>
                          <a:pt x="158" y="584"/>
                        </a:cubicBezTo>
                        <a:cubicBezTo>
                          <a:pt x="116" y="371"/>
                          <a:pt x="98" y="214"/>
                          <a:pt x="116" y="177"/>
                        </a:cubicBezTo>
                        <a:cubicBezTo>
                          <a:pt x="116" y="159"/>
                          <a:pt x="135" y="140"/>
                          <a:pt x="158" y="122"/>
                        </a:cubicBezTo>
                        <a:cubicBezTo>
                          <a:pt x="158" y="122"/>
                          <a:pt x="166" y="112"/>
                          <a:pt x="182" y="112"/>
                        </a:cubicBezTo>
                        <a:cubicBezTo>
                          <a:pt x="191" y="112"/>
                          <a:pt x="201" y="114"/>
                          <a:pt x="213" y="122"/>
                        </a:cubicBezTo>
                        <a:lnTo>
                          <a:pt x="232" y="122"/>
                        </a:lnTo>
                        <a:cubicBezTo>
                          <a:pt x="273" y="122"/>
                          <a:pt x="407" y="159"/>
                          <a:pt x="560" y="177"/>
                        </a:cubicBezTo>
                        <a:cubicBezTo>
                          <a:pt x="654" y="190"/>
                          <a:pt x="770" y="204"/>
                          <a:pt x="877" y="204"/>
                        </a:cubicBezTo>
                        <a:cubicBezTo>
                          <a:pt x="921" y="204"/>
                          <a:pt x="964" y="201"/>
                          <a:pt x="1003" y="196"/>
                        </a:cubicBezTo>
                        <a:cubicBezTo>
                          <a:pt x="1271" y="159"/>
                          <a:pt x="1368" y="99"/>
                          <a:pt x="1502" y="99"/>
                        </a:cubicBezTo>
                        <a:close/>
                        <a:moveTo>
                          <a:pt x="1555" y="0"/>
                        </a:moveTo>
                        <a:cubicBezTo>
                          <a:pt x="1538" y="0"/>
                          <a:pt x="1520" y="2"/>
                          <a:pt x="1502" y="6"/>
                        </a:cubicBezTo>
                        <a:cubicBezTo>
                          <a:pt x="1331" y="6"/>
                          <a:pt x="1234" y="62"/>
                          <a:pt x="985" y="99"/>
                        </a:cubicBezTo>
                        <a:cubicBezTo>
                          <a:pt x="869" y="99"/>
                          <a:pt x="712" y="99"/>
                          <a:pt x="560" y="80"/>
                        </a:cubicBezTo>
                        <a:cubicBezTo>
                          <a:pt x="426" y="62"/>
                          <a:pt x="310" y="25"/>
                          <a:pt x="250" y="25"/>
                        </a:cubicBezTo>
                        <a:cubicBezTo>
                          <a:pt x="227" y="17"/>
                          <a:pt x="203" y="13"/>
                          <a:pt x="181" y="13"/>
                        </a:cubicBezTo>
                        <a:cubicBezTo>
                          <a:pt x="149" y="13"/>
                          <a:pt x="119" y="22"/>
                          <a:pt x="98" y="43"/>
                        </a:cubicBezTo>
                        <a:cubicBezTo>
                          <a:pt x="42" y="62"/>
                          <a:pt x="19" y="99"/>
                          <a:pt x="19" y="159"/>
                        </a:cubicBezTo>
                        <a:cubicBezTo>
                          <a:pt x="1" y="237"/>
                          <a:pt x="1" y="371"/>
                          <a:pt x="61" y="602"/>
                        </a:cubicBezTo>
                        <a:cubicBezTo>
                          <a:pt x="116" y="852"/>
                          <a:pt x="213" y="986"/>
                          <a:pt x="389" y="1083"/>
                        </a:cubicBezTo>
                        <a:cubicBezTo>
                          <a:pt x="503" y="1141"/>
                          <a:pt x="689" y="1185"/>
                          <a:pt x="903" y="1185"/>
                        </a:cubicBezTo>
                        <a:cubicBezTo>
                          <a:pt x="1044" y="1185"/>
                          <a:pt x="1197" y="1166"/>
                          <a:pt x="1350" y="1120"/>
                        </a:cubicBezTo>
                        <a:cubicBezTo>
                          <a:pt x="1544" y="1065"/>
                          <a:pt x="1678" y="931"/>
                          <a:pt x="1752" y="773"/>
                        </a:cubicBezTo>
                        <a:cubicBezTo>
                          <a:pt x="1830" y="621"/>
                          <a:pt x="1849" y="468"/>
                          <a:pt x="1849" y="353"/>
                        </a:cubicBezTo>
                        <a:cubicBezTo>
                          <a:pt x="1830" y="256"/>
                          <a:pt x="1812" y="159"/>
                          <a:pt x="1733" y="99"/>
                        </a:cubicBezTo>
                        <a:cubicBezTo>
                          <a:pt x="1688" y="39"/>
                          <a:pt x="1628" y="0"/>
                          <a:pt x="155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7"/>
                  <p:cNvSpPr/>
                  <p:nvPr/>
                </p:nvSpPr>
                <p:spPr>
                  <a:xfrm>
                    <a:off x="6316686" y="1503779"/>
                    <a:ext cx="237600" cy="58120"/>
                  </a:xfrm>
                  <a:custGeom>
                    <a:avLst/>
                    <a:gdLst/>
                    <a:ahLst/>
                    <a:cxnLst/>
                    <a:rect l="l" t="t" r="r" b="b"/>
                    <a:pathLst>
                      <a:path w="1484" h="363" extrusionOk="0">
                        <a:moveTo>
                          <a:pt x="1308" y="0"/>
                        </a:moveTo>
                        <a:cubicBezTo>
                          <a:pt x="1156" y="19"/>
                          <a:pt x="1059" y="79"/>
                          <a:pt x="809" y="97"/>
                        </a:cubicBezTo>
                        <a:cubicBezTo>
                          <a:pt x="766" y="103"/>
                          <a:pt x="720" y="106"/>
                          <a:pt x="673" y="106"/>
                        </a:cubicBezTo>
                        <a:cubicBezTo>
                          <a:pt x="424" y="106"/>
                          <a:pt x="135" y="37"/>
                          <a:pt x="38" y="37"/>
                        </a:cubicBezTo>
                        <a:cubicBezTo>
                          <a:pt x="19" y="19"/>
                          <a:pt x="19" y="19"/>
                          <a:pt x="1" y="19"/>
                        </a:cubicBezTo>
                        <a:cubicBezTo>
                          <a:pt x="1" y="116"/>
                          <a:pt x="19" y="231"/>
                          <a:pt x="98" y="287"/>
                        </a:cubicBezTo>
                        <a:cubicBezTo>
                          <a:pt x="171" y="342"/>
                          <a:pt x="373" y="363"/>
                          <a:pt x="591" y="363"/>
                        </a:cubicBezTo>
                        <a:cubicBezTo>
                          <a:pt x="827" y="363"/>
                          <a:pt x="1082" y="339"/>
                          <a:pt x="1211" y="310"/>
                        </a:cubicBezTo>
                        <a:cubicBezTo>
                          <a:pt x="1484" y="268"/>
                          <a:pt x="1424" y="171"/>
                          <a:pt x="1442" y="37"/>
                        </a:cubicBezTo>
                        <a:cubicBezTo>
                          <a:pt x="1405" y="19"/>
                          <a:pt x="1368" y="0"/>
                          <a:pt x="13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7"/>
                  <p:cNvSpPr/>
                  <p:nvPr/>
                </p:nvSpPr>
                <p:spPr>
                  <a:xfrm>
                    <a:off x="6307080" y="1497855"/>
                    <a:ext cx="250248" cy="70448"/>
                  </a:xfrm>
                  <a:custGeom>
                    <a:avLst/>
                    <a:gdLst/>
                    <a:ahLst/>
                    <a:cxnLst/>
                    <a:rect l="l" t="t" r="r" b="b"/>
                    <a:pathLst>
                      <a:path w="1563" h="440" extrusionOk="0">
                        <a:moveTo>
                          <a:pt x="1447" y="93"/>
                        </a:moveTo>
                        <a:cubicBezTo>
                          <a:pt x="1447" y="153"/>
                          <a:pt x="1447" y="208"/>
                          <a:pt x="1428" y="231"/>
                        </a:cubicBezTo>
                        <a:cubicBezTo>
                          <a:pt x="1428" y="231"/>
                          <a:pt x="1428" y="250"/>
                          <a:pt x="1387" y="268"/>
                        </a:cubicBezTo>
                        <a:cubicBezTo>
                          <a:pt x="1368" y="268"/>
                          <a:pt x="1331" y="287"/>
                          <a:pt x="1271" y="305"/>
                        </a:cubicBezTo>
                        <a:cubicBezTo>
                          <a:pt x="1137" y="324"/>
                          <a:pt x="906" y="347"/>
                          <a:pt x="675" y="347"/>
                        </a:cubicBezTo>
                        <a:cubicBezTo>
                          <a:pt x="560" y="347"/>
                          <a:pt x="463" y="347"/>
                          <a:pt x="370" y="324"/>
                        </a:cubicBezTo>
                        <a:cubicBezTo>
                          <a:pt x="292" y="324"/>
                          <a:pt x="213" y="305"/>
                          <a:pt x="195" y="287"/>
                        </a:cubicBezTo>
                        <a:cubicBezTo>
                          <a:pt x="158" y="250"/>
                          <a:pt x="139" y="190"/>
                          <a:pt x="139" y="116"/>
                        </a:cubicBezTo>
                        <a:lnTo>
                          <a:pt x="139" y="116"/>
                        </a:lnTo>
                        <a:cubicBezTo>
                          <a:pt x="195" y="134"/>
                          <a:pt x="292" y="153"/>
                          <a:pt x="426" y="171"/>
                        </a:cubicBezTo>
                        <a:cubicBezTo>
                          <a:pt x="520" y="184"/>
                          <a:pt x="636" y="198"/>
                          <a:pt x="743" y="198"/>
                        </a:cubicBezTo>
                        <a:cubicBezTo>
                          <a:pt x="787" y="198"/>
                          <a:pt x="830" y="195"/>
                          <a:pt x="869" y="190"/>
                        </a:cubicBezTo>
                        <a:cubicBezTo>
                          <a:pt x="1137" y="153"/>
                          <a:pt x="1234" y="93"/>
                          <a:pt x="1368" y="93"/>
                        </a:cubicBezTo>
                        <a:close/>
                        <a:moveTo>
                          <a:pt x="1" y="0"/>
                        </a:moveTo>
                        <a:lnTo>
                          <a:pt x="1" y="56"/>
                        </a:lnTo>
                        <a:cubicBezTo>
                          <a:pt x="1" y="153"/>
                          <a:pt x="24" y="287"/>
                          <a:pt x="139" y="365"/>
                        </a:cubicBezTo>
                        <a:cubicBezTo>
                          <a:pt x="195" y="402"/>
                          <a:pt x="273" y="421"/>
                          <a:pt x="347" y="439"/>
                        </a:cubicBezTo>
                        <a:lnTo>
                          <a:pt x="675" y="439"/>
                        </a:lnTo>
                        <a:cubicBezTo>
                          <a:pt x="906" y="439"/>
                          <a:pt x="1137" y="421"/>
                          <a:pt x="1271" y="402"/>
                        </a:cubicBezTo>
                        <a:cubicBezTo>
                          <a:pt x="1350" y="384"/>
                          <a:pt x="1410" y="365"/>
                          <a:pt x="1447" y="347"/>
                        </a:cubicBezTo>
                        <a:cubicBezTo>
                          <a:pt x="1484" y="324"/>
                          <a:pt x="1502" y="305"/>
                          <a:pt x="1525" y="268"/>
                        </a:cubicBezTo>
                        <a:cubicBezTo>
                          <a:pt x="1562" y="208"/>
                          <a:pt x="1544" y="134"/>
                          <a:pt x="1544" y="74"/>
                        </a:cubicBezTo>
                        <a:lnTo>
                          <a:pt x="1544" y="56"/>
                        </a:lnTo>
                        <a:lnTo>
                          <a:pt x="1544" y="37"/>
                        </a:lnTo>
                        <a:lnTo>
                          <a:pt x="1525" y="19"/>
                        </a:lnTo>
                        <a:cubicBezTo>
                          <a:pt x="1484" y="0"/>
                          <a:pt x="1428" y="0"/>
                          <a:pt x="1387" y="0"/>
                        </a:cubicBezTo>
                        <a:lnTo>
                          <a:pt x="1331" y="0"/>
                        </a:lnTo>
                        <a:cubicBezTo>
                          <a:pt x="1179" y="19"/>
                          <a:pt x="1100" y="56"/>
                          <a:pt x="851" y="93"/>
                        </a:cubicBezTo>
                        <a:cubicBezTo>
                          <a:pt x="735" y="93"/>
                          <a:pt x="578" y="93"/>
                          <a:pt x="426" y="74"/>
                        </a:cubicBezTo>
                        <a:cubicBezTo>
                          <a:pt x="292" y="56"/>
                          <a:pt x="176" y="19"/>
                          <a:pt x="116" y="19"/>
                        </a:cubicBezTo>
                        <a:cubicBezTo>
                          <a:pt x="98" y="19"/>
                          <a:pt x="79" y="19"/>
                          <a:pt x="6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7"/>
                  <p:cNvSpPr/>
                  <p:nvPr/>
                </p:nvSpPr>
                <p:spPr>
                  <a:xfrm>
                    <a:off x="6335259" y="1611693"/>
                    <a:ext cx="212463" cy="67887"/>
                  </a:xfrm>
                  <a:custGeom>
                    <a:avLst/>
                    <a:gdLst/>
                    <a:ahLst/>
                    <a:cxnLst/>
                    <a:rect l="l" t="t" r="r" b="b"/>
                    <a:pathLst>
                      <a:path w="1327" h="424" extrusionOk="0">
                        <a:moveTo>
                          <a:pt x="675" y="1"/>
                        </a:moveTo>
                        <a:cubicBezTo>
                          <a:pt x="328" y="19"/>
                          <a:pt x="97" y="172"/>
                          <a:pt x="0" y="251"/>
                        </a:cubicBezTo>
                        <a:cubicBezTo>
                          <a:pt x="37" y="269"/>
                          <a:pt x="79" y="287"/>
                          <a:pt x="97" y="306"/>
                        </a:cubicBezTo>
                        <a:cubicBezTo>
                          <a:pt x="208" y="369"/>
                          <a:pt x="408" y="424"/>
                          <a:pt x="635" y="424"/>
                        </a:cubicBezTo>
                        <a:cubicBezTo>
                          <a:pt x="760" y="424"/>
                          <a:pt x="892" y="407"/>
                          <a:pt x="1021" y="366"/>
                        </a:cubicBezTo>
                        <a:cubicBezTo>
                          <a:pt x="1155" y="329"/>
                          <a:pt x="1252" y="232"/>
                          <a:pt x="1326" y="135"/>
                        </a:cubicBezTo>
                        <a:cubicBezTo>
                          <a:pt x="1234" y="75"/>
                          <a:pt x="1040" y="1"/>
                          <a:pt x="749" y="1"/>
                        </a:cubicBezTo>
                        <a:close/>
                      </a:path>
                    </a:pathLst>
                  </a:custGeom>
                  <a:solidFill>
                    <a:srgbClr val="FFA4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7"/>
                  <p:cNvSpPr/>
                  <p:nvPr/>
                </p:nvSpPr>
                <p:spPr>
                  <a:xfrm>
                    <a:off x="6322610" y="1602086"/>
                    <a:ext cx="237600" cy="84538"/>
                  </a:xfrm>
                  <a:custGeom>
                    <a:avLst/>
                    <a:gdLst/>
                    <a:ahLst/>
                    <a:cxnLst/>
                    <a:rect l="l" t="t" r="r" b="b"/>
                    <a:pathLst>
                      <a:path w="1484" h="528" extrusionOk="0">
                        <a:moveTo>
                          <a:pt x="828" y="116"/>
                        </a:moveTo>
                        <a:cubicBezTo>
                          <a:pt x="1059" y="116"/>
                          <a:pt x="1197" y="177"/>
                          <a:pt x="1290" y="213"/>
                        </a:cubicBezTo>
                        <a:cubicBezTo>
                          <a:pt x="1234" y="292"/>
                          <a:pt x="1174" y="347"/>
                          <a:pt x="1082" y="366"/>
                        </a:cubicBezTo>
                        <a:cubicBezTo>
                          <a:pt x="953" y="409"/>
                          <a:pt x="818" y="426"/>
                          <a:pt x="692" y="426"/>
                        </a:cubicBezTo>
                        <a:cubicBezTo>
                          <a:pt x="481" y="426"/>
                          <a:pt x="297" y="378"/>
                          <a:pt x="213" y="329"/>
                        </a:cubicBezTo>
                        <a:cubicBezTo>
                          <a:pt x="195" y="329"/>
                          <a:pt x="195" y="311"/>
                          <a:pt x="176" y="311"/>
                        </a:cubicBezTo>
                        <a:cubicBezTo>
                          <a:pt x="292" y="232"/>
                          <a:pt x="463" y="135"/>
                          <a:pt x="754" y="116"/>
                        </a:cubicBezTo>
                        <a:close/>
                        <a:moveTo>
                          <a:pt x="772" y="1"/>
                        </a:moveTo>
                        <a:lnTo>
                          <a:pt x="772" y="19"/>
                        </a:lnTo>
                        <a:lnTo>
                          <a:pt x="754" y="19"/>
                        </a:lnTo>
                        <a:cubicBezTo>
                          <a:pt x="389" y="43"/>
                          <a:pt x="158" y="177"/>
                          <a:pt x="61" y="274"/>
                        </a:cubicBezTo>
                        <a:lnTo>
                          <a:pt x="1" y="311"/>
                        </a:lnTo>
                        <a:lnTo>
                          <a:pt x="61" y="347"/>
                        </a:lnTo>
                        <a:cubicBezTo>
                          <a:pt x="79" y="366"/>
                          <a:pt x="116" y="408"/>
                          <a:pt x="158" y="426"/>
                        </a:cubicBezTo>
                        <a:cubicBezTo>
                          <a:pt x="272" y="484"/>
                          <a:pt x="458" y="528"/>
                          <a:pt x="672" y="528"/>
                        </a:cubicBezTo>
                        <a:cubicBezTo>
                          <a:pt x="813" y="528"/>
                          <a:pt x="966" y="509"/>
                          <a:pt x="1119" y="463"/>
                        </a:cubicBezTo>
                        <a:cubicBezTo>
                          <a:pt x="1253" y="426"/>
                          <a:pt x="1368" y="329"/>
                          <a:pt x="1447" y="232"/>
                        </a:cubicBezTo>
                        <a:lnTo>
                          <a:pt x="1484" y="195"/>
                        </a:lnTo>
                        <a:lnTo>
                          <a:pt x="1428" y="158"/>
                        </a:lnTo>
                        <a:cubicBezTo>
                          <a:pt x="1331" y="98"/>
                          <a:pt x="1119" y="1"/>
                          <a:pt x="82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7"/>
                  <p:cNvSpPr/>
                  <p:nvPr/>
                </p:nvSpPr>
                <p:spPr>
                  <a:xfrm>
                    <a:off x="5983821" y="1281868"/>
                    <a:ext cx="92542" cy="92544"/>
                  </a:xfrm>
                  <a:custGeom>
                    <a:avLst/>
                    <a:gdLst/>
                    <a:ahLst/>
                    <a:cxnLst/>
                    <a:rect l="l" t="t" r="r" b="b"/>
                    <a:pathLst>
                      <a:path w="578" h="578" extrusionOk="0">
                        <a:moveTo>
                          <a:pt x="287" y="0"/>
                        </a:moveTo>
                        <a:cubicBezTo>
                          <a:pt x="134" y="0"/>
                          <a:pt x="0" y="134"/>
                          <a:pt x="0" y="287"/>
                        </a:cubicBezTo>
                        <a:cubicBezTo>
                          <a:pt x="0" y="444"/>
                          <a:pt x="134" y="578"/>
                          <a:pt x="287" y="578"/>
                        </a:cubicBezTo>
                        <a:cubicBezTo>
                          <a:pt x="462" y="578"/>
                          <a:pt x="578" y="444"/>
                          <a:pt x="578" y="287"/>
                        </a:cubicBezTo>
                        <a:cubicBezTo>
                          <a:pt x="578" y="134"/>
                          <a:pt x="462" y="0"/>
                          <a:pt x="287" y="0"/>
                        </a:cubicBezTo>
                        <a:close/>
                      </a:path>
                    </a:pathLst>
                  </a:custGeom>
                  <a:solidFill>
                    <a:srgbClr val="FFB3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7"/>
                  <p:cNvSpPr/>
                  <p:nvPr/>
                </p:nvSpPr>
                <p:spPr>
                  <a:xfrm>
                    <a:off x="5977897" y="1272262"/>
                    <a:ext cx="107432" cy="111116"/>
                  </a:xfrm>
                  <a:custGeom>
                    <a:avLst/>
                    <a:gdLst/>
                    <a:ahLst/>
                    <a:cxnLst/>
                    <a:rect l="l" t="t" r="r" b="b"/>
                    <a:pathLst>
                      <a:path w="671" h="694" extrusionOk="0">
                        <a:moveTo>
                          <a:pt x="324" y="116"/>
                        </a:moveTo>
                        <a:cubicBezTo>
                          <a:pt x="463" y="116"/>
                          <a:pt x="578" y="213"/>
                          <a:pt x="578" y="347"/>
                        </a:cubicBezTo>
                        <a:cubicBezTo>
                          <a:pt x="578" y="485"/>
                          <a:pt x="463" y="601"/>
                          <a:pt x="324" y="601"/>
                        </a:cubicBezTo>
                        <a:cubicBezTo>
                          <a:pt x="190" y="601"/>
                          <a:pt x="93" y="485"/>
                          <a:pt x="93" y="347"/>
                        </a:cubicBezTo>
                        <a:cubicBezTo>
                          <a:pt x="93" y="213"/>
                          <a:pt x="190" y="116"/>
                          <a:pt x="324" y="116"/>
                        </a:cubicBezTo>
                        <a:close/>
                        <a:moveTo>
                          <a:pt x="324" y="0"/>
                        </a:moveTo>
                        <a:cubicBezTo>
                          <a:pt x="153" y="0"/>
                          <a:pt x="0" y="157"/>
                          <a:pt x="0" y="347"/>
                        </a:cubicBezTo>
                        <a:cubicBezTo>
                          <a:pt x="0" y="541"/>
                          <a:pt x="153" y="693"/>
                          <a:pt x="324" y="693"/>
                        </a:cubicBezTo>
                        <a:cubicBezTo>
                          <a:pt x="518" y="693"/>
                          <a:pt x="670" y="541"/>
                          <a:pt x="670" y="347"/>
                        </a:cubicBezTo>
                        <a:cubicBezTo>
                          <a:pt x="670" y="157"/>
                          <a:pt x="518" y="0"/>
                          <a:pt x="32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7"/>
                  <p:cNvSpPr/>
                  <p:nvPr/>
                </p:nvSpPr>
                <p:spPr>
                  <a:xfrm>
                    <a:off x="6834637" y="1281868"/>
                    <a:ext cx="92542" cy="92544"/>
                  </a:xfrm>
                  <a:custGeom>
                    <a:avLst/>
                    <a:gdLst/>
                    <a:ahLst/>
                    <a:cxnLst/>
                    <a:rect l="l" t="t" r="r" b="b"/>
                    <a:pathLst>
                      <a:path w="578" h="578" extrusionOk="0">
                        <a:moveTo>
                          <a:pt x="287" y="0"/>
                        </a:moveTo>
                        <a:cubicBezTo>
                          <a:pt x="134" y="0"/>
                          <a:pt x="0" y="134"/>
                          <a:pt x="0" y="287"/>
                        </a:cubicBezTo>
                        <a:cubicBezTo>
                          <a:pt x="0" y="444"/>
                          <a:pt x="134" y="578"/>
                          <a:pt x="287" y="578"/>
                        </a:cubicBezTo>
                        <a:cubicBezTo>
                          <a:pt x="444" y="578"/>
                          <a:pt x="578" y="444"/>
                          <a:pt x="578" y="287"/>
                        </a:cubicBezTo>
                        <a:cubicBezTo>
                          <a:pt x="578" y="134"/>
                          <a:pt x="444" y="0"/>
                          <a:pt x="287" y="0"/>
                        </a:cubicBezTo>
                        <a:close/>
                      </a:path>
                    </a:pathLst>
                  </a:custGeom>
                  <a:solidFill>
                    <a:srgbClr val="FFB3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7"/>
                  <p:cNvSpPr/>
                  <p:nvPr/>
                </p:nvSpPr>
                <p:spPr>
                  <a:xfrm>
                    <a:off x="6825031" y="1272262"/>
                    <a:ext cx="111115" cy="111116"/>
                  </a:xfrm>
                  <a:custGeom>
                    <a:avLst/>
                    <a:gdLst/>
                    <a:ahLst/>
                    <a:cxnLst/>
                    <a:rect l="l" t="t" r="r" b="b"/>
                    <a:pathLst>
                      <a:path w="694" h="694" extrusionOk="0">
                        <a:moveTo>
                          <a:pt x="347" y="116"/>
                        </a:moveTo>
                        <a:cubicBezTo>
                          <a:pt x="485" y="116"/>
                          <a:pt x="578" y="213"/>
                          <a:pt x="578" y="347"/>
                        </a:cubicBezTo>
                        <a:cubicBezTo>
                          <a:pt x="578" y="485"/>
                          <a:pt x="485" y="601"/>
                          <a:pt x="347" y="601"/>
                        </a:cubicBezTo>
                        <a:cubicBezTo>
                          <a:pt x="213" y="601"/>
                          <a:pt x="116" y="485"/>
                          <a:pt x="116" y="347"/>
                        </a:cubicBezTo>
                        <a:cubicBezTo>
                          <a:pt x="116" y="213"/>
                          <a:pt x="213" y="116"/>
                          <a:pt x="347" y="116"/>
                        </a:cubicBezTo>
                        <a:close/>
                        <a:moveTo>
                          <a:pt x="347" y="0"/>
                        </a:moveTo>
                        <a:cubicBezTo>
                          <a:pt x="157" y="0"/>
                          <a:pt x="0" y="157"/>
                          <a:pt x="0" y="347"/>
                        </a:cubicBezTo>
                        <a:cubicBezTo>
                          <a:pt x="0" y="541"/>
                          <a:pt x="157" y="693"/>
                          <a:pt x="347" y="693"/>
                        </a:cubicBezTo>
                        <a:cubicBezTo>
                          <a:pt x="541" y="693"/>
                          <a:pt x="693" y="541"/>
                          <a:pt x="693" y="347"/>
                        </a:cubicBezTo>
                        <a:cubicBezTo>
                          <a:pt x="693" y="157"/>
                          <a:pt x="541" y="0"/>
                          <a:pt x="3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7"/>
                  <p:cNvSpPr/>
                  <p:nvPr/>
                </p:nvSpPr>
                <p:spPr>
                  <a:xfrm>
                    <a:off x="6261289" y="658724"/>
                    <a:ext cx="1115629" cy="1965991"/>
                  </a:xfrm>
                  <a:custGeom>
                    <a:avLst/>
                    <a:gdLst/>
                    <a:ahLst/>
                    <a:cxnLst/>
                    <a:rect l="l" t="t" r="r" b="b"/>
                    <a:pathLst>
                      <a:path w="6968" h="12279" extrusionOk="0">
                        <a:moveTo>
                          <a:pt x="1848" y="1"/>
                        </a:moveTo>
                        <a:cubicBezTo>
                          <a:pt x="1179" y="1"/>
                          <a:pt x="606" y="325"/>
                          <a:pt x="287" y="810"/>
                        </a:cubicBezTo>
                        <a:cubicBezTo>
                          <a:pt x="37" y="1235"/>
                          <a:pt x="0" y="1697"/>
                          <a:pt x="134" y="2081"/>
                        </a:cubicBezTo>
                        <a:lnTo>
                          <a:pt x="153" y="2081"/>
                        </a:lnTo>
                        <a:cubicBezTo>
                          <a:pt x="439" y="2800"/>
                          <a:pt x="1065" y="2963"/>
                          <a:pt x="1573" y="2963"/>
                        </a:cubicBezTo>
                        <a:cubicBezTo>
                          <a:pt x="1991" y="2963"/>
                          <a:pt x="2329" y="2853"/>
                          <a:pt x="2329" y="2853"/>
                        </a:cubicBezTo>
                        <a:cubicBezTo>
                          <a:pt x="2329" y="2853"/>
                          <a:pt x="2347" y="3084"/>
                          <a:pt x="2754" y="3236"/>
                        </a:cubicBezTo>
                        <a:cubicBezTo>
                          <a:pt x="2888" y="3281"/>
                          <a:pt x="2984" y="3296"/>
                          <a:pt x="3052" y="3296"/>
                        </a:cubicBezTo>
                        <a:cubicBezTo>
                          <a:pt x="3189" y="3296"/>
                          <a:pt x="3216" y="3236"/>
                          <a:pt x="3216" y="3236"/>
                        </a:cubicBezTo>
                        <a:cubicBezTo>
                          <a:pt x="3216" y="3236"/>
                          <a:pt x="3253" y="3315"/>
                          <a:pt x="3253" y="3546"/>
                        </a:cubicBezTo>
                        <a:cubicBezTo>
                          <a:pt x="3235" y="3795"/>
                          <a:pt x="3235" y="3892"/>
                          <a:pt x="3235" y="3892"/>
                        </a:cubicBezTo>
                        <a:lnTo>
                          <a:pt x="3503" y="3680"/>
                        </a:lnTo>
                        <a:cubicBezTo>
                          <a:pt x="3618" y="3601"/>
                          <a:pt x="3734" y="3564"/>
                          <a:pt x="3868" y="3564"/>
                        </a:cubicBezTo>
                        <a:cubicBezTo>
                          <a:pt x="4214" y="3564"/>
                          <a:pt x="4505" y="3832"/>
                          <a:pt x="4505" y="4179"/>
                        </a:cubicBezTo>
                        <a:cubicBezTo>
                          <a:pt x="4505" y="4525"/>
                          <a:pt x="4214" y="4798"/>
                          <a:pt x="3868" y="4798"/>
                        </a:cubicBezTo>
                        <a:cubicBezTo>
                          <a:pt x="3775" y="4798"/>
                          <a:pt x="3678" y="4779"/>
                          <a:pt x="3581" y="4738"/>
                        </a:cubicBezTo>
                        <a:lnTo>
                          <a:pt x="3581" y="4738"/>
                        </a:lnTo>
                        <a:cubicBezTo>
                          <a:pt x="3618" y="4969"/>
                          <a:pt x="3734" y="6239"/>
                          <a:pt x="3003" y="6799"/>
                        </a:cubicBezTo>
                        <a:cubicBezTo>
                          <a:pt x="2754" y="6993"/>
                          <a:pt x="2481" y="7108"/>
                          <a:pt x="2232" y="7182"/>
                        </a:cubicBezTo>
                        <a:cubicBezTo>
                          <a:pt x="2158" y="7339"/>
                          <a:pt x="2061" y="7473"/>
                          <a:pt x="1982" y="7626"/>
                        </a:cubicBezTo>
                        <a:cubicBezTo>
                          <a:pt x="1580" y="8397"/>
                          <a:pt x="2042" y="8915"/>
                          <a:pt x="2042" y="8915"/>
                        </a:cubicBezTo>
                        <a:cubicBezTo>
                          <a:pt x="2042" y="8915"/>
                          <a:pt x="1211" y="9783"/>
                          <a:pt x="1423" y="10477"/>
                        </a:cubicBezTo>
                        <a:cubicBezTo>
                          <a:pt x="1603" y="11117"/>
                          <a:pt x="2240" y="11742"/>
                          <a:pt x="3112" y="11742"/>
                        </a:cubicBezTo>
                        <a:cubicBezTo>
                          <a:pt x="3184" y="11742"/>
                          <a:pt x="3257" y="11737"/>
                          <a:pt x="3332" y="11729"/>
                        </a:cubicBezTo>
                        <a:cubicBezTo>
                          <a:pt x="3559" y="11702"/>
                          <a:pt x="3741" y="11691"/>
                          <a:pt x="3888" y="11691"/>
                        </a:cubicBezTo>
                        <a:cubicBezTo>
                          <a:pt x="4377" y="11691"/>
                          <a:pt x="4490" y="11815"/>
                          <a:pt x="4639" y="11918"/>
                        </a:cubicBezTo>
                        <a:cubicBezTo>
                          <a:pt x="4809" y="12056"/>
                          <a:pt x="4727" y="12279"/>
                          <a:pt x="4820" y="12279"/>
                        </a:cubicBezTo>
                        <a:cubicBezTo>
                          <a:pt x="4833" y="12279"/>
                          <a:pt x="4849" y="12274"/>
                          <a:pt x="4870" y="12265"/>
                        </a:cubicBezTo>
                        <a:cubicBezTo>
                          <a:pt x="5023" y="12209"/>
                          <a:pt x="5623" y="12015"/>
                          <a:pt x="5854" y="11364"/>
                        </a:cubicBezTo>
                        <a:cubicBezTo>
                          <a:pt x="6085" y="10689"/>
                          <a:pt x="5739" y="10379"/>
                          <a:pt x="5739" y="10379"/>
                        </a:cubicBezTo>
                        <a:cubicBezTo>
                          <a:pt x="5739" y="10379"/>
                          <a:pt x="6256" y="10148"/>
                          <a:pt x="6487" y="9474"/>
                        </a:cubicBezTo>
                        <a:cubicBezTo>
                          <a:pt x="6718" y="8822"/>
                          <a:pt x="6487" y="8319"/>
                          <a:pt x="6487" y="8319"/>
                        </a:cubicBezTo>
                        <a:cubicBezTo>
                          <a:pt x="6487" y="8319"/>
                          <a:pt x="6968" y="7723"/>
                          <a:pt x="6547" y="6720"/>
                        </a:cubicBezTo>
                        <a:cubicBezTo>
                          <a:pt x="6122" y="5740"/>
                          <a:pt x="5023" y="5606"/>
                          <a:pt x="5023" y="5606"/>
                        </a:cubicBezTo>
                        <a:cubicBezTo>
                          <a:pt x="5023" y="5606"/>
                          <a:pt x="5277" y="5412"/>
                          <a:pt x="5351" y="4239"/>
                        </a:cubicBezTo>
                        <a:cubicBezTo>
                          <a:pt x="5448" y="3065"/>
                          <a:pt x="5046" y="1794"/>
                          <a:pt x="3678" y="713"/>
                        </a:cubicBezTo>
                        <a:cubicBezTo>
                          <a:pt x="3082" y="233"/>
                          <a:pt x="2463" y="20"/>
                          <a:pt x="1904" y="2"/>
                        </a:cubicBezTo>
                        <a:cubicBezTo>
                          <a:pt x="1885" y="1"/>
                          <a:pt x="1867" y="1"/>
                          <a:pt x="1848" y="1"/>
                        </a:cubicBezTo>
                        <a:close/>
                      </a:path>
                    </a:pathLst>
                  </a:custGeom>
                  <a:solidFill>
                    <a:srgbClr val="886A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7"/>
                  <p:cNvSpPr/>
                  <p:nvPr/>
                </p:nvSpPr>
                <p:spPr>
                  <a:xfrm>
                    <a:off x="6251682" y="652800"/>
                    <a:ext cx="1100899" cy="1980561"/>
                  </a:xfrm>
                  <a:custGeom>
                    <a:avLst/>
                    <a:gdLst/>
                    <a:ahLst/>
                    <a:cxnLst/>
                    <a:rect l="l" t="t" r="r" b="b"/>
                    <a:pathLst>
                      <a:path w="6876" h="12370" extrusionOk="0">
                        <a:moveTo>
                          <a:pt x="1904" y="98"/>
                        </a:moveTo>
                        <a:cubicBezTo>
                          <a:pt x="1924" y="98"/>
                          <a:pt x="1944" y="98"/>
                          <a:pt x="1964" y="99"/>
                        </a:cubicBezTo>
                        <a:cubicBezTo>
                          <a:pt x="2504" y="117"/>
                          <a:pt x="3119" y="311"/>
                          <a:pt x="3697" y="792"/>
                        </a:cubicBezTo>
                        <a:cubicBezTo>
                          <a:pt x="5046" y="1850"/>
                          <a:pt x="5452" y="3121"/>
                          <a:pt x="5374" y="4276"/>
                        </a:cubicBezTo>
                        <a:cubicBezTo>
                          <a:pt x="5314" y="4853"/>
                          <a:pt x="5240" y="5181"/>
                          <a:pt x="5161" y="5371"/>
                        </a:cubicBezTo>
                        <a:cubicBezTo>
                          <a:pt x="5143" y="5468"/>
                          <a:pt x="5106" y="5528"/>
                          <a:pt x="5083" y="5565"/>
                        </a:cubicBezTo>
                        <a:cubicBezTo>
                          <a:pt x="5064" y="5602"/>
                          <a:pt x="5046" y="5602"/>
                          <a:pt x="5046" y="5602"/>
                        </a:cubicBezTo>
                        <a:lnTo>
                          <a:pt x="4967" y="5680"/>
                        </a:lnTo>
                        <a:lnTo>
                          <a:pt x="5083" y="5699"/>
                        </a:lnTo>
                        <a:cubicBezTo>
                          <a:pt x="5083" y="5699"/>
                          <a:pt x="6164" y="5814"/>
                          <a:pt x="6566" y="6780"/>
                        </a:cubicBezTo>
                        <a:cubicBezTo>
                          <a:pt x="6778" y="7261"/>
                          <a:pt x="6760" y="7663"/>
                          <a:pt x="6681" y="7912"/>
                        </a:cubicBezTo>
                        <a:cubicBezTo>
                          <a:pt x="6626" y="8185"/>
                          <a:pt x="6510" y="8337"/>
                          <a:pt x="6510" y="8337"/>
                        </a:cubicBezTo>
                        <a:lnTo>
                          <a:pt x="6492" y="8356"/>
                        </a:lnTo>
                        <a:lnTo>
                          <a:pt x="6510" y="8374"/>
                        </a:lnTo>
                        <a:cubicBezTo>
                          <a:pt x="6510" y="8374"/>
                          <a:pt x="6723" y="8859"/>
                          <a:pt x="6492" y="9511"/>
                        </a:cubicBezTo>
                        <a:cubicBezTo>
                          <a:pt x="6279" y="10148"/>
                          <a:pt x="5776" y="10361"/>
                          <a:pt x="5776" y="10361"/>
                        </a:cubicBezTo>
                        <a:lnTo>
                          <a:pt x="5720" y="10398"/>
                        </a:lnTo>
                        <a:lnTo>
                          <a:pt x="5757" y="10435"/>
                        </a:lnTo>
                        <a:cubicBezTo>
                          <a:pt x="5757" y="10435"/>
                          <a:pt x="5836" y="10514"/>
                          <a:pt x="5891" y="10666"/>
                        </a:cubicBezTo>
                        <a:cubicBezTo>
                          <a:pt x="5951" y="10823"/>
                          <a:pt x="5970" y="11054"/>
                          <a:pt x="5854" y="11378"/>
                        </a:cubicBezTo>
                        <a:cubicBezTo>
                          <a:pt x="5642" y="12015"/>
                          <a:pt x="5064" y="12209"/>
                          <a:pt x="4912" y="12265"/>
                        </a:cubicBezTo>
                        <a:lnTo>
                          <a:pt x="4893" y="12265"/>
                        </a:lnTo>
                        <a:cubicBezTo>
                          <a:pt x="4875" y="12265"/>
                          <a:pt x="4875" y="12246"/>
                          <a:pt x="4875" y="12209"/>
                        </a:cubicBezTo>
                        <a:cubicBezTo>
                          <a:pt x="4852" y="12131"/>
                          <a:pt x="4833" y="12015"/>
                          <a:pt x="4736" y="11918"/>
                        </a:cubicBezTo>
                        <a:cubicBezTo>
                          <a:pt x="4644" y="11863"/>
                          <a:pt x="4547" y="11766"/>
                          <a:pt x="4353" y="11724"/>
                        </a:cubicBezTo>
                        <a:cubicBezTo>
                          <a:pt x="4256" y="11696"/>
                          <a:pt x="4140" y="11683"/>
                          <a:pt x="3986" y="11683"/>
                        </a:cubicBezTo>
                        <a:cubicBezTo>
                          <a:pt x="3833" y="11683"/>
                          <a:pt x="3641" y="11696"/>
                          <a:pt x="3392" y="11724"/>
                        </a:cubicBezTo>
                        <a:cubicBezTo>
                          <a:pt x="3318" y="11733"/>
                          <a:pt x="3245" y="11737"/>
                          <a:pt x="3175" y="11737"/>
                        </a:cubicBezTo>
                        <a:cubicBezTo>
                          <a:pt x="2320" y="11737"/>
                          <a:pt x="1700" y="11118"/>
                          <a:pt x="1525" y="10495"/>
                        </a:cubicBezTo>
                        <a:cubicBezTo>
                          <a:pt x="1428" y="10185"/>
                          <a:pt x="1580" y="9802"/>
                          <a:pt x="1756" y="9492"/>
                        </a:cubicBezTo>
                        <a:cubicBezTo>
                          <a:pt x="1945" y="9206"/>
                          <a:pt x="2139" y="8975"/>
                          <a:pt x="2139" y="8975"/>
                        </a:cubicBezTo>
                        <a:lnTo>
                          <a:pt x="2176" y="8952"/>
                        </a:lnTo>
                        <a:lnTo>
                          <a:pt x="2139" y="8915"/>
                        </a:lnTo>
                        <a:cubicBezTo>
                          <a:pt x="2139" y="8915"/>
                          <a:pt x="2024" y="8799"/>
                          <a:pt x="1964" y="8587"/>
                        </a:cubicBezTo>
                        <a:cubicBezTo>
                          <a:pt x="1908" y="8374"/>
                          <a:pt x="1890" y="8069"/>
                          <a:pt x="2079" y="7681"/>
                        </a:cubicBezTo>
                        <a:cubicBezTo>
                          <a:pt x="2158" y="7547"/>
                          <a:pt x="2255" y="7395"/>
                          <a:pt x="2333" y="7261"/>
                        </a:cubicBezTo>
                        <a:cubicBezTo>
                          <a:pt x="2583" y="7182"/>
                          <a:pt x="2851" y="7067"/>
                          <a:pt x="3100" y="6873"/>
                        </a:cubicBezTo>
                        <a:cubicBezTo>
                          <a:pt x="3465" y="6586"/>
                          <a:pt x="3641" y="6124"/>
                          <a:pt x="3697" y="5699"/>
                        </a:cubicBezTo>
                        <a:cubicBezTo>
                          <a:pt x="3757" y="5297"/>
                          <a:pt x="3720" y="4987"/>
                          <a:pt x="3697" y="4835"/>
                        </a:cubicBezTo>
                        <a:lnTo>
                          <a:pt x="3697" y="4835"/>
                        </a:lnTo>
                        <a:cubicBezTo>
                          <a:pt x="3775" y="4853"/>
                          <a:pt x="3854" y="4890"/>
                          <a:pt x="3928" y="4890"/>
                        </a:cubicBezTo>
                        <a:cubicBezTo>
                          <a:pt x="4316" y="4890"/>
                          <a:pt x="4602" y="4585"/>
                          <a:pt x="4602" y="4216"/>
                        </a:cubicBezTo>
                        <a:cubicBezTo>
                          <a:pt x="4602" y="3851"/>
                          <a:pt x="4316" y="3546"/>
                          <a:pt x="3928" y="3546"/>
                        </a:cubicBezTo>
                        <a:cubicBezTo>
                          <a:pt x="3794" y="3546"/>
                          <a:pt x="3641" y="3601"/>
                          <a:pt x="3526" y="3680"/>
                        </a:cubicBezTo>
                        <a:lnTo>
                          <a:pt x="3350" y="3832"/>
                        </a:lnTo>
                        <a:lnTo>
                          <a:pt x="3350" y="3583"/>
                        </a:lnTo>
                        <a:cubicBezTo>
                          <a:pt x="3373" y="3467"/>
                          <a:pt x="3350" y="3389"/>
                          <a:pt x="3331" y="3333"/>
                        </a:cubicBezTo>
                        <a:cubicBezTo>
                          <a:pt x="3331" y="3315"/>
                          <a:pt x="3331" y="3292"/>
                          <a:pt x="3313" y="3273"/>
                        </a:cubicBezTo>
                        <a:lnTo>
                          <a:pt x="3313" y="3255"/>
                        </a:lnTo>
                        <a:lnTo>
                          <a:pt x="3258" y="3176"/>
                        </a:lnTo>
                        <a:lnTo>
                          <a:pt x="3216" y="3255"/>
                        </a:lnTo>
                        <a:cubicBezTo>
                          <a:pt x="3216" y="3273"/>
                          <a:pt x="3197" y="3273"/>
                          <a:pt x="3179" y="3273"/>
                        </a:cubicBezTo>
                        <a:cubicBezTo>
                          <a:pt x="3167" y="3279"/>
                          <a:pt x="3146" y="3283"/>
                          <a:pt x="3116" y="3283"/>
                        </a:cubicBezTo>
                        <a:cubicBezTo>
                          <a:pt x="3056" y="3283"/>
                          <a:pt x="2962" y="3267"/>
                          <a:pt x="2832" y="3218"/>
                        </a:cubicBezTo>
                        <a:cubicBezTo>
                          <a:pt x="2638" y="3158"/>
                          <a:pt x="2541" y="3061"/>
                          <a:pt x="2486" y="2987"/>
                        </a:cubicBezTo>
                        <a:cubicBezTo>
                          <a:pt x="2449" y="2927"/>
                          <a:pt x="2426" y="2871"/>
                          <a:pt x="2426" y="2871"/>
                        </a:cubicBezTo>
                        <a:lnTo>
                          <a:pt x="2426" y="2811"/>
                        </a:lnTo>
                        <a:lnTo>
                          <a:pt x="2370" y="2830"/>
                        </a:lnTo>
                        <a:cubicBezTo>
                          <a:pt x="2370" y="2830"/>
                          <a:pt x="2024" y="2948"/>
                          <a:pt x="1607" y="2948"/>
                        </a:cubicBezTo>
                        <a:cubicBezTo>
                          <a:pt x="1573" y="2948"/>
                          <a:pt x="1537" y="2947"/>
                          <a:pt x="1502" y="2945"/>
                        </a:cubicBezTo>
                        <a:cubicBezTo>
                          <a:pt x="1021" y="2908"/>
                          <a:pt x="504" y="2737"/>
                          <a:pt x="254" y="2099"/>
                        </a:cubicBezTo>
                        <a:lnTo>
                          <a:pt x="254" y="2063"/>
                        </a:lnTo>
                        <a:lnTo>
                          <a:pt x="231" y="2063"/>
                        </a:lnTo>
                        <a:cubicBezTo>
                          <a:pt x="116" y="1697"/>
                          <a:pt x="157" y="1272"/>
                          <a:pt x="407" y="866"/>
                        </a:cubicBezTo>
                        <a:cubicBezTo>
                          <a:pt x="685" y="399"/>
                          <a:pt x="1238" y="98"/>
                          <a:pt x="1904" y="98"/>
                        </a:cubicBezTo>
                        <a:close/>
                        <a:moveTo>
                          <a:pt x="1907" y="1"/>
                        </a:moveTo>
                        <a:cubicBezTo>
                          <a:pt x="1219" y="1"/>
                          <a:pt x="629" y="325"/>
                          <a:pt x="310" y="829"/>
                        </a:cubicBezTo>
                        <a:cubicBezTo>
                          <a:pt x="42" y="1254"/>
                          <a:pt x="0" y="1734"/>
                          <a:pt x="139" y="2136"/>
                        </a:cubicBezTo>
                        <a:lnTo>
                          <a:pt x="157" y="2178"/>
                        </a:lnTo>
                        <a:lnTo>
                          <a:pt x="194" y="2178"/>
                        </a:lnTo>
                        <a:cubicBezTo>
                          <a:pt x="462" y="2811"/>
                          <a:pt x="1003" y="3005"/>
                          <a:pt x="1483" y="3042"/>
                        </a:cubicBezTo>
                        <a:cubicBezTo>
                          <a:pt x="1517" y="3043"/>
                          <a:pt x="1551" y="3044"/>
                          <a:pt x="1584" y="3044"/>
                        </a:cubicBezTo>
                        <a:cubicBezTo>
                          <a:pt x="1997" y="3044"/>
                          <a:pt x="2313" y="2944"/>
                          <a:pt x="2352" y="2927"/>
                        </a:cubicBezTo>
                        <a:cubicBezTo>
                          <a:pt x="2370" y="2968"/>
                          <a:pt x="2370" y="2987"/>
                          <a:pt x="2407" y="3042"/>
                        </a:cubicBezTo>
                        <a:cubicBezTo>
                          <a:pt x="2467" y="3139"/>
                          <a:pt x="2601" y="3236"/>
                          <a:pt x="2796" y="3315"/>
                        </a:cubicBezTo>
                        <a:cubicBezTo>
                          <a:pt x="2934" y="3364"/>
                          <a:pt x="3032" y="3380"/>
                          <a:pt x="3105" y="3380"/>
                        </a:cubicBezTo>
                        <a:cubicBezTo>
                          <a:pt x="3141" y="3380"/>
                          <a:pt x="3171" y="3376"/>
                          <a:pt x="3197" y="3370"/>
                        </a:cubicBezTo>
                        <a:cubicBezTo>
                          <a:pt x="3216" y="3370"/>
                          <a:pt x="3234" y="3370"/>
                          <a:pt x="3234" y="3352"/>
                        </a:cubicBezTo>
                        <a:cubicBezTo>
                          <a:pt x="3258" y="3389"/>
                          <a:pt x="3258" y="3467"/>
                          <a:pt x="3258" y="3583"/>
                        </a:cubicBezTo>
                        <a:cubicBezTo>
                          <a:pt x="3258" y="3832"/>
                          <a:pt x="3234" y="3929"/>
                          <a:pt x="3234" y="3929"/>
                        </a:cubicBezTo>
                        <a:lnTo>
                          <a:pt x="3216" y="4045"/>
                        </a:lnTo>
                        <a:lnTo>
                          <a:pt x="3604" y="3754"/>
                        </a:lnTo>
                        <a:cubicBezTo>
                          <a:pt x="3697" y="3680"/>
                          <a:pt x="3812" y="3638"/>
                          <a:pt x="3928" y="3638"/>
                        </a:cubicBezTo>
                        <a:cubicBezTo>
                          <a:pt x="4256" y="3638"/>
                          <a:pt x="4505" y="3911"/>
                          <a:pt x="4505" y="4216"/>
                        </a:cubicBezTo>
                        <a:cubicBezTo>
                          <a:pt x="4505" y="4525"/>
                          <a:pt x="4256" y="4793"/>
                          <a:pt x="3928" y="4793"/>
                        </a:cubicBezTo>
                        <a:cubicBezTo>
                          <a:pt x="3854" y="4793"/>
                          <a:pt x="3757" y="4775"/>
                          <a:pt x="3678" y="4719"/>
                        </a:cubicBezTo>
                        <a:lnTo>
                          <a:pt x="3581" y="4678"/>
                        </a:lnTo>
                        <a:lnTo>
                          <a:pt x="3604" y="4775"/>
                        </a:lnTo>
                        <a:cubicBezTo>
                          <a:pt x="3623" y="4890"/>
                          <a:pt x="3641" y="5278"/>
                          <a:pt x="3604" y="5680"/>
                        </a:cubicBezTo>
                        <a:cubicBezTo>
                          <a:pt x="3544" y="6087"/>
                          <a:pt x="3392" y="6526"/>
                          <a:pt x="3045" y="6799"/>
                        </a:cubicBezTo>
                        <a:cubicBezTo>
                          <a:pt x="2796" y="6970"/>
                          <a:pt x="2523" y="7104"/>
                          <a:pt x="2273" y="7182"/>
                        </a:cubicBezTo>
                        <a:lnTo>
                          <a:pt x="2255" y="7182"/>
                        </a:lnTo>
                        <a:lnTo>
                          <a:pt x="2255" y="7201"/>
                        </a:lnTo>
                        <a:cubicBezTo>
                          <a:pt x="2158" y="7335"/>
                          <a:pt x="2079" y="7492"/>
                          <a:pt x="2005" y="7644"/>
                        </a:cubicBezTo>
                        <a:cubicBezTo>
                          <a:pt x="1793" y="8051"/>
                          <a:pt x="1793" y="8374"/>
                          <a:pt x="1871" y="8605"/>
                        </a:cubicBezTo>
                        <a:cubicBezTo>
                          <a:pt x="1927" y="8818"/>
                          <a:pt x="2024" y="8915"/>
                          <a:pt x="2042" y="8933"/>
                        </a:cubicBezTo>
                        <a:cubicBezTo>
                          <a:pt x="2024" y="8952"/>
                          <a:pt x="1848" y="9146"/>
                          <a:pt x="1677" y="9455"/>
                        </a:cubicBezTo>
                        <a:cubicBezTo>
                          <a:pt x="1483" y="9760"/>
                          <a:pt x="1331" y="10167"/>
                          <a:pt x="1428" y="10532"/>
                        </a:cubicBezTo>
                        <a:cubicBezTo>
                          <a:pt x="1625" y="11191"/>
                          <a:pt x="2281" y="11834"/>
                          <a:pt x="3188" y="11834"/>
                        </a:cubicBezTo>
                        <a:cubicBezTo>
                          <a:pt x="3260" y="11834"/>
                          <a:pt x="3334" y="11830"/>
                          <a:pt x="3410" y="11821"/>
                        </a:cubicBezTo>
                        <a:cubicBezTo>
                          <a:pt x="3627" y="11796"/>
                          <a:pt x="3801" y="11786"/>
                          <a:pt x="3942" y="11786"/>
                        </a:cubicBezTo>
                        <a:cubicBezTo>
                          <a:pt x="4114" y="11786"/>
                          <a:pt x="4238" y="11801"/>
                          <a:pt x="4334" y="11821"/>
                        </a:cubicBezTo>
                        <a:cubicBezTo>
                          <a:pt x="4505" y="11863"/>
                          <a:pt x="4565" y="11918"/>
                          <a:pt x="4662" y="11997"/>
                        </a:cubicBezTo>
                        <a:cubicBezTo>
                          <a:pt x="4736" y="12052"/>
                          <a:pt x="4759" y="12149"/>
                          <a:pt x="4778" y="12228"/>
                        </a:cubicBezTo>
                        <a:cubicBezTo>
                          <a:pt x="4778" y="12265"/>
                          <a:pt x="4778" y="12302"/>
                          <a:pt x="4796" y="12343"/>
                        </a:cubicBezTo>
                        <a:cubicBezTo>
                          <a:pt x="4815" y="12343"/>
                          <a:pt x="4833" y="12362"/>
                          <a:pt x="4875" y="12362"/>
                        </a:cubicBezTo>
                        <a:cubicBezTo>
                          <a:pt x="4881" y="12368"/>
                          <a:pt x="4887" y="12370"/>
                          <a:pt x="4893" y="12370"/>
                        </a:cubicBezTo>
                        <a:cubicBezTo>
                          <a:pt x="4906" y="12370"/>
                          <a:pt x="4918" y="12362"/>
                          <a:pt x="4930" y="12362"/>
                        </a:cubicBezTo>
                        <a:cubicBezTo>
                          <a:pt x="5106" y="12302"/>
                          <a:pt x="5720" y="12094"/>
                          <a:pt x="5951" y="11419"/>
                        </a:cubicBezTo>
                        <a:cubicBezTo>
                          <a:pt x="6067" y="11073"/>
                          <a:pt x="6048" y="10800"/>
                          <a:pt x="5988" y="10629"/>
                        </a:cubicBezTo>
                        <a:cubicBezTo>
                          <a:pt x="5933" y="10495"/>
                          <a:pt x="5891" y="10453"/>
                          <a:pt x="5873" y="10416"/>
                        </a:cubicBezTo>
                        <a:cubicBezTo>
                          <a:pt x="5933" y="10398"/>
                          <a:pt x="6376" y="10167"/>
                          <a:pt x="6584" y="9529"/>
                        </a:cubicBezTo>
                        <a:cubicBezTo>
                          <a:pt x="6815" y="8878"/>
                          <a:pt x="6626" y="8397"/>
                          <a:pt x="6607" y="8356"/>
                        </a:cubicBezTo>
                        <a:cubicBezTo>
                          <a:pt x="6626" y="8337"/>
                          <a:pt x="6723" y="8222"/>
                          <a:pt x="6797" y="7954"/>
                        </a:cubicBezTo>
                        <a:cubicBezTo>
                          <a:pt x="6857" y="7663"/>
                          <a:pt x="6875" y="7242"/>
                          <a:pt x="6663" y="6739"/>
                        </a:cubicBezTo>
                        <a:cubicBezTo>
                          <a:pt x="6261" y="5777"/>
                          <a:pt x="5295" y="5643"/>
                          <a:pt x="5161" y="5625"/>
                        </a:cubicBezTo>
                        <a:cubicBezTo>
                          <a:pt x="5198" y="5583"/>
                          <a:pt x="5221" y="5509"/>
                          <a:pt x="5258" y="5412"/>
                        </a:cubicBezTo>
                        <a:cubicBezTo>
                          <a:pt x="5337" y="5218"/>
                          <a:pt x="5411" y="4872"/>
                          <a:pt x="5471" y="4276"/>
                        </a:cubicBezTo>
                        <a:cubicBezTo>
                          <a:pt x="5545" y="3102"/>
                          <a:pt x="5143" y="1790"/>
                          <a:pt x="3757" y="695"/>
                        </a:cubicBezTo>
                        <a:cubicBezTo>
                          <a:pt x="3161" y="233"/>
                          <a:pt x="2541" y="2"/>
                          <a:pt x="1964" y="2"/>
                        </a:cubicBezTo>
                        <a:cubicBezTo>
                          <a:pt x="1945" y="1"/>
                          <a:pt x="1926" y="1"/>
                          <a:pt x="190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199" name="Google Shape;2199;p47"/>
            <p:cNvGrpSpPr/>
            <p:nvPr/>
          </p:nvGrpSpPr>
          <p:grpSpPr>
            <a:xfrm>
              <a:off x="5458177" y="1284078"/>
              <a:ext cx="555350" cy="555265"/>
              <a:chOff x="3894327" y="779703"/>
              <a:chExt cx="555350" cy="555265"/>
            </a:xfrm>
          </p:grpSpPr>
          <p:sp>
            <p:nvSpPr>
              <p:cNvPr id="2200" name="Google Shape;2200;p47"/>
              <p:cNvSpPr/>
              <p:nvPr/>
            </p:nvSpPr>
            <p:spPr>
              <a:xfrm>
                <a:off x="4113366" y="784984"/>
                <a:ext cx="119146" cy="78181"/>
              </a:xfrm>
              <a:custGeom>
                <a:avLst/>
                <a:gdLst/>
                <a:ahLst/>
                <a:cxnLst/>
                <a:rect l="l" t="t" r="r" b="b"/>
                <a:pathLst>
                  <a:path w="1399" h="918" extrusionOk="0">
                    <a:moveTo>
                      <a:pt x="330" y="1"/>
                    </a:moveTo>
                    <a:cubicBezTo>
                      <a:pt x="220" y="1"/>
                      <a:pt x="131" y="69"/>
                      <a:pt x="110" y="174"/>
                    </a:cubicBezTo>
                    <a:lnTo>
                      <a:pt x="0" y="745"/>
                    </a:lnTo>
                    <a:lnTo>
                      <a:pt x="0" y="765"/>
                    </a:lnTo>
                    <a:cubicBezTo>
                      <a:pt x="0" y="854"/>
                      <a:pt x="68" y="917"/>
                      <a:pt x="152" y="917"/>
                    </a:cubicBezTo>
                    <a:lnTo>
                      <a:pt x="1267" y="917"/>
                    </a:lnTo>
                    <a:cubicBezTo>
                      <a:pt x="1356" y="917"/>
                      <a:pt x="1398" y="828"/>
                      <a:pt x="1377" y="745"/>
                    </a:cubicBezTo>
                    <a:lnTo>
                      <a:pt x="1267" y="174"/>
                    </a:lnTo>
                    <a:cubicBezTo>
                      <a:pt x="1246" y="69"/>
                      <a:pt x="1157" y="1"/>
                      <a:pt x="10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7"/>
              <p:cNvSpPr/>
              <p:nvPr/>
            </p:nvSpPr>
            <p:spPr>
              <a:xfrm>
                <a:off x="4106212" y="779703"/>
                <a:ext cx="131665" cy="89253"/>
              </a:xfrm>
              <a:custGeom>
                <a:avLst/>
                <a:gdLst/>
                <a:ahLst/>
                <a:cxnLst/>
                <a:rect l="l" t="t" r="r" b="b"/>
                <a:pathLst>
                  <a:path w="1546" h="1048" extrusionOk="0">
                    <a:moveTo>
                      <a:pt x="1131" y="105"/>
                    </a:moveTo>
                    <a:cubicBezTo>
                      <a:pt x="1220" y="105"/>
                      <a:pt x="1283" y="173"/>
                      <a:pt x="1309" y="262"/>
                    </a:cubicBezTo>
                    <a:lnTo>
                      <a:pt x="1414" y="827"/>
                    </a:lnTo>
                    <a:cubicBezTo>
                      <a:pt x="1414" y="869"/>
                      <a:pt x="1372" y="937"/>
                      <a:pt x="1330" y="937"/>
                    </a:cubicBezTo>
                    <a:lnTo>
                      <a:pt x="236" y="937"/>
                    </a:lnTo>
                    <a:cubicBezTo>
                      <a:pt x="173" y="937"/>
                      <a:pt x="131" y="869"/>
                      <a:pt x="152" y="827"/>
                    </a:cubicBezTo>
                    <a:lnTo>
                      <a:pt x="262" y="262"/>
                    </a:lnTo>
                    <a:cubicBezTo>
                      <a:pt x="262" y="173"/>
                      <a:pt x="346" y="105"/>
                      <a:pt x="414" y="105"/>
                    </a:cubicBezTo>
                    <a:close/>
                    <a:moveTo>
                      <a:pt x="414" y="0"/>
                    </a:moveTo>
                    <a:cubicBezTo>
                      <a:pt x="283" y="0"/>
                      <a:pt x="173" y="105"/>
                      <a:pt x="152" y="236"/>
                    </a:cubicBezTo>
                    <a:lnTo>
                      <a:pt x="21" y="807"/>
                    </a:lnTo>
                    <a:cubicBezTo>
                      <a:pt x="0" y="937"/>
                      <a:pt x="105" y="1047"/>
                      <a:pt x="236" y="1047"/>
                    </a:cubicBezTo>
                    <a:lnTo>
                      <a:pt x="1330" y="1047"/>
                    </a:lnTo>
                    <a:cubicBezTo>
                      <a:pt x="1461" y="1047"/>
                      <a:pt x="1545" y="937"/>
                      <a:pt x="1524" y="807"/>
                    </a:cubicBezTo>
                    <a:lnTo>
                      <a:pt x="1414" y="236"/>
                    </a:lnTo>
                    <a:cubicBezTo>
                      <a:pt x="1393" y="105"/>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7"/>
              <p:cNvSpPr/>
              <p:nvPr/>
            </p:nvSpPr>
            <p:spPr>
              <a:xfrm>
                <a:off x="4271173" y="837529"/>
                <a:ext cx="122723" cy="120168"/>
              </a:xfrm>
              <a:custGeom>
                <a:avLst/>
                <a:gdLst/>
                <a:ahLst/>
                <a:cxnLst/>
                <a:rect l="l" t="t" r="r" b="b"/>
                <a:pathLst>
                  <a:path w="1441" h="1411" extrusionOk="0">
                    <a:moveTo>
                      <a:pt x="687" y="1"/>
                    </a:moveTo>
                    <a:cubicBezTo>
                      <a:pt x="646" y="1"/>
                      <a:pt x="607" y="12"/>
                      <a:pt x="572" y="38"/>
                    </a:cubicBezTo>
                    <a:lnTo>
                      <a:pt x="90" y="368"/>
                    </a:lnTo>
                    <a:cubicBezTo>
                      <a:pt x="69" y="368"/>
                      <a:pt x="69" y="368"/>
                      <a:pt x="69" y="389"/>
                    </a:cubicBezTo>
                    <a:cubicBezTo>
                      <a:pt x="1" y="431"/>
                      <a:pt x="1" y="541"/>
                      <a:pt x="69" y="583"/>
                    </a:cubicBezTo>
                    <a:lnTo>
                      <a:pt x="834" y="1369"/>
                    </a:lnTo>
                    <a:lnTo>
                      <a:pt x="854" y="1369"/>
                    </a:lnTo>
                    <a:cubicBezTo>
                      <a:pt x="881" y="1398"/>
                      <a:pt x="913" y="1410"/>
                      <a:pt x="945" y="1410"/>
                    </a:cubicBezTo>
                    <a:cubicBezTo>
                      <a:pt x="989" y="1410"/>
                      <a:pt x="1035" y="1387"/>
                      <a:pt x="1074" y="1348"/>
                    </a:cubicBezTo>
                    <a:lnTo>
                      <a:pt x="1378" y="866"/>
                    </a:lnTo>
                    <a:cubicBezTo>
                      <a:pt x="1441" y="782"/>
                      <a:pt x="1441" y="651"/>
                      <a:pt x="1357" y="583"/>
                    </a:cubicBezTo>
                    <a:lnTo>
                      <a:pt x="854" y="59"/>
                    </a:lnTo>
                    <a:cubicBezTo>
                      <a:pt x="803" y="23"/>
                      <a:pt x="744" y="1"/>
                      <a:pt x="6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7"/>
              <p:cNvSpPr/>
              <p:nvPr/>
            </p:nvSpPr>
            <p:spPr>
              <a:xfrm>
                <a:off x="4265892" y="832334"/>
                <a:ext cx="133879" cy="129791"/>
              </a:xfrm>
              <a:custGeom>
                <a:avLst/>
                <a:gdLst/>
                <a:ahLst/>
                <a:cxnLst/>
                <a:rect l="l" t="t" r="r" b="b"/>
                <a:pathLst>
                  <a:path w="1572" h="1524" extrusionOk="0">
                    <a:moveTo>
                      <a:pt x="749" y="113"/>
                    </a:moveTo>
                    <a:cubicBezTo>
                      <a:pt x="792" y="113"/>
                      <a:pt x="836" y="129"/>
                      <a:pt x="875" y="168"/>
                    </a:cubicBezTo>
                    <a:lnTo>
                      <a:pt x="1372" y="665"/>
                    </a:lnTo>
                    <a:cubicBezTo>
                      <a:pt x="1440" y="733"/>
                      <a:pt x="1440" y="822"/>
                      <a:pt x="1398" y="885"/>
                    </a:cubicBezTo>
                    <a:lnTo>
                      <a:pt x="1068" y="1367"/>
                    </a:lnTo>
                    <a:cubicBezTo>
                      <a:pt x="1055" y="1393"/>
                      <a:pt x="1024" y="1411"/>
                      <a:pt x="993" y="1411"/>
                    </a:cubicBezTo>
                    <a:cubicBezTo>
                      <a:pt x="973" y="1411"/>
                      <a:pt x="953" y="1404"/>
                      <a:pt x="937" y="1388"/>
                    </a:cubicBezTo>
                    <a:lnTo>
                      <a:pt x="173" y="623"/>
                    </a:lnTo>
                    <a:cubicBezTo>
                      <a:pt x="131" y="581"/>
                      <a:pt x="131" y="492"/>
                      <a:pt x="173" y="471"/>
                    </a:cubicBezTo>
                    <a:lnTo>
                      <a:pt x="655" y="141"/>
                    </a:lnTo>
                    <a:cubicBezTo>
                      <a:pt x="682" y="123"/>
                      <a:pt x="715" y="113"/>
                      <a:pt x="749" y="113"/>
                    </a:cubicBezTo>
                    <a:close/>
                    <a:moveTo>
                      <a:pt x="750" y="0"/>
                    </a:moveTo>
                    <a:cubicBezTo>
                      <a:pt x="692" y="0"/>
                      <a:pt x="635" y="18"/>
                      <a:pt x="587" y="58"/>
                    </a:cubicBezTo>
                    <a:lnTo>
                      <a:pt x="110" y="382"/>
                    </a:lnTo>
                    <a:cubicBezTo>
                      <a:pt x="0" y="450"/>
                      <a:pt x="0" y="602"/>
                      <a:pt x="89" y="691"/>
                    </a:cubicBezTo>
                    <a:lnTo>
                      <a:pt x="848" y="1451"/>
                    </a:lnTo>
                    <a:cubicBezTo>
                      <a:pt x="889" y="1500"/>
                      <a:pt x="942" y="1523"/>
                      <a:pt x="996" y="1523"/>
                    </a:cubicBezTo>
                    <a:cubicBezTo>
                      <a:pt x="1062" y="1523"/>
                      <a:pt x="1130" y="1490"/>
                      <a:pt x="1178" y="1430"/>
                    </a:cubicBezTo>
                    <a:lnTo>
                      <a:pt x="1503" y="953"/>
                    </a:lnTo>
                    <a:cubicBezTo>
                      <a:pt x="1571" y="843"/>
                      <a:pt x="1550" y="691"/>
                      <a:pt x="1461" y="602"/>
                    </a:cubicBezTo>
                    <a:lnTo>
                      <a:pt x="958" y="79"/>
                    </a:lnTo>
                    <a:cubicBezTo>
                      <a:pt x="897" y="29"/>
                      <a:pt x="823" y="0"/>
                      <a:pt x="7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7"/>
              <p:cNvSpPr/>
              <p:nvPr/>
            </p:nvSpPr>
            <p:spPr>
              <a:xfrm>
                <a:off x="4366214" y="998658"/>
                <a:ext cx="78096" cy="117783"/>
              </a:xfrm>
              <a:custGeom>
                <a:avLst/>
                <a:gdLst/>
                <a:ahLst/>
                <a:cxnLst/>
                <a:rect l="l" t="t" r="r" b="b"/>
                <a:pathLst>
                  <a:path w="917" h="1383" extrusionOk="0">
                    <a:moveTo>
                      <a:pt x="152" y="0"/>
                    </a:moveTo>
                    <a:cubicBezTo>
                      <a:pt x="63" y="0"/>
                      <a:pt x="0" y="68"/>
                      <a:pt x="0" y="152"/>
                    </a:cubicBezTo>
                    <a:lnTo>
                      <a:pt x="0" y="1226"/>
                    </a:lnTo>
                    <a:lnTo>
                      <a:pt x="0" y="1268"/>
                    </a:lnTo>
                    <a:cubicBezTo>
                      <a:pt x="18" y="1342"/>
                      <a:pt x="68" y="1383"/>
                      <a:pt x="132" y="1383"/>
                    </a:cubicBezTo>
                    <a:cubicBezTo>
                      <a:pt x="145" y="1383"/>
                      <a:pt x="159" y="1381"/>
                      <a:pt x="173" y="1378"/>
                    </a:cubicBezTo>
                    <a:lnTo>
                      <a:pt x="744" y="1268"/>
                    </a:lnTo>
                    <a:cubicBezTo>
                      <a:pt x="849" y="1247"/>
                      <a:pt x="917" y="1158"/>
                      <a:pt x="917" y="1048"/>
                    </a:cubicBezTo>
                    <a:lnTo>
                      <a:pt x="917" y="330"/>
                    </a:lnTo>
                    <a:cubicBezTo>
                      <a:pt x="917" y="220"/>
                      <a:pt x="849" y="131"/>
                      <a:pt x="744" y="110"/>
                    </a:cubicBezTo>
                    <a:lnTo>
                      <a:pt x="1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7"/>
              <p:cNvSpPr/>
              <p:nvPr/>
            </p:nvSpPr>
            <p:spPr>
              <a:xfrm>
                <a:off x="4360423" y="993037"/>
                <a:ext cx="89253" cy="128599"/>
              </a:xfrm>
              <a:custGeom>
                <a:avLst/>
                <a:gdLst/>
                <a:ahLst/>
                <a:cxnLst/>
                <a:rect l="l" t="t" r="r" b="b"/>
                <a:pathLst>
                  <a:path w="1048" h="1510" extrusionOk="0">
                    <a:moveTo>
                      <a:pt x="241" y="113"/>
                    </a:moveTo>
                    <a:lnTo>
                      <a:pt x="812" y="218"/>
                    </a:lnTo>
                    <a:cubicBezTo>
                      <a:pt x="875" y="244"/>
                      <a:pt x="943" y="307"/>
                      <a:pt x="943" y="396"/>
                    </a:cubicBezTo>
                    <a:lnTo>
                      <a:pt x="943" y="1114"/>
                    </a:lnTo>
                    <a:cubicBezTo>
                      <a:pt x="943" y="1203"/>
                      <a:pt x="875" y="1266"/>
                      <a:pt x="812" y="1292"/>
                    </a:cubicBezTo>
                    <a:lnTo>
                      <a:pt x="241" y="1397"/>
                    </a:lnTo>
                    <a:cubicBezTo>
                      <a:pt x="178" y="1397"/>
                      <a:pt x="110" y="1355"/>
                      <a:pt x="110" y="1292"/>
                    </a:cubicBezTo>
                    <a:lnTo>
                      <a:pt x="110" y="218"/>
                    </a:lnTo>
                    <a:cubicBezTo>
                      <a:pt x="110" y="155"/>
                      <a:pt x="178" y="113"/>
                      <a:pt x="241" y="113"/>
                    </a:cubicBezTo>
                    <a:close/>
                    <a:moveTo>
                      <a:pt x="228" y="1"/>
                    </a:moveTo>
                    <a:cubicBezTo>
                      <a:pt x="110" y="1"/>
                      <a:pt x="0" y="99"/>
                      <a:pt x="0" y="218"/>
                    </a:cubicBezTo>
                    <a:lnTo>
                      <a:pt x="0" y="1292"/>
                    </a:lnTo>
                    <a:cubicBezTo>
                      <a:pt x="0" y="1411"/>
                      <a:pt x="110" y="1509"/>
                      <a:pt x="228" y="1509"/>
                    </a:cubicBezTo>
                    <a:cubicBezTo>
                      <a:pt x="239" y="1509"/>
                      <a:pt x="251" y="1508"/>
                      <a:pt x="262" y="1507"/>
                    </a:cubicBezTo>
                    <a:lnTo>
                      <a:pt x="833" y="1397"/>
                    </a:lnTo>
                    <a:cubicBezTo>
                      <a:pt x="964" y="1376"/>
                      <a:pt x="1048" y="1245"/>
                      <a:pt x="1048" y="1114"/>
                    </a:cubicBezTo>
                    <a:lnTo>
                      <a:pt x="1048" y="396"/>
                    </a:lnTo>
                    <a:cubicBezTo>
                      <a:pt x="1048" y="265"/>
                      <a:pt x="964" y="155"/>
                      <a:pt x="833" y="113"/>
                    </a:cubicBezTo>
                    <a:lnTo>
                      <a:pt x="262" y="4"/>
                    </a:lnTo>
                    <a:cubicBezTo>
                      <a:pt x="251" y="2"/>
                      <a:pt x="239" y="1"/>
                      <a:pt x="22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7"/>
              <p:cNvSpPr/>
              <p:nvPr/>
            </p:nvSpPr>
            <p:spPr>
              <a:xfrm>
                <a:off x="4271173" y="1157998"/>
                <a:ext cx="122723" cy="119146"/>
              </a:xfrm>
              <a:custGeom>
                <a:avLst/>
                <a:gdLst/>
                <a:ahLst/>
                <a:cxnLst/>
                <a:rect l="l" t="t" r="r" b="b"/>
                <a:pathLst>
                  <a:path w="1441" h="1399" extrusionOk="0">
                    <a:moveTo>
                      <a:pt x="941" y="0"/>
                    </a:moveTo>
                    <a:cubicBezTo>
                      <a:pt x="903" y="0"/>
                      <a:pt x="865" y="17"/>
                      <a:pt x="834" y="51"/>
                    </a:cubicBezTo>
                    <a:lnTo>
                      <a:pt x="69" y="816"/>
                    </a:lnTo>
                    <a:cubicBezTo>
                      <a:pt x="48" y="816"/>
                      <a:pt x="48" y="816"/>
                      <a:pt x="48" y="837"/>
                    </a:cubicBezTo>
                    <a:cubicBezTo>
                      <a:pt x="1" y="900"/>
                      <a:pt x="1" y="989"/>
                      <a:pt x="90" y="1057"/>
                    </a:cubicBezTo>
                    <a:lnTo>
                      <a:pt x="572" y="1361"/>
                    </a:lnTo>
                    <a:cubicBezTo>
                      <a:pt x="607" y="1387"/>
                      <a:pt x="646" y="1398"/>
                      <a:pt x="687" y="1398"/>
                    </a:cubicBezTo>
                    <a:cubicBezTo>
                      <a:pt x="744" y="1398"/>
                      <a:pt x="803" y="1376"/>
                      <a:pt x="854" y="1340"/>
                    </a:cubicBezTo>
                    <a:lnTo>
                      <a:pt x="1357" y="837"/>
                    </a:lnTo>
                    <a:cubicBezTo>
                      <a:pt x="1441" y="748"/>
                      <a:pt x="1441" y="638"/>
                      <a:pt x="1378" y="554"/>
                    </a:cubicBezTo>
                    <a:lnTo>
                      <a:pt x="1074" y="72"/>
                    </a:lnTo>
                    <a:lnTo>
                      <a:pt x="1048" y="51"/>
                    </a:lnTo>
                    <a:cubicBezTo>
                      <a:pt x="1017" y="17"/>
                      <a:pt x="979" y="0"/>
                      <a:pt x="9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7"/>
              <p:cNvSpPr/>
              <p:nvPr/>
            </p:nvSpPr>
            <p:spPr>
              <a:xfrm>
                <a:off x="4265892" y="1153314"/>
                <a:ext cx="133879" cy="129025"/>
              </a:xfrm>
              <a:custGeom>
                <a:avLst/>
                <a:gdLst/>
                <a:ahLst/>
                <a:cxnLst/>
                <a:rect l="l" t="t" r="r" b="b"/>
                <a:pathLst>
                  <a:path w="1572" h="1515" extrusionOk="0">
                    <a:moveTo>
                      <a:pt x="993" y="104"/>
                    </a:moveTo>
                    <a:cubicBezTo>
                      <a:pt x="1024" y="104"/>
                      <a:pt x="1055" y="122"/>
                      <a:pt x="1068" y="148"/>
                    </a:cubicBezTo>
                    <a:lnTo>
                      <a:pt x="1398" y="630"/>
                    </a:lnTo>
                    <a:cubicBezTo>
                      <a:pt x="1440" y="693"/>
                      <a:pt x="1440" y="782"/>
                      <a:pt x="1372" y="850"/>
                    </a:cubicBezTo>
                    <a:lnTo>
                      <a:pt x="875" y="1347"/>
                    </a:lnTo>
                    <a:cubicBezTo>
                      <a:pt x="836" y="1386"/>
                      <a:pt x="792" y="1402"/>
                      <a:pt x="749" y="1402"/>
                    </a:cubicBezTo>
                    <a:cubicBezTo>
                      <a:pt x="715" y="1402"/>
                      <a:pt x="682" y="1392"/>
                      <a:pt x="655" y="1374"/>
                    </a:cubicBezTo>
                    <a:lnTo>
                      <a:pt x="173" y="1044"/>
                    </a:lnTo>
                    <a:cubicBezTo>
                      <a:pt x="131" y="1023"/>
                      <a:pt x="110" y="955"/>
                      <a:pt x="152" y="913"/>
                    </a:cubicBezTo>
                    <a:lnTo>
                      <a:pt x="937" y="127"/>
                    </a:lnTo>
                    <a:cubicBezTo>
                      <a:pt x="953" y="111"/>
                      <a:pt x="973" y="104"/>
                      <a:pt x="993" y="104"/>
                    </a:cubicBezTo>
                    <a:close/>
                    <a:moveTo>
                      <a:pt x="1004" y="0"/>
                    </a:moveTo>
                    <a:cubicBezTo>
                      <a:pt x="947" y="0"/>
                      <a:pt x="891" y="22"/>
                      <a:pt x="848" y="64"/>
                    </a:cubicBezTo>
                    <a:lnTo>
                      <a:pt x="89" y="824"/>
                    </a:lnTo>
                    <a:cubicBezTo>
                      <a:pt x="0" y="913"/>
                      <a:pt x="0" y="1065"/>
                      <a:pt x="110" y="1154"/>
                    </a:cubicBezTo>
                    <a:lnTo>
                      <a:pt x="587" y="1457"/>
                    </a:lnTo>
                    <a:cubicBezTo>
                      <a:pt x="635" y="1497"/>
                      <a:pt x="692" y="1515"/>
                      <a:pt x="750" y="1515"/>
                    </a:cubicBezTo>
                    <a:cubicBezTo>
                      <a:pt x="823" y="1515"/>
                      <a:pt x="897" y="1486"/>
                      <a:pt x="958" y="1436"/>
                    </a:cubicBezTo>
                    <a:lnTo>
                      <a:pt x="1461" y="913"/>
                    </a:lnTo>
                    <a:cubicBezTo>
                      <a:pt x="1550" y="824"/>
                      <a:pt x="1571" y="672"/>
                      <a:pt x="1482" y="562"/>
                    </a:cubicBezTo>
                    <a:lnTo>
                      <a:pt x="1178" y="85"/>
                    </a:lnTo>
                    <a:cubicBezTo>
                      <a:pt x="1131" y="27"/>
                      <a:pt x="1067" y="0"/>
                      <a:pt x="100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7"/>
              <p:cNvSpPr/>
              <p:nvPr/>
            </p:nvSpPr>
            <p:spPr>
              <a:xfrm>
                <a:off x="4111577" y="1251507"/>
                <a:ext cx="119146" cy="78181"/>
              </a:xfrm>
              <a:custGeom>
                <a:avLst/>
                <a:gdLst/>
                <a:ahLst/>
                <a:cxnLst/>
                <a:rect l="l" t="t" r="r" b="b"/>
                <a:pathLst>
                  <a:path w="1399" h="918" extrusionOk="0">
                    <a:moveTo>
                      <a:pt x="131" y="1"/>
                    </a:moveTo>
                    <a:cubicBezTo>
                      <a:pt x="68" y="1"/>
                      <a:pt x="0" y="90"/>
                      <a:pt x="21" y="174"/>
                    </a:cubicBezTo>
                    <a:lnTo>
                      <a:pt x="131" y="744"/>
                    </a:lnTo>
                    <a:cubicBezTo>
                      <a:pt x="152" y="849"/>
                      <a:pt x="241" y="917"/>
                      <a:pt x="351" y="917"/>
                    </a:cubicBezTo>
                    <a:lnTo>
                      <a:pt x="1068" y="917"/>
                    </a:lnTo>
                    <a:cubicBezTo>
                      <a:pt x="1178" y="917"/>
                      <a:pt x="1267" y="849"/>
                      <a:pt x="1288" y="744"/>
                    </a:cubicBezTo>
                    <a:lnTo>
                      <a:pt x="1398" y="174"/>
                    </a:lnTo>
                    <a:lnTo>
                      <a:pt x="1398" y="153"/>
                    </a:lnTo>
                    <a:cubicBezTo>
                      <a:pt x="1398" y="64"/>
                      <a:pt x="1330" y="1"/>
                      <a:pt x="12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7"/>
              <p:cNvSpPr/>
              <p:nvPr/>
            </p:nvSpPr>
            <p:spPr>
              <a:xfrm>
                <a:off x="4106212" y="1245716"/>
                <a:ext cx="131665" cy="89253"/>
              </a:xfrm>
              <a:custGeom>
                <a:avLst/>
                <a:gdLst/>
                <a:ahLst/>
                <a:cxnLst/>
                <a:rect l="l" t="t" r="r" b="b"/>
                <a:pathLst>
                  <a:path w="1546" h="1048" extrusionOk="0">
                    <a:moveTo>
                      <a:pt x="1309" y="111"/>
                    </a:moveTo>
                    <a:cubicBezTo>
                      <a:pt x="1372" y="111"/>
                      <a:pt x="1414" y="179"/>
                      <a:pt x="1414" y="221"/>
                    </a:cubicBezTo>
                    <a:lnTo>
                      <a:pt x="1309" y="786"/>
                    </a:lnTo>
                    <a:cubicBezTo>
                      <a:pt x="1283" y="875"/>
                      <a:pt x="1220" y="943"/>
                      <a:pt x="1131" y="943"/>
                    </a:cubicBezTo>
                    <a:lnTo>
                      <a:pt x="414" y="943"/>
                    </a:lnTo>
                    <a:cubicBezTo>
                      <a:pt x="325" y="943"/>
                      <a:pt x="262" y="875"/>
                      <a:pt x="236" y="786"/>
                    </a:cubicBezTo>
                    <a:lnTo>
                      <a:pt x="131" y="221"/>
                    </a:lnTo>
                    <a:cubicBezTo>
                      <a:pt x="131" y="179"/>
                      <a:pt x="173" y="111"/>
                      <a:pt x="236" y="111"/>
                    </a:cubicBezTo>
                    <a:close/>
                    <a:moveTo>
                      <a:pt x="236" y="1"/>
                    </a:moveTo>
                    <a:cubicBezTo>
                      <a:pt x="105" y="1"/>
                      <a:pt x="0" y="132"/>
                      <a:pt x="21" y="242"/>
                    </a:cubicBezTo>
                    <a:lnTo>
                      <a:pt x="131" y="812"/>
                    </a:lnTo>
                    <a:cubicBezTo>
                      <a:pt x="173" y="943"/>
                      <a:pt x="283" y="1048"/>
                      <a:pt x="414" y="1048"/>
                    </a:cubicBezTo>
                    <a:lnTo>
                      <a:pt x="1131" y="1048"/>
                    </a:lnTo>
                    <a:cubicBezTo>
                      <a:pt x="1262" y="1048"/>
                      <a:pt x="1393" y="943"/>
                      <a:pt x="1414" y="812"/>
                    </a:cubicBezTo>
                    <a:lnTo>
                      <a:pt x="1524" y="242"/>
                    </a:lnTo>
                    <a:cubicBezTo>
                      <a:pt x="1545" y="132"/>
                      <a:pt x="1440" y="1"/>
                      <a:pt x="1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7"/>
              <p:cNvSpPr/>
              <p:nvPr/>
            </p:nvSpPr>
            <p:spPr>
              <a:xfrm>
                <a:off x="3950108" y="1157913"/>
                <a:ext cx="122723" cy="119231"/>
              </a:xfrm>
              <a:custGeom>
                <a:avLst/>
                <a:gdLst/>
                <a:ahLst/>
                <a:cxnLst/>
                <a:rect l="l" t="t" r="r" b="b"/>
                <a:pathLst>
                  <a:path w="1441" h="1400" extrusionOk="0">
                    <a:moveTo>
                      <a:pt x="499" y="0"/>
                    </a:moveTo>
                    <a:cubicBezTo>
                      <a:pt x="457" y="0"/>
                      <a:pt x="417" y="22"/>
                      <a:pt x="393" y="73"/>
                    </a:cubicBezTo>
                    <a:lnTo>
                      <a:pt x="63" y="534"/>
                    </a:lnTo>
                    <a:cubicBezTo>
                      <a:pt x="0" y="639"/>
                      <a:pt x="21" y="749"/>
                      <a:pt x="84" y="838"/>
                    </a:cubicBezTo>
                    <a:lnTo>
                      <a:pt x="608" y="1341"/>
                    </a:lnTo>
                    <a:cubicBezTo>
                      <a:pt x="647" y="1377"/>
                      <a:pt x="708" y="1399"/>
                      <a:pt x="769" y="1399"/>
                    </a:cubicBezTo>
                    <a:cubicBezTo>
                      <a:pt x="812" y="1399"/>
                      <a:pt x="855" y="1388"/>
                      <a:pt x="891" y="1362"/>
                    </a:cubicBezTo>
                    <a:lnTo>
                      <a:pt x="1372" y="1032"/>
                    </a:lnTo>
                    <a:lnTo>
                      <a:pt x="1393" y="1032"/>
                    </a:lnTo>
                    <a:cubicBezTo>
                      <a:pt x="1440" y="969"/>
                      <a:pt x="1440" y="859"/>
                      <a:pt x="1393" y="817"/>
                    </a:cubicBezTo>
                    <a:lnTo>
                      <a:pt x="608" y="52"/>
                    </a:lnTo>
                    <a:cubicBezTo>
                      <a:pt x="608" y="31"/>
                      <a:pt x="608" y="31"/>
                      <a:pt x="587" y="31"/>
                    </a:cubicBezTo>
                    <a:cubicBezTo>
                      <a:pt x="560" y="12"/>
                      <a:pt x="529" y="0"/>
                      <a:pt x="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7"/>
              <p:cNvSpPr/>
              <p:nvPr/>
            </p:nvSpPr>
            <p:spPr>
              <a:xfrm>
                <a:off x="3944317" y="1152547"/>
                <a:ext cx="135668" cy="129791"/>
              </a:xfrm>
              <a:custGeom>
                <a:avLst/>
                <a:gdLst/>
                <a:ahLst/>
                <a:cxnLst/>
                <a:rect l="l" t="t" r="r" b="b"/>
                <a:pathLst>
                  <a:path w="1593" h="1524" extrusionOk="0">
                    <a:moveTo>
                      <a:pt x="593" y="113"/>
                    </a:moveTo>
                    <a:cubicBezTo>
                      <a:pt x="616" y="113"/>
                      <a:pt x="639" y="120"/>
                      <a:pt x="655" y="136"/>
                    </a:cubicBezTo>
                    <a:lnTo>
                      <a:pt x="1419" y="901"/>
                    </a:lnTo>
                    <a:cubicBezTo>
                      <a:pt x="1461" y="943"/>
                      <a:pt x="1440" y="1032"/>
                      <a:pt x="1398" y="1053"/>
                    </a:cubicBezTo>
                    <a:lnTo>
                      <a:pt x="917" y="1383"/>
                    </a:lnTo>
                    <a:cubicBezTo>
                      <a:pt x="889" y="1401"/>
                      <a:pt x="856" y="1411"/>
                      <a:pt x="823" y="1411"/>
                    </a:cubicBezTo>
                    <a:cubicBezTo>
                      <a:pt x="780" y="1411"/>
                      <a:pt x="735" y="1395"/>
                      <a:pt x="697" y="1356"/>
                    </a:cubicBezTo>
                    <a:lnTo>
                      <a:pt x="199" y="859"/>
                    </a:lnTo>
                    <a:cubicBezTo>
                      <a:pt x="131" y="791"/>
                      <a:pt x="131" y="702"/>
                      <a:pt x="173" y="639"/>
                    </a:cubicBezTo>
                    <a:lnTo>
                      <a:pt x="503" y="157"/>
                    </a:lnTo>
                    <a:cubicBezTo>
                      <a:pt x="516" y="131"/>
                      <a:pt x="555" y="113"/>
                      <a:pt x="593" y="113"/>
                    </a:cubicBezTo>
                    <a:close/>
                    <a:moveTo>
                      <a:pt x="577" y="1"/>
                    </a:moveTo>
                    <a:cubicBezTo>
                      <a:pt x="514" y="1"/>
                      <a:pt x="451" y="34"/>
                      <a:pt x="414" y="94"/>
                    </a:cubicBezTo>
                    <a:lnTo>
                      <a:pt x="89" y="571"/>
                    </a:lnTo>
                    <a:cubicBezTo>
                      <a:pt x="0" y="681"/>
                      <a:pt x="21" y="833"/>
                      <a:pt x="110" y="922"/>
                    </a:cubicBezTo>
                    <a:lnTo>
                      <a:pt x="634" y="1445"/>
                    </a:lnTo>
                    <a:cubicBezTo>
                      <a:pt x="684" y="1495"/>
                      <a:pt x="753" y="1524"/>
                      <a:pt x="823" y="1524"/>
                    </a:cubicBezTo>
                    <a:cubicBezTo>
                      <a:pt x="879" y="1524"/>
                      <a:pt x="936" y="1506"/>
                      <a:pt x="985" y="1466"/>
                    </a:cubicBezTo>
                    <a:lnTo>
                      <a:pt x="1461" y="1163"/>
                    </a:lnTo>
                    <a:cubicBezTo>
                      <a:pt x="1571" y="1074"/>
                      <a:pt x="1592" y="922"/>
                      <a:pt x="1482" y="833"/>
                    </a:cubicBezTo>
                    <a:lnTo>
                      <a:pt x="723" y="73"/>
                    </a:lnTo>
                    <a:cubicBezTo>
                      <a:pt x="683" y="24"/>
                      <a:pt x="629" y="1"/>
                      <a:pt x="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7"/>
              <p:cNvSpPr/>
              <p:nvPr/>
            </p:nvSpPr>
            <p:spPr>
              <a:xfrm>
                <a:off x="3899692" y="998317"/>
                <a:ext cx="79885" cy="117698"/>
              </a:xfrm>
              <a:custGeom>
                <a:avLst/>
                <a:gdLst/>
                <a:ahLst/>
                <a:cxnLst/>
                <a:rect l="l" t="t" r="r" b="b"/>
                <a:pathLst>
                  <a:path w="938" h="1382" extrusionOk="0">
                    <a:moveTo>
                      <a:pt x="776" y="0"/>
                    </a:moveTo>
                    <a:cubicBezTo>
                      <a:pt x="765" y="0"/>
                      <a:pt x="755" y="2"/>
                      <a:pt x="744" y="4"/>
                    </a:cubicBezTo>
                    <a:lnTo>
                      <a:pt x="173" y="114"/>
                    </a:lnTo>
                    <a:cubicBezTo>
                      <a:pt x="69" y="135"/>
                      <a:pt x="1" y="224"/>
                      <a:pt x="1" y="334"/>
                    </a:cubicBezTo>
                    <a:lnTo>
                      <a:pt x="1" y="1052"/>
                    </a:lnTo>
                    <a:cubicBezTo>
                      <a:pt x="1" y="1162"/>
                      <a:pt x="69" y="1251"/>
                      <a:pt x="173" y="1272"/>
                    </a:cubicBezTo>
                    <a:lnTo>
                      <a:pt x="744" y="1382"/>
                    </a:lnTo>
                    <a:lnTo>
                      <a:pt x="786" y="1382"/>
                    </a:lnTo>
                    <a:cubicBezTo>
                      <a:pt x="854" y="1382"/>
                      <a:pt x="938" y="1314"/>
                      <a:pt x="938" y="1230"/>
                    </a:cubicBezTo>
                    <a:lnTo>
                      <a:pt x="938" y="156"/>
                    </a:lnTo>
                    <a:cubicBezTo>
                      <a:pt x="938" y="135"/>
                      <a:pt x="938" y="135"/>
                      <a:pt x="917" y="114"/>
                    </a:cubicBezTo>
                    <a:cubicBezTo>
                      <a:pt x="917" y="59"/>
                      <a:pt x="849" y="0"/>
                      <a:pt x="7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7"/>
              <p:cNvSpPr/>
              <p:nvPr/>
            </p:nvSpPr>
            <p:spPr>
              <a:xfrm>
                <a:off x="3894327" y="993037"/>
                <a:ext cx="89338" cy="128599"/>
              </a:xfrm>
              <a:custGeom>
                <a:avLst/>
                <a:gdLst/>
                <a:ahLst/>
                <a:cxnLst/>
                <a:rect l="l" t="t" r="r" b="b"/>
                <a:pathLst>
                  <a:path w="1049" h="1510" extrusionOk="0">
                    <a:moveTo>
                      <a:pt x="828" y="113"/>
                    </a:moveTo>
                    <a:cubicBezTo>
                      <a:pt x="891" y="113"/>
                      <a:pt x="938" y="155"/>
                      <a:pt x="938" y="218"/>
                    </a:cubicBezTo>
                    <a:lnTo>
                      <a:pt x="938" y="1292"/>
                    </a:lnTo>
                    <a:cubicBezTo>
                      <a:pt x="938" y="1355"/>
                      <a:pt x="891" y="1397"/>
                      <a:pt x="828" y="1397"/>
                    </a:cubicBezTo>
                    <a:lnTo>
                      <a:pt x="263" y="1292"/>
                    </a:lnTo>
                    <a:cubicBezTo>
                      <a:pt x="174" y="1266"/>
                      <a:pt x="132" y="1203"/>
                      <a:pt x="132" y="1114"/>
                    </a:cubicBezTo>
                    <a:lnTo>
                      <a:pt x="132" y="396"/>
                    </a:lnTo>
                    <a:cubicBezTo>
                      <a:pt x="132" y="307"/>
                      <a:pt x="174" y="244"/>
                      <a:pt x="263" y="218"/>
                    </a:cubicBezTo>
                    <a:lnTo>
                      <a:pt x="828" y="113"/>
                    </a:lnTo>
                    <a:close/>
                    <a:moveTo>
                      <a:pt x="841" y="1"/>
                    </a:moveTo>
                    <a:cubicBezTo>
                      <a:pt x="830" y="1"/>
                      <a:pt x="818" y="2"/>
                      <a:pt x="807" y="4"/>
                    </a:cubicBezTo>
                    <a:lnTo>
                      <a:pt x="236" y="113"/>
                    </a:lnTo>
                    <a:cubicBezTo>
                      <a:pt x="105" y="134"/>
                      <a:pt x="1" y="265"/>
                      <a:pt x="1" y="396"/>
                    </a:cubicBezTo>
                    <a:lnTo>
                      <a:pt x="1" y="1114"/>
                    </a:lnTo>
                    <a:cubicBezTo>
                      <a:pt x="1" y="1245"/>
                      <a:pt x="105" y="1376"/>
                      <a:pt x="236" y="1397"/>
                    </a:cubicBezTo>
                    <a:lnTo>
                      <a:pt x="807" y="1507"/>
                    </a:lnTo>
                    <a:cubicBezTo>
                      <a:pt x="818" y="1508"/>
                      <a:pt x="830" y="1509"/>
                      <a:pt x="841" y="1509"/>
                    </a:cubicBezTo>
                    <a:cubicBezTo>
                      <a:pt x="956" y="1509"/>
                      <a:pt x="1048" y="1411"/>
                      <a:pt x="1048" y="1292"/>
                    </a:cubicBezTo>
                    <a:lnTo>
                      <a:pt x="1048" y="218"/>
                    </a:lnTo>
                    <a:cubicBezTo>
                      <a:pt x="1048" y="99"/>
                      <a:pt x="956" y="1"/>
                      <a:pt x="84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7"/>
              <p:cNvSpPr/>
              <p:nvPr/>
            </p:nvSpPr>
            <p:spPr>
              <a:xfrm>
                <a:off x="3950108" y="837529"/>
                <a:ext cx="124511" cy="119146"/>
              </a:xfrm>
              <a:custGeom>
                <a:avLst/>
                <a:gdLst/>
                <a:ahLst/>
                <a:cxnLst/>
                <a:rect l="l" t="t" r="r" b="b"/>
                <a:pathLst>
                  <a:path w="1462" h="1399" extrusionOk="0">
                    <a:moveTo>
                      <a:pt x="769" y="1"/>
                    </a:moveTo>
                    <a:cubicBezTo>
                      <a:pt x="708" y="1"/>
                      <a:pt x="647" y="23"/>
                      <a:pt x="608" y="59"/>
                    </a:cubicBezTo>
                    <a:lnTo>
                      <a:pt x="84" y="562"/>
                    </a:lnTo>
                    <a:cubicBezTo>
                      <a:pt x="21" y="651"/>
                      <a:pt x="0" y="761"/>
                      <a:pt x="63" y="866"/>
                    </a:cubicBezTo>
                    <a:lnTo>
                      <a:pt x="393" y="1327"/>
                    </a:lnTo>
                    <a:cubicBezTo>
                      <a:pt x="393" y="1348"/>
                      <a:pt x="393" y="1348"/>
                      <a:pt x="414" y="1348"/>
                    </a:cubicBezTo>
                    <a:cubicBezTo>
                      <a:pt x="435" y="1382"/>
                      <a:pt x="473" y="1399"/>
                      <a:pt x="514" y="1399"/>
                    </a:cubicBezTo>
                    <a:cubicBezTo>
                      <a:pt x="554" y="1399"/>
                      <a:pt x="597" y="1382"/>
                      <a:pt x="629" y="1348"/>
                    </a:cubicBezTo>
                    <a:lnTo>
                      <a:pt x="1393" y="583"/>
                    </a:lnTo>
                    <a:lnTo>
                      <a:pt x="1414" y="562"/>
                    </a:lnTo>
                    <a:cubicBezTo>
                      <a:pt x="1461" y="499"/>
                      <a:pt x="1440" y="410"/>
                      <a:pt x="1372" y="368"/>
                    </a:cubicBezTo>
                    <a:lnTo>
                      <a:pt x="891" y="38"/>
                    </a:lnTo>
                    <a:cubicBezTo>
                      <a:pt x="855" y="12"/>
                      <a:pt x="812" y="1"/>
                      <a:pt x="7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7"/>
              <p:cNvSpPr/>
              <p:nvPr/>
            </p:nvSpPr>
            <p:spPr>
              <a:xfrm>
                <a:off x="3944317" y="832334"/>
                <a:ext cx="135668" cy="129791"/>
              </a:xfrm>
              <a:custGeom>
                <a:avLst/>
                <a:gdLst/>
                <a:ahLst/>
                <a:cxnLst/>
                <a:rect l="l" t="t" r="r" b="b"/>
                <a:pathLst>
                  <a:path w="1593" h="1524" extrusionOk="0">
                    <a:moveTo>
                      <a:pt x="823" y="113"/>
                    </a:moveTo>
                    <a:cubicBezTo>
                      <a:pt x="856" y="113"/>
                      <a:pt x="889" y="123"/>
                      <a:pt x="917" y="141"/>
                    </a:cubicBezTo>
                    <a:lnTo>
                      <a:pt x="1398" y="471"/>
                    </a:lnTo>
                    <a:cubicBezTo>
                      <a:pt x="1461" y="492"/>
                      <a:pt x="1461" y="581"/>
                      <a:pt x="1419" y="623"/>
                    </a:cubicBezTo>
                    <a:lnTo>
                      <a:pt x="655" y="1388"/>
                    </a:lnTo>
                    <a:cubicBezTo>
                      <a:pt x="639" y="1404"/>
                      <a:pt x="619" y="1411"/>
                      <a:pt x="598" y="1411"/>
                    </a:cubicBezTo>
                    <a:cubicBezTo>
                      <a:pt x="565" y="1411"/>
                      <a:pt x="529" y="1393"/>
                      <a:pt x="503" y="1367"/>
                    </a:cubicBezTo>
                    <a:lnTo>
                      <a:pt x="173" y="885"/>
                    </a:lnTo>
                    <a:cubicBezTo>
                      <a:pt x="131" y="822"/>
                      <a:pt x="152" y="733"/>
                      <a:pt x="199" y="665"/>
                    </a:cubicBezTo>
                    <a:lnTo>
                      <a:pt x="697" y="168"/>
                    </a:lnTo>
                    <a:cubicBezTo>
                      <a:pt x="735" y="129"/>
                      <a:pt x="780" y="113"/>
                      <a:pt x="823" y="113"/>
                    </a:cubicBezTo>
                    <a:close/>
                    <a:moveTo>
                      <a:pt x="823" y="0"/>
                    </a:moveTo>
                    <a:cubicBezTo>
                      <a:pt x="753" y="0"/>
                      <a:pt x="684" y="29"/>
                      <a:pt x="634" y="79"/>
                    </a:cubicBezTo>
                    <a:lnTo>
                      <a:pt x="110" y="602"/>
                    </a:lnTo>
                    <a:cubicBezTo>
                      <a:pt x="21" y="691"/>
                      <a:pt x="0" y="843"/>
                      <a:pt x="89" y="953"/>
                    </a:cubicBezTo>
                    <a:lnTo>
                      <a:pt x="414" y="1430"/>
                    </a:lnTo>
                    <a:cubicBezTo>
                      <a:pt x="451" y="1490"/>
                      <a:pt x="514" y="1523"/>
                      <a:pt x="577" y="1523"/>
                    </a:cubicBezTo>
                    <a:cubicBezTo>
                      <a:pt x="629" y="1523"/>
                      <a:pt x="683" y="1500"/>
                      <a:pt x="723" y="1451"/>
                    </a:cubicBezTo>
                    <a:lnTo>
                      <a:pt x="1508" y="691"/>
                    </a:lnTo>
                    <a:cubicBezTo>
                      <a:pt x="1592" y="602"/>
                      <a:pt x="1571" y="450"/>
                      <a:pt x="1461" y="361"/>
                    </a:cubicBezTo>
                    <a:lnTo>
                      <a:pt x="985" y="58"/>
                    </a:lnTo>
                    <a:cubicBezTo>
                      <a:pt x="936" y="18"/>
                      <a:pt x="879" y="0"/>
                      <a:pt x="82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7"/>
              <p:cNvSpPr/>
              <p:nvPr/>
            </p:nvSpPr>
            <p:spPr>
              <a:xfrm>
                <a:off x="3959051" y="842554"/>
                <a:ext cx="427784" cy="427784"/>
              </a:xfrm>
              <a:custGeom>
                <a:avLst/>
                <a:gdLst/>
                <a:ahLst/>
                <a:cxnLst/>
                <a:rect l="l" t="t" r="r" b="b"/>
                <a:pathLst>
                  <a:path w="5023" h="5023" extrusionOk="0">
                    <a:moveTo>
                      <a:pt x="2514" y="1200"/>
                    </a:moveTo>
                    <a:cubicBezTo>
                      <a:pt x="3231" y="1200"/>
                      <a:pt x="3823" y="1791"/>
                      <a:pt x="3823" y="2509"/>
                    </a:cubicBezTo>
                    <a:cubicBezTo>
                      <a:pt x="3823" y="3232"/>
                      <a:pt x="3231" y="3818"/>
                      <a:pt x="2514" y="3818"/>
                    </a:cubicBezTo>
                    <a:cubicBezTo>
                      <a:pt x="1791" y="3818"/>
                      <a:pt x="1205" y="3232"/>
                      <a:pt x="1205" y="2509"/>
                    </a:cubicBezTo>
                    <a:cubicBezTo>
                      <a:pt x="1205" y="1791"/>
                      <a:pt x="1791" y="1200"/>
                      <a:pt x="2514" y="1200"/>
                    </a:cubicBezTo>
                    <a:close/>
                    <a:moveTo>
                      <a:pt x="2514" y="0"/>
                    </a:moveTo>
                    <a:cubicBezTo>
                      <a:pt x="1115" y="0"/>
                      <a:pt x="0" y="1137"/>
                      <a:pt x="0" y="2509"/>
                    </a:cubicBezTo>
                    <a:cubicBezTo>
                      <a:pt x="0" y="3886"/>
                      <a:pt x="1115" y="5023"/>
                      <a:pt x="2514" y="5023"/>
                    </a:cubicBezTo>
                    <a:cubicBezTo>
                      <a:pt x="3886" y="5023"/>
                      <a:pt x="5022" y="3886"/>
                      <a:pt x="5022" y="2509"/>
                    </a:cubicBezTo>
                    <a:cubicBezTo>
                      <a:pt x="5022" y="1137"/>
                      <a:pt x="3886" y="0"/>
                      <a:pt x="25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7"/>
              <p:cNvSpPr/>
              <p:nvPr/>
            </p:nvSpPr>
            <p:spPr>
              <a:xfrm>
                <a:off x="3953685" y="838977"/>
                <a:ext cx="436726" cy="434938"/>
              </a:xfrm>
              <a:custGeom>
                <a:avLst/>
                <a:gdLst/>
                <a:ahLst/>
                <a:cxnLst/>
                <a:rect l="l" t="t" r="r" b="b"/>
                <a:pathLst>
                  <a:path w="5128" h="5107" extrusionOk="0">
                    <a:moveTo>
                      <a:pt x="2577" y="1310"/>
                    </a:moveTo>
                    <a:cubicBezTo>
                      <a:pt x="3273" y="1310"/>
                      <a:pt x="3818" y="1854"/>
                      <a:pt x="3818" y="2551"/>
                    </a:cubicBezTo>
                    <a:cubicBezTo>
                      <a:pt x="3818" y="3253"/>
                      <a:pt x="3273" y="3797"/>
                      <a:pt x="2577" y="3797"/>
                    </a:cubicBezTo>
                    <a:cubicBezTo>
                      <a:pt x="1875" y="3797"/>
                      <a:pt x="1309" y="3253"/>
                      <a:pt x="1309" y="2551"/>
                    </a:cubicBezTo>
                    <a:cubicBezTo>
                      <a:pt x="1309" y="1854"/>
                      <a:pt x="1875" y="1310"/>
                      <a:pt x="2577" y="1310"/>
                    </a:cubicBezTo>
                    <a:close/>
                    <a:moveTo>
                      <a:pt x="2577" y="1179"/>
                    </a:moveTo>
                    <a:cubicBezTo>
                      <a:pt x="1812" y="1179"/>
                      <a:pt x="1199" y="1792"/>
                      <a:pt x="1199" y="2551"/>
                    </a:cubicBezTo>
                    <a:cubicBezTo>
                      <a:pt x="1199" y="3316"/>
                      <a:pt x="1812" y="3928"/>
                      <a:pt x="2577" y="3928"/>
                    </a:cubicBezTo>
                    <a:cubicBezTo>
                      <a:pt x="3315" y="3928"/>
                      <a:pt x="3928" y="3316"/>
                      <a:pt x="3928" y="2551"/>
                    </a:cubicBezTo>
                    <a:cubicBezTo>
                      <a:pt x="3928" y="1792"/>
                      <a:pt x="3315" y="1179"/>
                      <a:pt x="2577" y="1179"/>
                    </a:cubicBezTo>
                    <a:close/>
                    <a:moveTo>
                      <a:pt x="2577" y="111"/>
                    </a:moveTo>
                    <a:cubicBezTo>
                      <a:pt x="3928" y="111"/>
                      <a:pt x="5017" y="1200"/>
                      <a:pt x="5017" y="2551"/>
                    </a:cubicBezTo>
                    <a:cubicBezTo>
                      <a:pt x="5017" y="3907"/>
                      <a:pt x="3928" y="4997"/>
                      <a:pt x="2577" y="4997"/>
                    </a:cubicBezTo>
                    <a:cubicBezTo>
                      <a:pt x="1220" y="4997"/>
                      <a:pt x="131" y="3907"/>
                      <a:pt x="131" y="2551"/>
                    </a:cubicBezTo>
                    <a:cubicBezTo>
                      <a:pt x="131" y="1200"/>
                      <a:pt x="1220" y="111"/>
                      <a:pt x="2577" y="111"/>
                    </a:cubicBezTo>
                    <a:close/>
                    <a:moveTo>
                      <a:pt x="2577" y="1"/>
                    </a:moveTo>
                    <a:cubicBezTo>
                      <a:pt x="1158" y="1"/>
                      <a:pt x="0" y="1137"/>
                      <a:pt x="0" y="2551"/>
                    </a:cubicBezTo>
                    <a:cubicBezTo>
                      <a:pt x="0" y="3970"/>
                      <a:pt x="1158" y="5107"/>
                      <a:pt x="2577" y="5107"/>
                    </a:cubicBezTo>
                    <a:cubicBezTo>
                      <a:pt x="3991" y="5107"/>
                      <a:pt x="5127" y="3970"/>
                      <a:pt x="5127" y="2551"/>
                    </a:cubicBezTo>
                    <a:cubicBezTo>
                      <a:pt x="5127" y="1137"/>
                      <a:pt x="3991" y="1"/>
                      <a:pt x="2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7"/>
              <p:cNvSpPr/>
              <p:nvPr/>
            </p:nvSpPr>
            <p:spPr>
              <a:xfrm>
                <a:off x="4046428" y="929931"/>
                <a:ext cx="251152" cy="253025"/>
              </a:xfrm>
              <a:custGeom>
                <a:avLst/>
                <a:gdLst/>
                <a:ahLst/>
                <a:cxnLst/>
                <a:rect l="l" t="t" r="r" b="b"/>
                <a:pathLst>
                  <a:path w="2949" h="2971" extrusionOk="0">
                    <a:moveTo>
                      <a:pt x="1488" y="174"/>
                    </a:moveTo>
                    <a:cubicBezTo>
                      <a:pt x="2205" y="174"/>
                      <a:pt x="2797" y="765"/>
                      <a:pt x="2797" y="1483"/>
                    </a:cubicBezTo>
                    <a:cubicBezTo>
                      <a:pt x="2797" y="2206"/>
                      <a:pt x="2205" y="2792"/>
                      <a:pt x="1488" y="2792"/>
                    </a:cubicBezTo>
                    <a:cubicBezTo>
                      <a:pt x="765" y="2792"/>
                      <a:pt x="179" y="2206"/>
                      <a:pt x="179" y="1483"/>
                    </a:cubicBezTo>
                    <a:cubicBezTo>
                      <a:pt x="179" y="765"/>
                      <a:pt x="765" y="174"/>
                      <a:pt x="1488" y="174"/>
                    </a:cubicBezTo>
                    <a:close/>
                    <a:moveTo>
                      <a:pt x="1488" y="1"/>
                    </a:moveTo>
                    <a:cubicBezTo>
                      <a:pt x="655" y="1"/>
                      <a:pt x="0" y="676"/>
                      <a:pt x="0" y="1483"/>
                    </a:cubicBezTo>
                    <a:cubicBezTo>
                      <a:pt x="0" y="2295"/>
                      <a:pt x="655" y="2970"/>
                      <a:pt x="1488" y="2970"/>
                    </a:cubicBezTo>
                    <a:cubicBezTo>
                      <a:pt x="2294" y="2970"/>
                      <a:pt x="2949" y="2295"/>
                      <a:pt x="2949" y="1483"/>
                    </a:cubicBezTo>
                    <a:cubicBezTo>
                      <a:pt x="2949" y="676"/>
                      <a:pt x="2294" y="1"/>
                      <a:pt x="1488" y="1"/>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7"/>
              <p:cNvSpPr/>
              <p:nvPr/>
            </p:nvSpPr>
            <p:spPr>
              <a:xfrm>
                <a:off x="4041062" y="926354"/>
                <a:ext cx="261882" cy="260179"/>
              </a:xfrm>
              <a:custGeom>
                <a:avLst/>
                <a:gdLst/>
                <a:ahLst/>
                <a:cxnLst/>
                <a:rect l="l" t="t" r="r" b="b"/>
                <a:pathLst>
                  <a:path w="3075" h="3055" extrusionOk="0">
                    <a:moveTo>
                      <a:pt x="1551" y="284"/>
                    </a:moveTo>
                    <a:cubicBezTo>
                      <a:pt x="2247" y="284"/>
                      <a:pt x="2792" y="828"/>
                      <a:pt x="2792" y="1525"/>
                    </a:cubicBezTo>
                    <a:cubicBezTo>
                      <a:pt x="2792" y="2227"/>
                      <a:pt x="2247" y="2771"/>
                      <a:pt x="1551" y="2771"/>
                    </a:cubicBezTo>
                    <a:cubicBezTo>
                      <a:pt x="849" y="2771"/>
                      <a:pt x="283" y="2227"/>
                      <a:pt x="283" y="1525"/>
                    </a:cubicBezTo>
                    <a:cubicBezTo>
                      <a:pt x="283" y="828"/>
                      <a:pt x="849" y="284"/>
                      <a:pt x="1551" y="284"/>
                    </a:cubicBezTo>
                    <a:close/>
                    <a:moveTo>
                      <a:pt x="1551" y="153"/>
                    </a:moveTo>
                    <a:cubicBezTo>
                      <a:pt x="786" y="153"/>
                      <a:pt x="173" y="766"/>
                      <a:pt x="173" y="1525"/>
                    </a:cubicBezTo>
                    <a:cubicBezTo>
                      <a:pt x="173" y="2290"/>
                      <a:pt x="786" y="2902"/>
                      <a:pt x="1551" y="2902"/>
                    </a:cubicBezTo>
                    <a:cubicBezTo>
                      <a:pt x="2289" y="2902"/>
                      <a:pt x="2902" y="2290"/>
                      <a:pt x="2902" y="1525"/>
                    </a:cubicBezTo>
                    <a:cubicBezTo>
                      <a:pt x="2902" y="766"/>
                      <a:pt x="2289" y="153"/>
                      <a:pt x="1551" y="153"/>
                    </a:cubicBezTo>
                    <a:close/>
                    <a:moveTo>
                      <a:pt x="1551" y="111"/>
                    </a:moveTo>
                    <a:cubicBezTo>
                      <a:pt x="2336" y="111"/>
                      <a:pt x="2965" y="739"/>
                      <a:pt x="2965" y="1525"/>
                    </a:cubicBezTo>
                    <a:cubicBezTo>
                      <a:pt x="2965" y="2310"/>
                      <a:pt x="2336" y="2944"/>
                      <a:pt x="1551" y="2944"/>
                    </a:cubicBezTo>
                    <a:cubicBezTo>
                      <a:pt x="765" y="2944"/>
                      <a:pt x="132" y="2310"/>
                      <a:pt x="132" y="1525"/>
                    </a:cubicBezTo>
                    <a:cubicBezTo>
                      <a:pt x="132" y="739"/>
                      <a:pt x="765" y="111"/>
                      <a:pt x="1551" y="111"/>
                    </a:cubicBezTo>
                    <a:close/>
                    <a:moveTo>
                      <a:pt x="1551" y="1"/>
                    </a:moveTo>
                    <a:cubicBezTo>
                      <a:pt x="697" y="1"/>
                      <a:pt x="1" y="677"/>
                      <a:pt x="1" y="1525"/>
                    </a:cubicBezTo>
                    <a:cubicBezTo>
                      <a:pt x="1" y="2379"/>
                      <a:pt x="697" y="3054"/>
                      <a:pt x="1551" y="3054"/>
                    </a:cubicBezTo>
                    <a:cubicBezTo>
                      <a:pt x="2399" y="3054"/>
                      <a:pt x="3075" y="2379"/>
                      <a:pt x="3075" y="1525"/>
                    </a:cubicBezTo>
                    <a:cubicBezTo>
                      <a:pt x="3075" y="677"/>
                      <a:pt x="2399" y="1"/>
                      <a:pt x="15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0" name="Google Shape;2220;p47"/>
            <p:cNvGrpSpPr/>
            <p:nvPr/>
          </p:nvGrpSpPr>
          <p:grpSpPr>
            <a:xfrm>
              <a:off x="6243085" y="1707500"/>
              <a:ext cx="555775" cy="553988"/>
              <a:chOff x="6451735" y="1456425"/>
              <a:chExt cx="555775" cy="553988"/>
            </a:xfrm>
          </p:grpSpPr>
          <p:sp>
            <p:nvSpPr>
              <p:cNvPr id="2221" name="Google Shape;2221;p47"/>
              <p:cNvSpPr/>
              <p:nvPr/>
            </p:nvSpPr>
            <p:spPr>
              <a:xfrm>
                <a:off x="6829007" y="1513484"/>
                <a:ext cx="122808" cy="119657"/>
              </a:xfrm>
              <a:custGeom>
                <a:avLst/>
                <a:gdLst/>
                <a:ahLst/>
                <a:cxnLst/>
                <a:rect l="l" t="t" r="r" b="b"/>
                <a:pathLst>
                  <a:path w="1442" h="1405" extrusionOk="0">
                    <a:moveTo>
                      <a:pt x="685" y="1"/>
                    </a:moveTo>
                    <a:cubicBezTo>
                      <a:pt x="644" y="1"/>
                      <a:pt x="604" y="12"/>
                      <a:pt x="567" y="32"/>
                    </a:cubicBezTo>
                    <a:lnTo>
                      <a:pt x="85" y="357"/>
                    </a:lnTo>
                    <a:cubicBezTo>
                      <a:pt x="64" y="357"/>
                      <a:pt x="64" y="378"/>
                      <a:pt x="64" y="378"/>
                    </a:cubicBezTo>
                    <a:cubicBezTo>
                      <a:pt x="1" y="446"/>
                      <a:pt x="1" y="535"/>
                      <a:pt x="64" y="598"/>
                    </a:cubicBezTo>
                    <a:lnTo>
                      <a:pt x="828" y="1362"/>
                    </a:lnTo>
                    <a:cubicBezTo>
                      <a:pt x="828" y="1362"/>
                      <a:pt x="828" y="1383"/>
                      <a:pt x="849" y="1383"/>
                    </a:cubicBezTo>
                    <a:cubicBezTo>
                      <a:pt x="873" y="1398"/>
                      <a:pt x="900" y="1405"/>
                      <a:pt x="925" y="1405"/>
                    </a:cubicBezTo>
                    <a:cubicBezTo>
                      <a:pt x="972" y="1405"/>
                      <a:pt x="1018" y="1382"/>
                      <a:pt x="1048" y="1341"/>
                    </a:cubicBezTo>
                    <a:lnTo>
                      <a:pt x="1373" y="859"/>
                    </a:lnTo>
                    <a:cubicBezTo>
                      <a:pt x="1441" y="770"/>
                      <a:pt x="1415" y="666"/>
                      <a:pt x="1352" y="577"/>
                    </a:cubicBezTo>
                    <a:lnTo>
                      <a:pt x="849" y="74"/>
                    </a:lnTo>
                    <a:cubicBezTo>
                      <a:pt x="798" y="22"/>
                      <a:pt x="741" y="1"/>
                      <a:pt x="6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7"/>
              <p:cNvSpPr/>
              <p:nvPr/>
            </p:nvSpPr>
            <p:spPr>
              <a:xfrm>
                <a:off x="6821427" y="1508545"/>
                <a:ext cx="135668" cy="129280"/>
              </a:xfrm>
              <a:custGeom>
                <a:avLst/>
                <a:gdLst/>
                <a:ahLst/>
                <a:cxnLst/>
                <a:rect l="l" t="t" r="r" b="b"/>
                <a:pathLst>
                  <a:path w="1593" h="1518" extrusionOk="0">
                    <a:moveTo>
                      <a:pt x="775" y="113"/>
                    </a:moveTo>
                    <a:cubicBezTo>
                      <a:pt x="817" y="113"/>
                      <a:pt x="859" y="130"/>
                      <a:pt x="896" y="153"/>
                    </a:cubicBezTo>
                    <a:lnTo>
                      <a:pt x="896" y="174"/>
                    </a:lnTo>
                    <a:lnTo>
                      <a:pt x="1399" y="677"/>
                    </a:lnTo>
                    <a:cubicBezTo>
                      <a:pt x="1462" y="724"/>
                      <a:pt x="1462" y="828"/>
                      <a:pt x="1420" y="896"/>
                    </a:cubicBezTo>
                    <a:lnTo>
                      <a:pt x="1090" y="1378"/>
                    </a:lnTo>
                    <a:cubicBezTo>
                      <a:pt x="1080" y="1399"/>
                      <a:pt x="1059" y="1410"/>
                      <a:pt x="1035" y="1410"/>
                    </a:cubicBezTo>
                    <a:cubicBezTo>
                      <a:pt x="1010" y="1410"/>
                      <a:pt x="983" y="1399"/>
                      <a:pt x="959" y="1378"/>
                    </a:cubicBezTo>
                    <a:lnTo>
                      <a:pt x="174" y="614"/>
                    </a:lnTo>
                    <a:cubicBezTo>
                      <a:pt x="132" y="567"/>
                      <a:pt x="153" y="504"/>
                      <a:pt x="195" y="462"/>
                    </a:cubicBezTo>
                    <a:lnTo>
                      <a:pt x="676" y="153"/>
                    </a:lnTo>
                    <a:cubicBezTo>
                      <a:pt x="707" y="124"/>
                      <a:pt x="741" y="113"/>
                      <a:pt x="775" y="113"/>
                    </a:cubicBezTo>
                    <a:close/>
                    <a:moveTo>
                      <a:pt x="768" y="0"/>
                    </a:moveTo>
                    <a:cubicBezTo>
                      <a:pt x="714" y="0"/>
                      <a:pt x="659" y="16"/>
                      <a:pt x="614" y="43"/>
                    </a:cubicBezTo>
                    <a:lnTo>
                      <a:pt x="132" y="373"/>
                    </a:lnTo>
                    <a:cubicBezTo>
                      <a:pt x="22" y="436"/>
                      <a:pt x="1" y="614"/>
                      <a:pt x="111" y="697"/>
                    </a:cubicBezTo>
                    <a:lnTo>
                      <a:pt x="875" y="1462"/>
                    </a:lnTo>
                    <a:cubicBezTo>
                      <a:pt x="911" y="1500"/>
                      <a:pt x="958" y="1518"/>
                      <a:pt x="1008" y="1518"/>
                    </a:cubicBezTo>
                    <a:cubicBezTo>
                      <a:pt x="1076" y="1518"/>
                      <a:pt x="1149" y="1484"/>
                      <a:pt x="1200" y="1420"/>
                    </a:cubicBezTo>
                    <a:lnTo>
                      <a:pt x="1504" y="959"/>
                    </a:lnTo>
                    <a:cubicBezTo>
                      <a:pt x="1593" y="828"/>
                      <a:pt x="1572" y="697"/>
                      <a:pt x="1483" y="593"/>
                    </a:cubicBezTo>
                    <a:lnTo>
                      <a:pt x="959" y="90"/>
                    </a:lnTo>
                    <a:lnTo>
                      <a:pt x="959" y="69"/>
                    </a:lnTo>
                    <a:lnTo>
                      <a:pt x="941" y="69"/>
                    </a:lnTo>
                    <a:cubicBezTo>
                      <a:pt x="894" y="21"/>
                      <a:pt x="831" y="0"/>
                      <a:pt x="76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7"/>
              <p:cNvSpPr/>
              <p:nvPr/>
            </p:nvSpPr>
            <p:spPr>
              <a:xfrm>
                <a:off x="6923623" y="1674016"/>
                <a:ext cx="78096" cy="119486"/>
              </a:xfrm>
              <a:custGeom>
                <a:avLst/>
                <a:gdLst/>
                <a:ahLst/>
                <a:cxnLst/>
                <a:rect l="l" t="t" r="r" b="b"/>
                <a:pathLst>
                  <a:path w="917" h="1403" extrusionOk="0">
                    <a:moveTo>
                      <a:pt x="152" y="1"/>
                    </a:moveTo>
                    <a:cubicBezTo>
                      <a:pt x="68" y="1"/>
                      <a:pt x="0" y="64"/>
                      <a:pt x="0" y="153"/>
                    </a:cubicBezTo>
                    <a:lnTo>
                      <a:pt x="0" y="1242"/>
                    </a:lnTo>
                    <a:lnTo>
                      <a:pt x="0" y="1268"/>
                    </a:lnTo>
                    <a:cubicBezTo>
                      <a:pt x="0" y="1342"/>
                      <a:pt x="69" y="1403"/>
                      <a:pt x="142" y="1403"/>
                    </a:cubicBezTo>
                    <a:cubicBezTo>
                      <a:pt x="152" y="1403"/>
                      <a:pt x="163" y="1402"/>
                      <a:pt x="173" y="1399"/>
                    </a:cubicBezTo>
                    <a:lnTo>
                      <a:pt x="744" y="1289"/>
                    </a:lnTo>
                    <a:cubicBezTo>
                      <a:pt x="854" y="1268"/>
                      <a:pt x="917" y="1179"/>
                      <a:pt x="917" y="1069"/>
                    </a:cubicBezTo>
                    <a:lnTo>
                      <a:pt x="917" y="352"/>
                    </a:lnTo>
                    <a:cubicBezTo>
                      <a:pt x="917" y="242"/>
                      <a:pt x="854" y="132"/>
                      <a:pt x="744" y="111"/>
                    </a:cubicBezTo>
                    <a:lnTo>
                      <a:pt x="1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7"/>
              <p:cNvSpPr/>
              <p:nvPr/>
            </p:nvSpPr>
            <p:spPr>
              <a:xfrm>
                <a:off x="6918257" y="1670099"/>
                <a:ext cx="89253" cy="126981"/>
              </a:xfrm>
              <a:custGeom>
                <a:avLst/>
                <a:gdLst/>
                <a:ahLst/>
                <a:cxnLst/>
                <a:rect l="l" t="t" r="r" b="b"/>
                <a:pathLst>
                  <a:path w="1048" h="1491" extrusionOk="0">
                    <a:moveTo>
                      <a:pt x="193" y="105"/>
                    </a:moveTo>
                    <a:cubicBezTo>
                      <a:pt x="201" y="105"/>
                      <a:pt x="208" y="106"/>
                      <a:pt x="215" y="110"/>
                    </a:cubicBezTo>
                    <a:lnTo>
                      <a:pt x="786" y="220"/>
                    </a:lnTo>
                    <a:cubicBezTo>
                      <a:pt x="870" y="241"/>
                      <a:pt x="938" y="309"/>
                      <a:pt x="938" y="398"/>
                    </a:cubicBezTo>
                    <a:lnTo>
                      <a:pt x="938" y="1115"/>
                    </a:lnTo>
                    <a:cubicBezTo>
                      <a:pt x="938" y="1183"/>
                      <a:pt x="870" y="1246"/>
                      <a:pt x="786" y="1267"/>
                    </a:cubicBezTo>
                    <a:lnTo>
                      <a:pt x="215" y="1377"/>
                    </a:lnTo>
                    <a:cubicBezTo>
                      <a:pt x="208" y="1381"/>
                      <a:pt x="200" y="1382"/>
                      <a:pt x="191" y="1382"/>
                    </a:cubicBezTo>
                    <a:cubicBezTo>
                      <a:pt x="151" y="1382"/>
                      <a:pt x="105" y="1344"/>
                      <a:pt x="105" y="1288"/>
                    </a:cubicBezTo>
                    <a:lnTo>
                      <a:pt x="105" y="199"/>
                    </a:lnTo>
                    <a:cubicBezTo>
                      <a:pt x="105" y="146"/>
                      <a:pt x="153" y="105"/>
                      <a:pt x="193" y="105"/>
                    </a:cubicBezTo>
                    <a:close/>
                    <a:moveTo>
                      <a:pt x="198" y="0"/>
                    </a:moveTo>
                    <a:cubicBezTo>
                      <a:pt x="102" y="0"/>
                      <a:pt x="0" y="83"/>
                      <a:pt x="0" y="199"/>
                    </a:cubicBezTo>
                    <a:lnTo>
                      <a:pt x="0" y="1288"/>
                    </a:lnTo>
                    <a:cubicBezTo>
                      <a:pt x="0" y="1406"/>
                      <a:pt x="107" y="1490"/>
                      <a:pt x="205" y="1490"/>
                    </a:cubicBezTo>
                    <a:cubicBezTo>
                      <a:pt x="215" y="1490"/>
                      <a:pt x="226" y="1489"/>
                      <a:pt x="236" y="1487"/>
                    </a:cubicBezTo>
                    <a:lnTo>
                      <a:pt x="807" y="1377"/>
                    </a:lnTo>
                    <a:cubicBezTo>
                      <a:pt x="938" y="1356"/>
                      <a:pt x="1048" y="1246"/>
                      <a:pt x="1048" y="1115"/>
                    </a:cubicBezTo>
                    <a:lnTo>
                      <a:pt x="1048" y="398"/>
                    </a:lnTo>
                    <a:cubicBezTo>
                      <a:pt x="1048" y="241"/>
                      <a:pt x="938" y="136"/>
                      <a:pt x="807" y="110"/>
                    </a:cubicBezTo>
                    <a:lnTo>
                      <a:pt x="236" y="5"/>
                    </a:lnTo>
                    <a:cubicBezTo>
                      <a:pt x="224" y="2"/>
                      <a:pt x="211" y="0"/>
                      <a:pt x="19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7"/>
              <p:cNvSpPr/>
              <p:nvPr/>
            </p:nvSpPr>
            <p:spPr>
              <a:xfrm>
                <a:off x="6826792" y="1833357"/>
                <a:ext cx="125022" cy="120083"/>
              </a:xfrm>
              <a:custGeom>
                <a:avLst/>
                <a:gdLst/>
                <a:ahLst/>
                <a:cxnLst/>
                <a:rect l="l" t="t" r="r" b="b"/>
                <a:pathLst>
                  <a:path w="1468" h="1410" extrusionOk="0">
                    <a:moveTo>
                      <a:pt x="955" y="1"/>
                    </a:moveTo>
                    <a:cubicBezTo>
                      <a:pt x="913" y="1"/>
                      <a:pt x="875" y="18"/>
                      <a:pt x="854" y="52"/>
                    </a:cubicBezTo>
                    <a:lnTo>
                      <a:pt x="69" y="811"/>
                    </a:lnTo>
                    <a:lnTo>
                      <a:pt x="69" y="837"/>
                    </a:lnTo>
                    <a:cubicBezTo>
                      <a:pt x="1" y="900"/>
                      <a:pt x="27" y="1010"/>
                      <a:pt x="111" y="1052"/>
                    </a:cubicBezTo>
                    <a:lnTo>
                      <a:pt x="572" y="1382"/>
                    </a:lnTo>
                    <a:cubicBezTo>
                      <a:pt x="616" y="1399"/>
                      <a:pt x="660" y="1409"/>
                      <a:pt x="701" y="1409"/>
                    </a:cubicBezTo>
                    <a:cubicBezTo>
                      <a:pt x="761" y="1409"/>
                      <a:pt x="814" y="1388"/>
                      <a:pt x="854" y="1335"/>
                    </a:cubicBezTo>
                    <a:lnTo>
                      <a:pt x="1378" y="837"/>
                    </a:lnTo>
                    <a:cubicBezTo>
                      <a:pt x="1441" y="769"/>
                      <a:pt x="1467" y="638"/>
                      <a:pt x="1399" y="549"/>
                    </a:cubicBezTo>
                    <a:lnTo>
                      <a:pt x="1074" y="73"/>
                    </a:lnTo>
                    <a:lnTo>
                      <a:pt x="1074" y="52"/>
                    </a:lnTo>
                    <a:cubicBezTo>
                      <a:pt x="1040" y="18"/>
                      <a:pt x="996" y="1"/>
                      <a:pt x="9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7"/>
              <p:cNvSpPr/>
              <p:nvPr/>
            </p:nvSpPr>
            <p:spPr>
              <a:xfrm>
                <a:off x="6821427" y="1829354"/>
                <a:ext cx="135668" cy="129280"/>
              </a:xfrm>
              <a:custGeom>
                <a:avLst/>
                <a:gdLst/>
                <a:ahLst/>
                <a:cxnLst/>
                <a:rect l="l" t="t" r="r" b="b"/>
                <a:pathLst>
                  <a:path w="1593" h="1518" extrusionOk="0">
                    <a:moveTo>
                      <a:pt x="1013" y="111"/>
                    </a:moveTo>
                    <a:cubicBezTo>
                      <a:pt x="1047" y="111"/>
                      <a:pt x="1079" y="127"/>
                      <a:pt x="1090" y="162"/>
                    </a:cubicBezTo>
                    <a:lnTo>
                      <a:pt x="1420" y="622"/>
                    </a:lnTo>
                    <a:cubicBezTo>
                      <a:pt x="1462" y="706"/>
                      <a:pt x="1462" y="795"/>
                      <a:pt x="1399" y="837"/>
                    </a:cubicBezTo>
                    <a:lnTo>
                      <a:pt x="896" y="1361"/>
                    </a:lnTo>
                    <a:cubicBezTo>
                      <a:pt x="855" y="1389"/>
                      <a:pt x="808" y="1408"/>
                      <a:pt x="762" y="1408"/>
                    </a:cubicBezTo>
                    <a:cubicBezTo>
                      <a:pt x="733" y="1408"/>
                      <a:pt x="703" y="1400"/>
                      <a:pt x="676" y="1382"/>
                    </a:cubicBezTo>
                    <a:lnTo>
                      <a:pt x="195" y="1057"/>
                    </a:lnTo>
                    <a:cubicBezTo>
                      <a:pt x="153" y="1015"/>
                      <a:pt x="132" y="947"/>
                      <a:pt x="174" y="905"/>
                    </a:cubicBezTo>
                    <a:lnTo>
                      <a:pt x="938" y="141"/>
                    </a:lnTo>
                    <a:cubicBezTo>
                      <a:pt x="957" y="122"/>
                      <a:pt x="986" y="111"/>
                      <a:pt x="1013" y="111"/>
                    </a:cubicBezTo>
                    <a:close/>
                    <a:moveTo>
                      <a:pt x="1005" y="0"/>
                    </a:moveTo>
                    <a:cubicBezTo>
                      <a:pt x="956" y="0"/>
                      <a:pt x="910" y="17"/>
                      <a:pt x="875" y="52"/>
                    </a:cubicBezTo>
                    <a:lnTo>
                      <a:pt x="111" y="816"/>
                    </a:lnTo>
                    <a:cubicBezTo>
                      <a:pt x="1" y="926"/>
                      <a:pt x="22" y="1078"/>
                      <a:pt x="132" y="1146"/>
                    </a:cubicBezTo>
                    <a:lnTo>
                      <a:pt x="614" y="1471"/>
                    </a:lnTo>
                    <a:cubicBezTo>
                      <a:pt x="660" y="1501"/>
                      <a:pt x="716" y="1518"/>
                      <a:pt x="772" y="1518"/>
                    </a:cubicBezTo>
                    <a:cubicBezTo>
                      <a:pt x="843" y="1518"/>
                      <a:pt x="912" y="1491"/>
                      <a:pt x="959" y="1429"/>
                    </a:cubicBezTo>
                    <a:lnTo>
                      <a:pt x="1462" y="947"/>
                    </a:lnTo>
                    <a:lnTo>
                      <a:pt x="1483" y="926"/>
                    </a:lnTo>
                    <a:cubicBezTo>
                      <a:pt x="1572" y="837"/>
                      <a:pt x="1593" y="685"/>
                      <a:pt x="1504" y="575"/>
                    </a:cubicBezTo>
                    <a:lnTo>
                      <a:pt x="1200" y="99"/>
                    </a:lnTo>
                    <a:cubicBezTo>
                      <a:pt x="1148" y="34"/>
                      <a:pt x="1074" y="0"/>
                      <a:pt x="100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7"/>
              <p:cNvSpPr/>
              <p:nvPr/>
            </p:nvSpPr>
            <p:spPr>
              <a:xfrm>
                <a:off x="6670689" y="1460427"/>
                <a:ext cx="119231" cy="79885"/>
              </a:xfrm>
              <a:custGeom>
                <a:avLst/>
                <a:gdLst/>
                <a:ahLst/>
                <a:cxnLst/>
                <a:rect l="l" t="t" r="r" b="b"/>
                <a:pathLst>
                  <a:path w="1400" h="938" extrusionOk="0">
                    <a:moveTo>
                      <a:pt x="331" y="0"/>
                    </a:moveTo>
                    <a:cubicBezTo>
                      <a:pt x="221" y="0"/>
                      <a:pt x="132" y="84"/>
                      <a:pt x="111" y="194"/>
                    </a:cubicBezTo>
                    <a:lnTo>
                      <a:pt x="1" y="765"/>
                    </a:lnTo>
                    <a:lnTo>
                      <a:pt x="1" y="786"/>
                    </a:lnTo>
                    <a:cubicBezTo>
                      <a:pt x="1" y="870"/>
                      <a:pt x="69" y="938"/>
                      <a:pt x="158" y="938"/>
                    </a:cubicBezTo>
                    <a:lnTo>
                      <a:pt x="1268" y="938"/>
                    </a:lnTo>
                    <a:cubicBezTo>
                      <a:pt x="1357" y="917"/>
                      <a:pt x="1399" y="828"/>
                      <a:pt x="1378" y="765"/>
                    </a:cubicBezTo>
                    <a:lnTo>
                      <a:pt x="1268" y="194"/>
                    </a:lnTo>
                    <a:cubicBezTo>
                      <a:pt x="1247" y="84"/>
                      <a:pt x="1158" y="0"/>
                      <a:pt x="1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7"/>
              <p:cNvSpPr/>
              <p:nvPr/>
            </p:nvSpPr>
            <p:spPr>
              <a:xfrm>
                <a:off x="6663620" y="1456425"/>
                <a:ext cx="132091" cy="89253"/>
              </a:xfrm>
              <a:custGeom>
                <a:avLst/>
                <a:gdLst/>
                <a:ahLst/>
                <a:cxnLst/>
                <a:rect l="l" t="t" r="r" b="b"/>
                <a:pathLst>
                  <a:path w="1551" h="1048" extrusionOk="0">
                    <a:moveTo>
                      <a:pt x="1131" y="110"/>
                    </a:moveTo>
                    <a:cubicBezTo>
                      <a:pt x="1220" y="110"/>
                      <a:pt x="1288" y="178"/>
                      <a:pt x="1309" y="241"/>
                    </a:cubicBezTo>
                    <a:lnTo>
                      <a:pt x="1419" y="812"/>
                    </a:lnTo>
                    <a:cubicBezTo>
                      <a:pt x="1419" y="875"/>
                      <a:pt x="1372" y="917"/>
                      <a:pt x="1309" y="917"/>
                    </a:cubicBezTo>
                    <a:lnTo>
                      <a:pt x="241" y="917"/>
                    </a:lnTo>
                    <a:cubicBezTo>
                      <a:pt x="173" y="917"/>
                      <a:pt x="131" y="875"/>
                      <a:pt x="131" y="812"/>
                    </a:cubicBezTo>
                    <a:lnTo>
                      <a:pt x="241" y="241"/>
                    </a:lnTo>
                    <a:cubicBezTo>
                      <a:pt x="262" y="178"/>
                      <a:pt x="325" y="110"/>
                      <a:pt x="414" y="110"/>
                    </a:cubicBezTo>
                    <a:close/>
                    <a:moveTo>
                      <a:pt x="414" y="0"/>
                    </a:moveTo>
                    <a:cubicBezTo>
                      <a:pt x="283" y="0"/>
                      <a:pt x="173" y="89"/>
                      <a:pt x="131" y="220"/>
                    </a:cubicBezTo>
                    <a:lnTo>
                      <a:pt x="21" y="786"/>
                    </a:lnTo>
                    <a:cubicBezTo>
                      <a:pt x="0" y="917"/>
                      <a:pt x="110" y="1048"/>
                      <a:pt x="241" y="1048"/>
                    </a:cubicBezTo>
                    <a:lnTo>
                      <a:pt x="1309" y="1048"/>
                    </a:lnTo>
                    <a:cubicBezTo>
                      <a:pt x="1440" y="1048"/>
                      <a:pt x="1550" y="917"/>
                      <a:pt x="1524" y="786"/>
                    </a:cubicBezTo>
                    <a:lnTo>
                      <a:pt x="1419" y="220"/>
                    </a:lnTo>
                    <a:cubicBezTo>
                      <a:pt x="1393" y="89"/>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7"/>
              <p:cNvSpPr/>
              <p:nvPr/>
            </p:nvSpPr>
            <p:spPr>
              <a:xfrm>
                <a:off x="6668900" y="1926951"/>
                <a:ext cx="119231" cy="79885"/>
              </a:xfrm>
              <a:custGeom>
                <a:avLst/>
                <a:gdLst/>
                <a:ahLst/>
                <a:cxnLst/>
                <a:rect l="l" t="t" r="r" b="b"/>
                <a:pathLst>
                  <a:path w="1400" h="938" extrusionOk="0">
                    <a:moveTo>
                      <a:pt x="132" y="0"/>
                    </a:moveTo>
                    <a:cubicBezTo>
                      <a:pt x="48" y="21"/>
                      <a:pt x="1" y="105"/>
                      <a:pt x="22" y="173"/>
                    </a:cubicBezTo>
                    <a:lnTo>
                      <a:pt x="132" y="739"/>
                    </a:lnTo>
                    <a:cubicBezTo>
                      <a:pt x="153" y="849"/>
                      <a:pt x="242" y="938"/>
                      <a:pt x="352" y="938"/>
                    </a:cubicBezTo>
                    <a:lnTo>
                      <a:pt x="1069" y="938"/>
                    </a:lnTo>
                    <a:cubicBezTo>
                      <a:pt x="1179" y="938"/>
                      <a:pt x="1268" y="849"/>
                      <a:pt x="1289" y="739"/>
                    </a:cubicBezTo>
                    <a:lnTo>
                      <a:pt x="1399" y="173"/>
                    </a:lnTo>
                    <a:lnTo>
                      <a:pt x="1399" y="152"/>
                    </a:lnTo>
                    <a:cubicBezTo>
                      <a:pt x="1399" y="63"/>
                      <a:pt x="1331" y="0"/>
                      <a:pt x="12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7"/>
              <p:cNvSpPr/>
              <p:nvPr/>
            </p:nvSpPr>
            <p:spPr>
              <a:xfrm>
                <a:off x="6663620" y="1921160"/>
                <a:ext cx="132091" cy="89253"/>
              </a:xfrm>
              <a:custGeom>
                <a:avLst/>
                <a:gdLst/>
                <a:ahLst/>
                <a:cxnLst/>
                <a:rect l="l" t="t" r="r" b="b"/>
                <a:pathLst>
                  <a:path w="1551" h="1048" extrusionOk="0">
                    <a:moveTo>
                      <a:pt x="1309" y="131"/>
                    </a:moveTo>
                    <a:cubicBezTo>
                      <a:pt x="1372" y="131"/>
                      <a:pt x="1419" y="173"/>
                      <a:pt x="1419" y="241"/>
                    </a:cubicBezTo>
                    <a:lnTo>
                      <a:pt x="1309" y="807"/>
                    </a:lnTo>
                    <a:cubicBezTo>
                      <a:pt x="1288" y="875"/>
                      <a:pt x="1220" y="937"/>
                      <a:pt x="1131" y="937"/>
                    </a:cubicBezTo>
                    <a:lnTo>
                      <a:pt x="414" y="937"/>
                    </a:lnTo>
                    <a:cubicBezTo>
                      <a:pt x="325" y="937"/>
                      <a:pt x="262" y="875"/>
                      <a:pt x="241" y="807"/>
                    </a:cubicBezTo>
                    <a:lnTo>
                      <a:pt x="131" y="241"/>
                    </a:lnTo>
                    <a:cubicBezTo>
                      <a:pt x="131" y="173"/>
                      <a:pt x="173" y="131"/>
                      <a:pt x="241" y="131"/>
                    </a:cubicBezTo>
                    <a:close/>
                    <a:moveTo>
                      <a:pt x="241" y="0"/>
                    </a:moveTo>
                    <a:cubicBezTo>
                      <a:pt x="110" y="0"/>
                      <a:pt x="0" y="131"/>
                      <a:pt x="21" y="262"/>
                    </a:cubicBezTo>
                    <a:lnTo>
                      <a:pt x="131" y="828"/>
                    </a:lnTo>
                    <a:cubicBezTo>
                      <a:pt x="152" y="958"/>
                      <a:pt x="283" y="1047"/>
                      <a:pt x="414" y="1047"/>
                    </a:cubicBezTo>
                    <a:lnTo>
                      <a:pt x="1131" y="1047"/>
                    </a:lnTo>
                    <a:cubicBezTo>
                      <a:pt x="1262" y="1047"/>
                      <a:pt x="1372" y="958"/>
                      <a:pt x="1419" y="828"/>
                    </a:cubicBezTo>
                    <a:lnTo>
                      <a:pt x="1524" y="262"/>
                    </a:lnTo>
                    <a:cubicBezTo>
                      <a:pt x="1550" y="131"/>
                      <a:pt x="1440" y="0"/>
                      <a:pt x="130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7"/>
              <p:cNvSpPr/>
              <p:nvPr/>
            </p:nvSpPr>
            <p:spPr>
              <a:xfrm>
                <a:off x="6507517" y="1833697"/>
                <a:ext cx="122723" cy="119742"/>
              </a:xfrm>
              <a:custGeom>
                <a:avLst/>
                <a:gdLst/>
                <a:ahLst/>
                <a:cxnLst/>
                <a:rect l="l" t="t" r="r" b="b"/>
                <a:pathLst>
                  <a:path w="1441" h="1406" extrusionOk="0">
                    <a:moveTo>
                      <a:pt x="515" y="0"/>
                    </a:moveTo>
                    <a:cubicBezTo>
                      <a:pt x="468" y="0"/>
                      <a:pt x="420" y="24"/>
                      <a:pt x="393" y="69"/>
                    </a:cubicBezTo>
                    <a:lnTo>
                      <a:pt x="63" y="545"/>
                    </a:lnTo>
                    <a:cubicBezTo>
                      <a:pt x="0" y="634"/>
                      <a:pt x="21" y="765"/>
                      <a:pt x="84" y="833"/>
                    </a:cubicBezTo>
                    <a:lnTo>
                      <a:pt x="587" y="1331"/>
                    </a:lnTo>
                    <a:cubicBezTo>
                      <a:pt x="639" y="1384"/>
                      <a:pt x="700" y="1405"/>
                      <a:pt x="757" y="1405"/>
                    </a:cubicBezTo>
                    <a:cubicBezTo>
                      <a:pt x="797" y="1405"/>
                      <a:pt x="835" y="1395"/>
                      <a:pt x="869" y="1378"/>
                    </a:cubicBezTo>
                    <a:lnTo>
                      <a:pt x="1351" y="1048"/>
                    </a:lnTo>
                    <a:cubicBezTo>
                      <a:pt x="1372" y="1048"/>
                      <a:pt x="1372" y="1027"/>
                      <a:pt x="1372" y="1027"/>
                    </a:cubicBezTo>
                    <a:cubicBezTo>
                      <a:pt x="1440" y="964"/>
                      <a:pt x="1440" y="875"/>
                      <a:pt x="1372" y="807"/>
                    </a:cubicBezTo>
                    <a:lnTo>
                      <a:pt x="608" y="48"/>
                    </a:lnTo>
                    <a:cubicBezTo>
                      <a:pt x="608" y="48"/>
                      <a:pt x="608" y="22"/>
                      <a:pt x="587" y="22"/>
                    </a:cubicBezTo>
                    <a:cubicBezTo>
                      <a:pt x="565" y="7"/>
                      <a:pt x="540" y="0"/>
                      <a:pt x="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7"/>
              <p:cNvSpPr/>
              <p:nvPr/>
            </p:nvSpPr>
            <p:spPr>
              <a:xfrm>
                <a:off x="6501726" y="1829354"/>
                <a:ext cx="135668" cy="129280"/>
              </a:xfrm>
              <a:custGeom>
                <a:avLst/>
                <a:gdLst/>
                <a:ahLst/>
                <a:cxnLst/>
                <a:rect l="l" t="t" r="r" b="b"/>
                <a:pathLst>
                  <a:path w="1593" h="1518" extrusionOk="0">
                    <a:moveTo>
                      <a:pt x="560" y="109"/>
                    </a:moveTo>
                    <a:cubicBezTo>
                      <a:pt x="585" y="109"/>
                      <a:pt x="613" y="120"/>
                      <a:pt x="634" y="141"/>
                    </a:cubicBezTo>
                    <a:lnTo>
                      <a:pt x="1419" y="905"/>
                    </a:lnTo>
                    <a:cubicBezTo>
                      <a:pt x="1461" y="947"/>
                      <a:pt x="1440" y="1015"/>
                      <a:pt x="1398" y="1057"/>
                    </a:cubicBezTo>
                    <a:lnTo>
                      <a:pt x="917" y="1361"/>
                    </a:lnTo>
                    <a:cubicBezTo>
                      <a:pt x="888" y="1392"/>
                      <a:pt x="854" y="1404"/>
                      <a:pt x="819" y="1404"/>
                    </a:cubicBezTo>
                    <a:cubicBezTo>
                      <a:pt x="778" y="1404"/>
                      <a:pt x="736" y="1387"/>
                      <a:pt x="702" y="1361"/>
                    </a:cubicBezTo>
                    <a:lnTo>
                      <a:pt x="702" y="1340"/>
                    </a:lnTo>
                    <a:lnTo>
                      <a:pt x="199" y="837"/>
                    </a:lnTo>
                    <a:cubicBezTo>
                      <a:pt x="131" y="795"/>
                      <a:pt x="131" y="685"/>
                      <a:pt x="178" y="622"/>
                    </a:cubicBezTo>
                    <a:lnTo>
                      <a:pt x="503" y="141"/>
                    </a:lnTo>
                    <a:cubicBezTo>
                      <a:pt x="513" y="120"/>
                      <a:pt x="536" y="109"/>
                      <a:pt x="560" y="109"/>
                    </a:cubicBezTo>
                    <a:close/>
                    <a:moveTo>
                      <a:pt x="589" y="0"/>
                    </a:moveTo>
                    <a:cubicBezTo>
                      <a:pt x="519" y="0"/>
                      <a:pt x="445" y="34"/>
                      <a:pt x="393" y="99"/>
                    </a:cubicBezTo>
                    <a:lnTo>
                      <a:pt x="89" y="554"/>
                    </a:lnTo>
                    <a:cubicBezTo>
                      <a:pt x="0" y="685"/>
                      <a:pt x="21" y="816"/>
                      <a:pt x="110" y="926"/>
                    </a:cubicBezTo>
                    <a:lnTo>
                      <a:pt x="634" y="1429"/>
                    </a:lnTo>
                    <a:lnTo>
                      <a:pt x="634" y="1450"/>
                    </a:lnTo>
                    <a:lnTo>
                      <a:pt x="653" y="1450"/>
                    </a:lnTo>
                    <a:cubicBezTo>
                      <a:pt x="700" y="1497"/>
                      <a:pt x="762" y="1518"/>
                      <a:pt x="824" y="1518"/>
                    </a:cubicBezTo>
                    <a:cubicBezTo>
                      <a:pt x="880" y="1518"/>
                      <a:pt x="936" y="1501"/>
                      <a:pt x="985" y="1471"/>
                    </a:cubicBezTo>
                    <a:lnTo>
                      <a:pt x="1461" y="1146"/>
                    </a:lnTo>
                    <a:cubicBezTo>
                      <a:pt x="1571" y="1078"/>
                      <a:pt x="1592" y="905"/>
                      <a:pt x="1487" y="816"/>
                    </a:cubicBezTo>
                    <a:lnTo>
                      <a:pt x="723" y="52"/>
                    </a:lnTo>
                    <a:cubicBezTo>
                      <a:pt x="686" y="17"/>
                      <a:pt x="639" y="0"/>
                      <a:pt x="58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7"/>
              <p:cNvSpPr/>
              <p:nvPr/>
            </p:nvSpPr>
            <p:spPr>
              <a:xfrm>
                <a:off x="6457100" y="1673676"/>
                <a:ext cx="78096" cy="119572"/>
              </a:xfrm>
              <a:custGeom>
                <a:avLst/>
                <a:gdLst/>
                <a:ahLst/>
                <a:cxnLst/>
                <a:rect l="l" t="t" r="r" b="b"/>
                <a:pathLst>
                  <a:path w="917" h="1404" extrusionOk="0">
                    <a:moveTo>
                      <a:pt x="779" y="1"/>
                    </a:moveTo>
                    <a:cubicBezTo>
                      <a:pt x="767" y="1"/>
                      <a:pt x="756" y="2"/>
                      <a:pt x="744" y="5"/>
                    </a:cubicBezTo>
                    <a:lnTo>
                      <a:pt x="178" y="115"/>
                    </a:lnTo>
                    <a:cubicBezTo>
                      <a:pt x="68" y="136"/>
                      <a:pt x="0" y="225"/>
                      <a:pt x="0" y="330"/>
                    </a:cubicBezTo>
                    <a:lnTo>
                      <a:pt x="0" y="1052"/>
                    </a:lnTo>
                    <a:cubicBezTo>
                      <a:pt x="0" y="1162"/>
                      <a:pt x="68" y="1272"/>
                      <a:pt x="178" y="1293"/>
                    </a:cubicBezTo>
                    <a:lnTo>
                      <a:pt x="744" y="1403"/>
                    </a:lnTo>
                    <a:lnTo>
                      <a:pt x="765" y="1403"/>
                    </a:lnTo>
                    <a:cubicBezTo>
                      <a:pt x="854" y="1403"/>
                      <a:pt x="917" y="1335"/>
                      <a:pt x="917" y="1246"/>
                    </a:cubicBezTo>
                    <a:lnTo>
                      <a:pt x="917" y="157"/>
                    </a:lnTo>
                    <a:lnTo>
                      <a:pt x="917" y="136"/>
                    </a:lnTo>
                    <a:cubicBezTo>
                      <a:pt x="917" y="58"/>
                      <a:pt x="854" y="1"/>
                      <a:pt x="7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7"/>
              <p:cNvSpPr/>
              <p:nvPr/>
            </p:nvSpPr>
            <p:spPr>
              <a:xfrm>
                <a:off x="6451735" y="1670099"/>
                <a:ext cx="89253" cy="126981"/>
              </a:xfrm>
              <a:custGeom>
                <a:avLst/>
                <a:gdLst/>
                <a:ahLst/>
                <a:cxnLst/>
                <a:rect l="l" t="t" r="r" b="b"/>
                <a:pathLst>
                  <a:path w="1048" h="1491" extrusionOk="0">
                    <a:moveTo>
                      <a:pt x="850" y="105"/>
                    </a:moveTo>
                    <a:cubicBezTo>
                      <a:pt x="890" y="105"/>
                      <a:pt x="938" y="146"/>
                      <a:pt x="938" y="199"/>
                    </a:cubicBezTo>
                    <a:lnTo>
                      <a:pt x="938" y="1288"/>
                    </a:lnTo>
                    <a:cubicBezTo>
                      <a:pt x="938" y="1344"/>
                      <a:pt x="892" y="1382"/>
                      <a:pt x="852" y="1382"/>
                    </a:cubicBezTo>
                    <a:cubicBezTo>
                      <a:pt x="844" y="1382"/>
                      <a:pt x="835" y="1381"/>
                      <a:pt x="828" y="1377"/>
                    </a:cubicBezTo>
                    <a:lnTo>
                      <a:pt x="262" y="1267"/>
                    </a:lnTo>
                    <a:cubicBezTo>
                      <a:pt x="173" y="1246"/>
                      <a:pt x="111" y="1183"/>
                      <a:pt x="111" y="1094"/>
                    </a:cubicBezTo>
                    <a:lnTo>
                      <a:pt x="111" y="372"/>
                    </a:lnTo>
                    <a:cubicBezTo>
                      <a:pt x="111" y="309"/>
                      <a:pt x="173" y="241"/>
                      <a:pt x="262" y="220"/>
                    </a:cubicBezTo>
                    <a:lnTo>
                      <a:pt x="828" y="110"/>
                    </a:lnTo>
                    <a:cubicBezTo>
                      <a:pt x="835" y="106"/>
                      <a:pt x="842" y="105"/>
                      <a:pt x="850" y="105"/>
                    </a:cubicBezTo>
                    <a:close/>
                    <a:moveTo>
                      <a:pt x="847" y="0"/>
                    </a:moveTo>
                    <a:cubicBezTo>
                      <a:pt x="833" y="0"/>
                      <a:pt x="820" y="2"/>
                      <a:pt x="807" y="5"/>
                    </a:cubicBezTo>
                    <a:lnTo>
                      <a:pt x="241" y="110"/>
                    </a:lnTo>
                    <a:cubicBezTo>
                      <a:pt x="111" y="136"/>
                      <a:pt x="1" y="241"/>
                      <a:pt x="1" y="372"/>
                    </a:cubicBezTo>
                    <a:lnTo>
                      <a:pt x="1" y="1094"/>
                    </a:lnTo>
                    <a:cubicBezTo>
                      <a:pt x="1" y="1246"/>
                      <a:pt x="111" y="1356"/>
                      <a:pt x="241" y="1377"/>
                    </a:cubicBezTo>
                    <a:lnTo>
                      <a:pt x="807" y="1487"/>
                    </a:lnTo>
                    <a:cubicBezTo>
                      <a:pt x="818" y="1489"/>
                      <a:pt x="829" y="1490"/>
                      <a:pt x="840" y="1490"/>
                    </a:cubicBezTo>
                    <a:cubicBezTo>
                      <a:pt x="941" y="1490"/>
                      <a:pt x="1048" y="1406"/>
                      <a:pt x="1048" y="1288"/>
                    </a:cubicBezTo>
                    <a:lnTo>
                      <a:pt x="1048" y="199"/>
                    </a:lnTo>
                    <a:cubicBezTo>
                      <a:pt x="1048" y="83"/>
                      <a:pt x="946" y="0"/>
                      <a:pt x="8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7"/>
              <p:cNvSpPr/>
              <p:nvPr/>
            </p:nvSpPr>
            <p:spPr>
              <a:xfrm>
                <a:off x="6507517" y="1513484"/>
                <a:ext cx="124511" cy="120083"/>
              </a:xfrm>
              <a:custGeom>
                <a:avLst/>
                <a:gdLst/>
                <a:ahLst/>
                <a:cxnLst/>
                <a:rect l="l" t="t" r="r" b="b"/>
                <a:pathLst>
                  <a:path w="1462" h="1410" extrusionOk="0">
                    <a:moveTo>
                      <a:pt x="758" y="1"/>
                    </a:moveTo>
                    <a:cubicBezTo>
                      <a:pt x="697" y="1"/>
                      <a:pt x="638" y="22"/>
                      <a:pt x="587" y="74"/>
                    </a:cubicBezTo>
                    <a:lnTo>
                      <a:pt x="84" y="577"/>
                    </a:lnTo>
                    <a:cubicBezTo>
                      <a:pt x="21" y="639"/>
                      <a:pt x="0" y="770"/>
                      <a:pt x="63" y="859"/>
                    </a:cubicBezTo>
                    <a:lnTo>
                      <a:pt x="393" y="1341"/>
                    </a:lnTo>
                    <a:lnTo>
                      <a:pt x="393" y="1362"/>
                    </a:lnTo>
                    <a:cubicBezTo>
                      <a:pt x="424" y="1394"/>
                      <a:pt x="468" y="1409"/>
                      <a:pt x="508" y="1409"/>
                    </a:cubicBezTo>
                    <a:cubicBezTo>
                      <a:pt x="549" y="1409"/>
                      <a:pt x="587" y="1394"/>
                      <a:pt x="608" y="1362"/>
                    </a:cubicBezTo>
                    <a:lnTo>
                      <a:pt x="1393" y="598"/>
                    </a:lnTo>
                    <a:lnTo>
                      <a:pt x="1393" y="577"/>
                    </a:lnTo>
                    <a:cubicBezTo>
                      <a:pt x="1461" y="509"/>
                      <a:pt x="1440" y="404"/>
                      <a:pt x="1351" y="357"/>
                    </a:cubicBezTo>
                    <a:lnTo>
                      <a:pt x="896" y="32"/>
                    </a:lnTo>
                    <a:cubicBezTo>
                      <a:pt x="849" y="12"/>
                      <a:pt x="803" y="1"/>
                      <a:pt x="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7"/>
              <p:cNvSpPr/>
              <p:nvPr/>
            </p:nvSpPr>
            <p:spPr>
              <a:xfrm>
                <a:off x="6501726" y="1508545"/>
                <a:ext cx="135668" cy="129280"/>
              </a:xfrm>
              <a:custGeom>
                <a:avLst/>
                <a:gdLst/>
                <a:ahLst/>
                <a:cxnLst/>
                <a:rect l="l" t="t" r="r" b="b"/>
                <a:pathLst>
                  <a:path w="1593" h="1518" extrusionOk="0">
                    <a:moveTo>
                      <a:pt x="836" y="109"/>
                    </a:moveTo>
                    <a:cubicBezTo>
                      <a:pt x="865" y="109"/>
                      <a:pt x="893" y="116"/>
                      <a:pt x="917" y="132"/>
                    </a:cubicBezTo>
                    <a:lnTo>
                      <a:pt x="1398" y="462"/>
                    </a:lnTo>
                    <a:cubicBezTo>
                      <a:pt x="1440" y="504"/>
                      <a:pt x="1461" y="567"/>
                      <a:pt x="1419" y="614"/>
                    </a:cubicBezTo>
                    <a:lnTo>
                      <a:pt x="655" y="1378"/>
                    </a:lnTo>
                    <a:cubicBezTo>
                      <a:pt x="636" y="1397"/>
                      <a:pt x="609" y="1407"/>
                      <a:pt x="582" y="1407"/>
                    </a:cubicBezTo>
                    <a:cubicBezTo>
                      <a:pt x="548" y="1407"/>
                      <a:pt x="515" y="1390"/>
                      <a:pt x="503" y="1352"/>
                    </a:cubicBezTo>
                    <a:lnTo>
                      <a:pt x="178" y="896"/>
                    </a:lnTo>
                    <a:cubicBezTo>
                      <a:pt x="131" y="807"/>
                      <a:pt x="131" y="724"/>
                      <a:pt x="199" y="677"/>
                    </a:cubicBezTo>
                    <a:lnTo>
                      <a:pt x="702" y="153"/>
                    </a:lnTo>
                    <a:cubicBezTo>
                      <a:pt x="741" y="127"/>
                      <a:pt x="789" y="109"/>
                      <a:pt x="836" y="109"/>
                    </a:cubicBezTo>
                    <a:close/>
                    <a:moveTo>
                      <a:pt x="828" y="0"/>
                    </a:moveTo>
                    <a:cubicBezTo>
                      <a:pt x="756" y="0"/>
                      <a:pt x="684" y="27"/>
                      <a:pt x="634" y="90"/>
                    </a:cubicBezTo>
                    <a:lnTo>
                      <a:pt x="131" y="567"/>
                    </a:lnTo>
                    <a:lnTo>
                      <a:pt x="110" y="593"/>
                    </a:lnTo>
                    <a:cubicBezTo>
                      <a:pt x="21" y="677"/>
                      <a:pt x="0" y="828"/>
                      <a:pt x="89" y="938"/>
                    </a:cubicBezTo>
                    <a:lnTo>
                      <a:pt x="393" y="1420"/>
                    </a:lnTo>
                    <a:cubicBezTo>
                      <a:pt x="444" y="1484"/>
                      <a:pt x="517" y="1518"/>
                      <a:pt x="586" y="1518"/>
                    </a:cubicBezTo>
                    <a:cubicBezTo>
                      <a:pt x="637" y="1518"/>
                      <a:pt x="685" y="1500"/>
                      <a:pt x="723" y="1462"/>
                    </a:cubicBezTo>
                    <a:lnTo>
                      <a:pt x="1487" y="697"/>
                    </a:lnTo>
                    <a:cubicBezTo>
                      <a:pt x="1592" y="593"/>
                      <a:pt x="1571" y="436"/>
                      <a:pt x="1461" y="373"/>
                    </a:cubicBezTo>
                    <a:lnTo>
                      <a:pt x="985" y="43"/>
                    </a:lnTo>
                    <a:cubicBezTo>
                      <a:pt x="937" y="16"/>
                      <a:pt x="882" y="0"/>
                      <a:pt x="82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7"/>
              <p:cNvSpPr/>
              <p:nvPr/>
            </p:nvSpPr>
            <p:spPr>
              <a:xfrm>
                <a:off x="6516885" y="1519701"/>
                <a:ext cx="425570" cy="425570"/>
              </a:xfrm>
              <a:custGeom>
                <a:avLst/>
                <a:gdLst/>
                <a:ahLst/>
                <a:cxnLst/>
                <a:rect l="l" t="t" r="r" b="b"/>
                <a:pathLst>
                  <a:path w="4997" h="4997" extrusionOk="0">
                    <a:moveTo>
                      <a:pt x="2509" y="1179"/>
                    </a:moveTo>
                    <a:cubicBezTo>
                      <a:pt x="3226" y="1179"/>
                      <a:pt x="3818" y="1771"/>
                      <a:pt x="3818" y="2488"/>
                    </a:cubicBezTo>
                    <a:cubicBezTo>
                      <a:pt x="3818" y="3232"/>
                      <a:pt x="3226" y="3819"/>
                      <a:pt x="2509" y="3819"/>
                    </a:cubicBezTo>
                    <a:cubicBezTo>
                      <a:pt x="1765" y="3819"/>
                      <a:pt x="1178" y="3232"/>
                      <a:pt x="1178" y="2488"/>
                    </a:cubicBezTo>
                    <a:cubicBezTo>
                      <a:pt x="1178" y="1771"/>
                      <a:pt x="1765" y="1179"/>
                      <a:pt x="2509" y="1179"/>
                    </a:cubicBezTo>
                    <a:close/>
                    <a:moveTo>
                      <a:pt x="2509" y="1"/>
                    </a:moveTo>
                    <a:cubicBezTo>
                      <a:pt x="1110" y="1"/>
                      <a:pt x="0" y="1116"/>
                      <a:pt x="0" y="2488"/>
                    </a:cubicBezTo>
                    <a:cubicBezTo>
                      <a:pt x="0" y="3887"/>
                      <a:pt x="1110" y="4997"/>
                      <a:pt x="2509" y="4997"/>
                    </a:cubicBezTo>
                    <a:cubicBezTo>
                      <a:pt x="3881" y="4997"/>
                      <a:pt x="4996" y="3887"/>
                      <a:pt x="4996" y="2488"/>
                    </a:cubicBezTo>
                    <a:cubicBezTo>
                      <a:pt x="4996" y="1116"/>
                      <a:pt x="3881" y="1"/>
                      <a:pt x="25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7"/>
              <p:cNvSpPr/>
              <p:nvPr/>
            </p:nvSpPr>
            <p:spPr>
              <a:xfrm>
                <a:off x="6511094" y="1514421"/>
                <a:ext cx="436641" cy="436641"/>
              </a:xfrm>
              <a:custGeom>
                <a:avLst/>
                <a:gdLst/>
                <a:ahLst/>
                <a:cxnLst/>
                <a:rect l="l" t="t" r="r" b="b"/>
                <a:pathLst>
                  <a:path w="5127" h="5127" extrusionOk="0">
                    <a:moveTo>
                      <a:pt x="2577" y="1309"/>
                    </a:moveTo>
                    <a:cubicBezTo>
                      <a:pt x="3252" y="1309"/>
                      <a:pt x="3818" y="1875"/>
                      <a:pt x="3818" y="2550"/>
                    </a:cubicBezTo>
                    <a:cubicBezTo>
                      <a:pt x="3818" y="3247"/>
                      <a:pt x="3252" y="3818"/>
                      <a:pt x="2577" y="3818"/>
                    </a:cubicBezTo>
                    <a:cubicBezTo>
                      <a:pt x="1875" y="3818"/>
                      <a:pt x="1309" y="3247"/>
                      <a:pt x="1309" y="2550"/>
                    </a:cubicBezTo>
                    <a:cubicBezTo>
                      <a:pt x="1309" y="1875"/>
                      <a:pt x="1875" y="1309"/>
                      <a:pt x="2577" y="1309"/>
                    </a:cubicBezTo>
                    <a:close/>
                    <a:moveTo>
                      <a:pt x="2577" y="1199"/>
                    </a:moveTo>
                    <a:cubicBezTo>
                      <a:pt x="1812" y="1199"/>
                      <a:pt x="1199" y="1807"/>
                      <a:pt x="1199" y="2550"/>
                    </a:cubicBezTo>
                    <a:cubicBezTo>
                      <a:pt x="1199" y="3315"/>
                      <a:pt x="1812" y="3928"/>
                      <a:pt x="2577" y="3928"/>
                    </a:cubicBezTo>
                    <a:cubicBezTo>
                      <a:pt x="3315" y="3928"/>
                      <a:pt x="3928" y="3315"/>
                      <a:pt x="3928" y="2550"/>
                    </a:cubicBezTo>
                    <a:cubicBezTo>
                      <a:pt x="3928" y="1807"/>
                      <a:pt x="3315" y="1199"/>
                      <a:pt x="2577" y="1199"/>
                    </a:cubicBezTo>
                    <a:close/>
                    <a:moveTo>
                      <a:pt x="2577" y="105"/>
                    </a:moveTo>
                    <a:cubicBezTo>
                      <a:pt x="3928" y="105"/>
                      <a:pt x="5017" y="1199"/>
                      <a:pt x="5017" y="2550"/>
                    </a:cubicBezTo>
                    <a:cubicBezTo>
                      <a:pt x="5017" y="3902"/>
                      <a:pt x="3928" y="5017"/>
                      <a:pt x="2577" y="5017"/>
                    </a:cubicBezTo>
                    <a:cubicBezTo>
                      <a:pt x="1220" y="5017"/>
                      <a:pt x="110" y="3902"/>
                      <a:pt x="110" y="2550"/>
                    </a:cubicBezTo>
                    <a:cubicBezTo>
                      <a:pt x="110" y="1199"/>
                      <a:pt x="1220" y="105"/>
                      <a:pt x="2577" y="105"/>
                    </a:cubicBezTo>
                    <a:close/>
                    <a:moveTo>
                      <a:pt x="2577" y="0"/>
                    </a:moveTo>
                    <a:cubicBezTo>
                      <a:pt x="1157" y="0"/>
                      <a:pt x="0" y="1152"/>
                      <a:pt x="0" y="2550"/>
                    </a:cubicBezTo>
                    <a:cubicBezTo>
                      <a:pt x="0" y="3970"/>
                      <a:pt x="1157" y="5127"/>
                      <a:pt x="2577" y="5127"/>
                    </a:cubicBezTo>
                    <a:cubicBezTo>
                      <a:pt x="3970" y="5127"/>
                      <a:pt x="5127" y="3970"/>
                      <a:pt x="5127" y="2550"/>
                    </a:cubicBezTo>
                    <a:cubicBezTo>
                      <a:pt x="5127" y="1152"/>
                      <a:pt x="3970" y="0"/>
                      <a:pt x="257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7"/>
              <p:cNvSpPr/>
              <p:nvPr/>
            </p:nvSpPr>
            <p:spPr>
              <a:xfrm>
                <a:off x="6603836" y="1607163"/>
                <a:ext cx="251152" cy="250726"/>
              </a:xfrm>
              <a:custGeom>
                <a:avLst/>
                <a:gdLst/>
                <a:ahLst/>
                <a:cxnLst/>
                <a:rect l="l" t="t" r="r" b="b"/>
                <a:pathLst>
                  <a:path w="2949" h="2944" extrusionOk="0">
                    <a:moveTo>
                      <a:pt x="1488" y="152"/>
                    </a:moveTo>
                    <a:cubicBezTo>
                      <a:pt x="2205" y="152"/>
                      <a:pt x="2797" y="744"/>
                      <a:pt x="2797" y="1461"/>
                    </a:cubicBezTo>
                    <a:cubicBezTo>
                      <a:pt x="2797" y="2205"/>
                      <a:pt x="2205" y="2792"/>
                      <a:pt x="1488" y="2792"/>
                    </a:cubicBezTo>
                    <a:cubicBezTo>
                      <a:pt x="744" y="2792"/>
                      <a:pt x="157" y="2205"/>
                      <a:pt x="157" y="1461"/>
                    </a:cubicBezTo>
                    <a:cubicBezTo>
                      <a:pt x="157" y="744"/>
                      <a:pt x="744" y="152"/>
                      <a:pt x="1488" y="152"/>
                    </a:cubicBezTo>
                    <a:close/>
                    <a:moveTo>
                      <a:pt x="1488" y="0"/>
                    </a:moveTo>
                    <a:cubicBezTo>
                      <a:pt x="655" y="0"/>
                      <a:pt x="0" y="655"/>
                      <a:pt x="0" y="1461"/>
                    </a:cubicBezTo>
                    <a:cubicBezTo>
                      <a:pt x="0" y="2289"/>
                      <a:pt x="655" y="2943"/>
                      <a:pt x="1488" y="2943"/>
                    </a:cubicBezTo>
                    <a:cubicBezTo>
                      <a:pt x="2294" y="2943"/>
                      <a:pt x="2949" y="2289"/>
                      <a:pt x="2949" y="1461"/>
                    </a:cubicBezTo>
                    <a:cubicBezTo>
                      <a:pt x="2949" y="655"/>
                      <a:pt x="2294" y="0"/>
                      <a:pt x="1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7"/>
              <p:cNvSpPr/>
              <p:nvPr/>
            </p:nvSpPr>
            <p:spPr>
              <a:xfrm>
                <a:off x="6598683" y="1601815"/>
                <a:ext cx="261882" cy="262308"/>
              </a:xfrm>
              <a:custGeom>
                <a:avLst/>
                <a:gdLst/>
                <a:ahLst/>
                <a:cxnLst/>
                <a:rect l="l" t="t" r="r" b="b"/>
                <a:pathLst>
                  <a:path w="3075" h="3080" extrusionOk="0">
                    <a:moveTo>
                      <a:pt x="1551" y="288"/>
                    </a:moveTo>
                    <a:cubicBezTo>
                      <a:pt x="2226" y="288"/>
                      <a:pt x="2792" y="854"/>
                      <a:pt x="2792" y="1529"/>
                    </a:cubicBezTo>
                    <a:cubicBezTo>
                      <a:pt x="2792" y="2226"/>
                      <a:pt x="2226" y="2797"/>
                      <a:pt x="1551" y="2797"/>
                    </a:cubicBezTo>
                    <a:cubicBezTo>
                      <a:pt x="849" y="2797"/>
                      <a:pt x="283" y="2226"/>
                      <a:pt x="283" y="1529"/>
                    </a:cubicBezTo>
                    <a:cubicBezTo>
                      <a:pt x="283" y="854"/>
                      <a:pt x="849" y="288"/>
                      <a:pt x="1551" y="288"/>
                    </a:cubicBezTo>
                    <a:close/>
                    <a:moveTo>
                      <a:pt x="1551" y="178"/>
                    </a:moveTo>
                    <a:cubicBezTo>
                      <a:pt x="786" y="178"/>
                      <a:pt x="173" y="786"/>
                      <a:pt x="173" y="1529"/>
                    </a:cubicBezTo>
                    <a:cubicBezTo>
                      <a:pt x="173" y="2294"/>
                      <a:pt x="786" y="2907"/>
                      <a:pt x="1551" y="2907"/>
                    </a:cubicBezTo>
                    <a:cubicBezTo>
                      <a:pt x="2289" y="2907"/>
                      <a:pt x="2902" y="2294"/>
                      <a:pt x="2902" y="1529"/>
                    </a:cubicBezTo>
                    <a:cubicBezTo>
                      <a:pt x="2902" y="786"/>
                      <a:pt x="2289" y="178"/>
                      <a:pt x="1551" y="178"/>
                    </a:cubicBezTo>
                    <a:close/>
                    <a:moveTo>
                      <a:pt x="1551" y="110"/>
                    </a:moveTo>
                    <a:cubicBezTo>
                      <a:pt x="2336" y="110"/>
                      <a:pt x="2970" y="744"/>
                      <a:pt x="2970" y="1529"/>
                    </a:cubicBezTo>
                    <a:cubicBezTo>
                      <a:pt x="2970" y="2336"/>
                      <a:pt x="2336" y="2970"/>
                      <a:pt x="1551" y="2970"/>
                    </a:cubicBezTo>
                    <a:cubicBezTo>
                      <a:pt x="765" y="2970"/>
                      <a:pt x="110" y="2336"/>
                      <a:pt x="110" y="1529"/>
                    </a:cubicBezTo>
                    <a:cubicBezTo>
                      <a:pt x="110" y="744"/>
                      <a:pt x="765" y="110"/>
                      <a:pt x="1551" y="110"/>
                    </a:cubicBezTo>
                    <a:close/>
                    <a:moveTo>
                      <a:pt x="1551" y="0"/>
                    </a:moveTo>
                    <a:cubicBezTo>
                      <a:pt x="697" y="0"/>
                      <a:pt x="0" y="702"/>
                      <a:pt x="0" y="1529"/>
                    </a:cubicBezTo>
                    <a:cubicBezTo>
                      <a:pt x="0" y="2383"/>
                      <a:pt x="697" y="3080"/>
                      <a:pt x="1551" y="3080"/>
                    </a:cubicBezTo>
                    <a:cubicBezTo>
                      <a:pt x="2378" y="3080"/>
                      <a:pt x="3075" y="2383"/>
                      <a:pt x="3075" y="1529"/>
                    </a:cubicBezTo>
                    <a:cubicBezTo>
                      <a:pt x="3075" y="702"/>
                      <a:pt x="2378" y="0"/>
                      <a:pt x="155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Computer Workshop for Beginners by Slidesgo">
  <a:themeElements>
    <a:clrScheme name="Simple Light">
      <a:dk1>
        <a:srgbClr val="112E54"/>
      </a:dk1>
      <a:lt1>
        <a:srgbClr val="AEE2F4"/>
      </a:lt1>
      <a:dk2>
        <a:srgbClr val="FFE188"/>
      </a:dk2>
      <a:lt2>
        <a:srgbClr val="FF93A9"/>
      </a:lt2>
      <a:accent1>
        <a:srgbClr val="FF6180"/>
      </a:accent1>
      <a:accent2>
        <a:srgbClr val="F5FBFF"/>
      </a:accent2>
      <a:accent3>
        <a:srgbClr val="00C7E6"/>
      </a:accent3>
      <a:accent4>
        <a:srgbClr val="356B90"/>
      </a:accent4>
      <a:accent5>
        <a:srgbClr val="866AAC"/>
      </a:accent5>
      <a:accent6>
        <a:srgbClr val="3E285A"/>
      </a:accent6>
      <a:hlink>
        <a:srgbClr val="112E5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992</Words>
  <Application>Microsoft Office PowerPoint</Application>
  <PresentationFormat>On-screen Show (16:9)</PresentationFormat>
  <Paragraphs>82</Paragraphs>
  <Slides>15</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Montserrat</vt:lpstr>
      <vt:lpstr>Open Sans</vt:lpstr>
      <vt:lpstr>Times New Roman</vt:lpstr>
      <vt:lpstr>Bebas Neue</vt:lpstr>
      <vt:lpstr>DM Sans</vt:lpstr>
      <vt:lpstr>Arial</vt:lpstr>
      <vt:lpstr>Wingdings</vt:lpstr>
      <vt:lpstr>Inter</vt:lpstr>
      <vt:lpstr>Söhne</vt:lpstr>
      <vt:lpstr>Computer Workshop for Beginners by Slidesgo</vt:lpstr>
      <vt:lpstr>BÁO CÁO TIẾN ĐỘ  </vt:lpstr>
      <vt:lpstr>01</vt:lpstr>
      <vt:lpstr>Giới thiệu đồ án </vt:lpstr>
      <vt:lpstr>Không gian </vt:lpstr>
      <vt:lpstr>Yêu cầu </vt:lpstr>
      <vt:lpstr>Yêu cầu </vt:lpstr>
      <vt:lpstr>Mục tiêu đồ án </vt:lpstr>
      <vt:lpstr>Mục tiêu đồ án </vt:lpstr>
      <vt:lpstr>Phân tích yêu cầu </vt:lpstr>
      <vt:lpstr>Trụ sở chính  </vt:lpstr>
      <vt:lpstr>Trụ sở chính  </vt:lpstr>
      <vt:lpstr>Chi nhánh quận 3 </vt:lpstr>
      <vt:lpstr>Kết luận </vt:lpstr>
      <vt:lpstr>Mục tiêu dự án: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TIẾN ĐỘ GIỮA KỲ </dc:title>
  <cp:lastModifiedBy>Nam Thanh</cp:lastModifiedBy>
  <cp:revision>6</cp:revision>
  <dcterms:modified xsi:type="dcterms:W3CDTF">2023-10-14T05:17:10Z</dcterms:modified>
</cp:coreProperties>
</file>